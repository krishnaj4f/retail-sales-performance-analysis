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31"/>
  </p:notesMasterIdLst>
  <p:sldIdLst>
    <p:sldId id="256" r:id="rId2"/>
    <p:sldId id="257" r:id="rId3"/>
    <p:sldId id="258" r:id="rId4"/>
    <p:sldId id="304" r:id="rId5"/>
    <p:sldId id="305" r:id="rId6"/>
    <p:sldId id="306" r:id="rId7"/>
    <p:sldId id="307" r:id="rId8"/>
    <p:sldId id="260" r:id="rId9"/>
    <p:sldId id="308" r:id="rId10"/>
    <p:sldId id="309" r:id="rId11"/>
    <p:sldId id="261" r:id="rId12"/>
    <p:sldId id="259" r:id="rId13"/>
    <p:sldId id="311" r:id="rId14"/>
    <p:sldId id="262" r:id="rId15"/>
    <p:sldId id="263" r:id="rId16"/>
    <p:sldId id="310" r:id="rId17"/>
    <p:sldId id="273" r:id="rId18"/>
    <p:sldId id="312" r:id="rId19"/>
    <p:sldId id="313" r:id="rId20"/>
    <p:sldId id="266" r:id="rId21"/>
    <p:sldId id="314" r:id="rId22"/>
    <p:sldId id="265" r:id="rId23"/>
    <p:sldId id="267" r:id="rId24"/>
    <p:sldId id="316" r:id="rId25"/>
    <p:sldId id="317" r:id="rId26"/>
    <p:sldId id="318" r:id="rId27"/>
    <p:sldId id="319" r:id="rId28"/>
    <p:sldId id="268" r:id="rId29"/>
    <p:sldId id="271" r:id="rId30"/>
  </p:sldIdLst>
  <p:sldSz cx="9144000" cy="5143500" type="screen16x9"/>
  <p:notesSz cx="6858000" cy="9144000"/>
  <p:embeddedFontLst>
    <p:embeddedFont>
      <p:font typeface="Archivo Black" panose="020B0604020202020204" charset="0"/>
      <p:regular r:id="rId32"/>
    </p:embeddedFont>
    <p:embeddedFont>
      <p:font typeface="Fira Sans Extra Condensed Medium" panose="020B0604020202020204" charset="0"/>
      <p:regular r:id="rId33"/>
      <p:bold r:id="rId34"/>
      <p:italic r:id="rId35"/>
      <p:boldItalic r:id="rId36"/>
    </p:embeddedFont>
    <p:embeddedFont>
      <p:font typeface="Gaegu" pitchFamily="2" charset="0"/>
      <p:regular r:id="rId37"/>
      <p:bold r:id="rId38"/>
    </p:embeddedFont>
    <p:embeddedFont>
      <p:font typeface="Karla" pitchFamily="2" charset="0"/>
      <p:regular r:id="rId39"/>
      <p:bold r:id="rId40"/>
      <p:italic r:id="rId41"/>
      <p:boldItalic r:id="rId42"/>
    </p:embeddedFont>
    <p:embeddedFont>
      <p:font typeface="Paytone One" panose="020B0604020202020204" charset="0"/>
      <p:regular r:id="rId43"/>
    </p:embeddedFont>
    <p:embeddedFont>
      <p:font typeface="Poppins" panose="00000500000000000000" pitchFamily="2" charset="0"/>
      <p:regular r:id="rId44"/>
      <p:bold r:id="rId45"/>
      <p:italic r:id="rId46"/>
      <p:boldItalic r:id="rId47"/>
    </p:embeddedFont>
    <p:embeddedFont>
      <p:font typeface="Viga" panose="020B0604020202020204" charset="0"/>
      <p:regular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10FD22-D1B5-4EAB-8D10-02344BC4A1CB}">
  <a:tblStyle styleId="{C510FD22-D1B5-4EAB-8D10-02344BC4A1C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83" autoAdjust="0"/>
    <p:restoredTop sz="94660"/>
  </p:normalViewPr>
  <p:slideViewPr>
    <p:cSldViewPr snapToGrid="0">
      <p:cViewPr>
        <p:scale>
          <a:sx n="66" d="100"/>
          <a:sy n="66" d="100"/>
        </p:scale>
        <p:origin x="1709"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c03f8b48dd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c03f8b48dd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df3f552fc4_0_5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df3f552fc4_0_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a:extLst>
            <a:ext uri="{FF2B5EF4-FFF2-40B4-BE49-F238E27FC236}">
              <a16:creationId xmlns:a16="http://schemas.microsoft.com/office/drawing/2014/main" id="{7F509950-F9B5-A99F-1D72-6AEA0E12145B}"/>
            </a:ext>
          </a:extLst>
        </p:cNvPr>
        <p:cNvGrpSpPr/>
        <p:nvPr/>
      </p:nvGrpSpPr>
      <p:grpSpPr>
        <a:xfrm>
          <a:off x="0" y="0"/>
          <a:ext cx="0" cy="0"/>
          <a:chOff x="0" y="0"/>
          <a:chExt cx="0" cy="0"/>
        </a:xfrm>
      </p:grpSpPr>
      <p:sp>
        <p:nvSpPr>
          <p:cNvPr id="590" name="Google Shape;590;gdf3f552fc4_0_571:notes">
            <a:extLst>
              <a:ext uri="{FF2B5EF4-FFF2-40B4-BE49-F238E27FC236}">
                <a16:creationId xmlns:a16="http://schemas.microsoft.com/office/drawing/2014/main" id="{90F05537-8A4A-3FD4-D7CA-703474039F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df3f552fc4_0_571:notes">
            <a:extLst>
              <a:ext uri="{FF2B5EF4-FFF2-40B4-BE49-F238E27FC236}">
                <a16:creationId xmlns:a16="http://schemas.microsoft.com/office/drawing/2014/main" id="{0688C80E-51EE-38F3-C6AE-10022E31B5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6986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1">
          <a:extLst>
            <a:ext uri="{FF2B5EF4-FFF2-40B4-BE49-F238E27FC236}">
              <a16:creationId xmlns:a16="http://schemas.microsoft.com/office/drawing/2014/main" id="{48918779-C5E8-628B-51D7-9A18D8B41835}"/>
            </a:ext>
          </a:extLst>
        </p:cNvPr>
        <p:cNvGrpSpPr/>
        <p:nvPr/>
      </p:nvGrpSpPr>
      <p:grpSpPr>
        <a:xfrm>
          <a:off x="0" y="0"/>
          <a:ext cx="0" cy="0"/>
          <a:chOff x="0" y="0"/>
          <a:chExt cx="0" cy="0"/>
        </a:xfrm>
      </p:grpSpPr>
      <p:sp>
        <p:nvSpPr>
          <p:cNvPr id="2432" name="Google Shape;2432;ge099c31f65_0_195:notes">
            <a:extLst>
              <a:ext uri="{FF2B5EF4-FFF2-40B4-BE49-F238E27FC236}">
                <a16:creationId xmlns:a16="http://schemas.microsoft.com/office/drawing/2014/main" id="{3A8F7D3D-0E78-681B-E686-D969A17026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3" name="Google Shape;2433;ge099c31f65_0_195:notes">
            <a:extLst>
              <a:ext uri="{FF2B5EF4-FFF2-40B4-BE49-F238E27FC236}">
                <a16:creationId xmlns:a16="http://schemas.microsoft.com/office/drawing/2014/main" id="{BF5E0F28-216B-348E-D491-63F20A10C2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4612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1">
          <a:extLst>
            <a:ext uri="{FF2B5EF4-FFF2-40B4-BE49-F238E27FC236}">
              <a16:creationId xmlns:a16="http://schemas.microsoft.com/office/drawing/2014/main" id="{7768B207-A7A9-AC9C-986A-2A7A1AA600A0}"/>
            </a:ext>
          </a:extLst>
        </p:cNvPr>
        <p:cNvGrpSpPr/>
        <p:nvPr/>
      </p:nvGrpSpPr>
      <p:grpSpPr>
        <a:xfrm>
          <a:off x="0" y="0"/>
          <a:ext cx="0" cy="0"/>
          <a:chOff x="0" y="0"/>
          <a:chExt cx="0" cy="0"/>
        </a:xfrm>
      </p:grpSpPr>
      <p:sp>
        <p:nvSpPr>
          <p:cNvPr id="2432" name="Google Shape;2432;ge099c31f65_0_195:notes">
            <a:extLst>
              <a:ext uri="{FF2B5EF4-FFF2-40B4-BE49-F238E27FC236}">
                <a16:creationId xmlns:a16="http://schemas.microsoft.com/office/drawing/2014/main" id="{4E0C4867-93C2-E604-03D8-90CD19297D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3" name="Google Shape;2433;ge099c31f65_0_195:notes">
            <a:extLst>
              <a:ext uri="{FF2B5EF4-FFF2-40B4-BE49-F238E27FC236}">
                <a16:creationId xmlns:a16="http://schemas.microsoft.com/office/drawing/2014/main" id="{2359998C-C1A2-8518-F514-138D13D593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2676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1">
          <a:extLst>
            <a:ext uri="{FF2B5EF4-FFF2-40B4-BE49-F238E27FC236}">
              <a16:creationId xmlns:a16="http://schemas.microsoft.com/office/drawing/2014/main" id="{1FA99BD4-DFEB-1065-2F8B-668DA659945A}"/>
            </a:ext>
          </a:extLst>
        </p:cNvPr>
        <p:cNvGrpSpPr/>
        <p:nvPr/>
      </p:nvGrpSpPr>
      <p:grpSpPr>
        <a:xfrm>
          <a:off x="0" y="0"/>
          <a:ext cx="0" cy="0"/>
          <a:chOff x="0" y="0"/>
          <a:chExt cx="0" cy="0"/>
        </a:xfrm>
      </p:grpSpPr>
      <p:sp>
        <p:nvSpPr>
          <p:cNvPr id="2432" name="Google Shape;2432;ge099c31f65_0_195:notes">
            <a:extLst>
              <a:ext uri="{FF2B5EF4-FFF2-40B4-BE49-F238E27FC236}">
                <a16:creationId xmlns:a16="http://schemas.microsoft.com/office/drawing/2014/main" id="{B7ABE160-AF42-9411-D336-5BB1EEDC1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3" name="Google Shape;2433;ge099c31f65_0_195:notes">
            <a:extLst>
              <a:ext uri="{FF2B5EF4-FFF2-40B4-BE49-F238E27FC236}">
                <a16:creationId xmlns:a16="http://schemas.microsoft.com/office/drawing/2014/main" id="{8EB1697D-46CF-854F-6C88-C530850265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5849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dfee29fd8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dfee29fd8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a:extLst>
            <a:ext uri="{FF2B5EF4-FFF2-40B4-BE49-F238E27FC236}">
              <a16:creationId xmlns:a16="http://schemas.microsoft.com/office/drawing/2014/main" id="{F7C83F53-24BD-C6C6-D5BB-82BAE11E9130}"/>
            </a:ext>
          </a:extLst>
        </p:cNvPr>
        <p:cNvGrpSpPr/>
        <p:nvPr/>
      </p:nvGrpSpPr>
      <p:grpSpPr>
        <a:xfrm>
          <a:off x="0" y="0"/>
          <a:ext cx="0" cy="0"/>
          <a:chOff x="0" y="0"/>
          <a:chExt cx="0" cy="0"/>
        </a:xfrm>
      </p:grpSpPr>
      <p:sp>
        <p:nvSpPr>
          <p:cNvPr id="694" name="Google Shape;694;gdfee29fd8a_0_9:notes">
            <a:extLst>
              <a:ext uri="{FF2B5EF4-FFF2-40B4-BE49-F238E27FC236}">
                <a16:creationId xmlns:a16="http://schemas.microsoft.com/office/drawing/2014/main" id="{EB738069-ECA6-0211-913A-B52740F3D8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dfee29fd8a_0_9:notes">
            <a:extLst>
              <a:ext uri="{FF2B5EF4-FFF2-40B4-BE49-F238E27FC236}">
                <a16:creationId xmlns:a16="http://schemas.microsoft.com/office/drawing/2014/main" id="{20E01D23-1169-05A7-9B46-87C9D2EA93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4116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a:extLst>
            <a:ext uri="{FF2B5EF4-FFF2-40B4-BE49-F238E27FC236}">
              <a16:creationId xmlns:a16="http://schemas.microsoft.com/office/drawing/2014/main" id="{4F0FF19F-8359-08BD-5A69-15D7A52FC8A4}"/>
            </a:ext>
          </a:extLst>
        </p:cNvPr>
        <p:cNvGrpSpPr/>
        <p:nvPr/>
      </p:nvGrpSpPr>
      <p:grpSpPr>
        <a:xfrm>
          <a:off x="0" y="0"/>
          <a:ext cx="0" cy="0"/>
          <a:chOff x="0" y="0"/>
          <a:chExt cx="0" cy="0"/>
        </a:xfrm>
      </p:grpSpPr>
      <p:sp>
        <p:nvSpPr>
          <p:cNvPr id="694" name="Google Shape;694;gdfee29fd8a_0_9:notes">
            <a:extLst>
              <a:ext uri="{FF2B5EF4-FFF2-40B4-BE49-F238E27FC236}">
                <a16:creationId xmlns:a16="http://schemas.microsoft.com/office/drawing/2014/main" id="{2EC22EFE-F224-0517-D82C-BEC3C4AE17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dfee29fd8a_0_9:notes">
            <a:extLst>
              <a:ext uri="{FF2B5EF4-FFF2-40B4-BE49-F238E27FC236}">
                <a16:creationId xmlns:a16="http://schemas.microsoft.com/office/drawing/2014/main" id="{44EBA206-583F-60D8-7ACA-8BDD91B5F0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2668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df3f552fc4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df3f552fc4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c03f8b48dd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c03f8b48dd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a:extLst>
            <a:ext uri="{FF2B5EF4-FFF2-40B4-BE49-F238E27FC236}">
              <a16:creationId xmlns:a16="http://schemas.microsoft.com/office/drawing/2014/main" id="{2332286E-A7E5-59D9-05DA-95F43B528F23}"/>
            </a:ext>
          </a:extLst>
        </p:cNvPr>
        <p:cNvGrpSpPr/>
        <p:nvPr/>
      </p:nvGrpSpPr>
      <p:grpSpPr>
        <a:xfrm>
          <a:off x="0" y="0"/>
          <a:ext cx="0" cy="0"/>
          <a:chOff x="0" y="0"/>
          <a:chExt cx="0" cy="0"/>
        </a:xfrm>
      </p:grpSpPr>
      <p:sp>
        <p:nvSpPr>
          <p:cNvPr id="831" name="Google Shape;831;gdfee29fd8a_0_226:notes">
            <a:extLst>
              <a:ext uri="{FF2B5EF4-FFF2-40B4-BE49-F238E27FC236}">
                <a16:creationId xmlns:a16="http://schemas.microsoft.com/office/drawing/2014/main" id="{55C38294-6105-F192-658C-6F282ECA9A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dfee29fd8a_0_226:notes">
            <a:extLst>
              <a:ext uri="{FF2B5EF4-FFF2-40B4-BE49-F238E27FC236}">
                <a16:creationId xmlns:a16="http://schemas.microsoft.com/office/drawing/2014/main" id="{B5C36C3C-3E62-FA43-0E26-8D472DE5B4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3733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dfee29fd8a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dfee29fd8a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dfee29fd8a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dfee29fd8a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a:extLst>
            <a:ext uri="{FF2B5EF4-FFF2-40B4-BE49-F238E27FC236}">
              <a16:creationId xmlns:a16="http://schemas.microsoft.com/office/drawing/2014/main" id="{755A7663-6976-2C70-DA4E-9136F47101F1}"/>
            </a:ext>
          </a:extLst>
        </p:cNvPr>
        <p:cNvGrpSpPr/>
        <p:nvPr/>
      </p:nvGrpSpPr>
      <p:grpSpPr>
        <a:xfrm>
          <a:off x="0" y="0"/>
          <a:ext cx="0" cy="0"/>
          <a:chOff x="0" y="0"/>
          <a:chExt cx="0" cy="0"/>
        </a:xfrm>
      </p:grpSpPr>
      <p:sp>
        <p:nvSpPr>
          <p:cNvPr id="795" name="Google Shape;795;gdfee29fd8a_0_107:notes">
            <a:extLst>
              <a:ext uri="{FF2B5EF4-FFF2-40B4-BE49-F238E27FC236}">
                <a16:creationId xmlns:a16="http://schemas.microsoft.com/office/drawing/2014/main" id="{BF9FCA42-52C9-32B3-15B0-7B10AD942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dfee29fd8a_0_107:notes">
            <a:extLst>
              <a:ext uri="{FF2B5EF4-FFF2-40B4-BE49-F238E27FC236}">
                <a16:creationId xmlns:a16="http://schemas.microsoft.com/office/drawing/2014/main" id="{E2C676A0-A48D-647B-8314-F07FD7B054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8814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df3f552fc4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df3f552fc4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a:extLst>
            <a:ext uri="{FF2B5EF4-FFF2-40B4-BE49-F238E27FC236}">
              <a16:creationId xmlns:a16="http://schemas.microsoft.com/office/drawing/2014/main" id="{1FC360D4-FDFD-B2ED-ED5A-0B1898D1BBA5}"/>
            </a:ext>
          </a:extLst>
        </p:cNvPr>
        <p:cNvGrpSpPr/>
        <p:nvPr/>
      </p:nvGrpSpPr>
      <p:grpSpPr>
        <a:xfrm>
          <a:off x="0" y="0"/>
          <a:ext cx="0" cy="0"/>
          <a:chOff x="0" y="0"/>
          <a:chExt cx="0" cy="0"/>
        </a:xfrm>
      </p:grpSpPr>
      <p:sp>
        <p:nvSpPr>
          <p:cNvPr id="1279" name="Google Shape;1279;gdf3f552fc4_0_332:notes">
            <a:extLst>
              <a:ext uri="{FF2B5EF4-FFF2-40B4-BE49-F238E27FC236}">
                <a16:creationId xmlns:a16="http://schemas.microsoft.com/office/drawing/2014/main" id="{197576CA-098B-68DE-1A92-67FE5D90C8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df3f552fc4_0_332:notes">
            <a:extLst>
              <a:ext uri="{FF2B5EF4-FFF2-40B4-BE49-F238E27FC236}">
                <a16:creationId xmlns:a16="http://schemas.microsoft.com/office/drawing/2014/main" id="{E2F90C93-967C-6147-DEF8-34E40A572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64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a:extLst>
            <a:ext uri="{FF2B5EF4-FFF2-40B4-BE49-F238E27FC236}">
              <a16:creationId xmlns:a16="http://schemas.microsoft.com/office/drawing/2014/main" id="{163C8A05-8E65-EFA4-222E-ED5E12804D4D}"/>
            </a:ext>
          </a:extLst>
        </p:cNvPr>
        <p:cNvGrpSpPr/>
        <p:nvPr/>
      </p:nvGrpSpPr>
      <p:grpSpPr>
        <a:xfrm>
          <a:off x="0" y="0"/>
          <a:ext cx="0" cy="0"/>
          <a:chOff x="0" y="0"/>
          <a:chExt cx="0" cy="0"/>
        </a:xfrm>
      </p:grpSpPr>
      <p:sp>
        <p:nvSpPr>
          <p:cNvPr id="1279" name="Google Shape;1279;gdf3f552fc4_0_332:notes">
            <a:extLst>
              <a:ext uri="{FF2B5EF4-FFF2-40B4-BE49-F238E27FC236}">
                <a16:creationId xmlns:a16="http://schemas.microsoft.com/office/drawing/2014/main" id="{3A346C38-7599-7289-FF4D-3408D12B63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df3f552fc4_0_332:notes">
            <a:extLst>
              <a:ext uri="{FF2B5EF4-FFF2-40B4-BE49-F238E27FC236}">
                <a16:creationId xmlns:a16="http://schemas.microsoft.com/office/drawing/2014/main" id="{20B6B6E5-4D06-6ACF-12BD-EF9C758613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239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f3182aa067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f3182aa067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a:extLst>
            <a:ext uri="{FF2B5EF4-FFF2-40B4-BE49-F238E27FC236}">
              <a16:creationId xmlns:a16="http://schemas.microsoft.com/office/drawing/2014/main" id="{9D0EBB9C-A553-B7F6-D65C-CDC058CEACBE}"/>
            </a:ext>
          </a:extLst>
        </p:cNvPr>
        <p:cNvGrpSpPr/>
        <p:nvPr/>
      </p:nvGrpSpPr>
      <p:grpSpPr>
        <a:xfrm>
          <a:off x="0" y="0"/>
          <a:ext cx="0" cy="0"/>
          <a:chOff x="0" y="0"/>
          <a:chExt cx="0" cy="0"/>
        </a:xfrm>
      </p:grpSpPr>
      <p:sp>
        <p:nvSpPr>
          <p:cNvPr id="913" name="Google Shape;913;gf3182aa067_0_31:notes">
            <a:extLst>
              <a:ext uri="{FF2B5EF4-FFF2-40B4-BE49-F238E27FC236}">
                <a16:creationId xmlns:a16="http://schemas.microsoft.com/office/drawing/2014/main" id="{BCD51A2A-CB8B-579B-C656-55269016A2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f3182aa067_0_31:notes">
            <a:extLst>
              <a:ext uri="{FF2B5EF4-FFF2-40B4-BE49-F238E27FC236}">
                <a16:creationId xmlns:a16="http://schemas.microsoft.com/office/drawing/2014/main" id="{88CD0632-E81C-59D1-EBBB-FEF5AEA7B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5905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df3f552fc4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df3f552fc4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dfee29fd8a_0_6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dfee29fd8a_0_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96C97A9F-F917-FD79-D444-5DEC72F14CFA}"/>
            </a:ext>
          </a:extLst>
        </p:cNvPr>
        <p:cNvGrpSpPr/>
        <p:nvPr/>
      </p:nvGrpSpPr>
      <p:grpSpPr>
        <a:xfrm>
          <a:off x="0" y="0"/>
          <a:ext cx="0" cy="0"/>
          <a:chOff x="0" y="0"/>
          <a:chExt cx="0" cy="0"/>
        </a:xfrm>
      </p:grpSpPr>
      <p:sp>
        <p:nvSpPr>
          <p:cNvPr id="873" name="Google Shape;873;gdf3f552fc4_0_320:notes">
            <a:extLst>
              <a:ext uri="{FF2B5EF4-FFF2-40B4-BE49-F238E27FC236}">
                <a16:creationId xmlns:a16="http://schemas.microsoft.com/office/drawing/2014/main" id="{3EAF70D4-1EAB-D546-1B21-21EAC2D05E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df3f552fc4_0_320:notes">
            <a:extLst>
              <a:ext uri="{FF2B5EF4-FFF2-40B4-BE49-F238E27FC236}">
                <a16:creationId xmlns:a16="http://schemas.microsoft.com/office/drawing/2014/main" id="{1E233439-DCBE-2DA1-561A-D2006B49DA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09996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a:extLst>
            <a:ext uri="{FF2B5EF4-FFF2-40B4-BE49-F238E27FC236}">
              <a16:creationId xmlns:a16="http://schemas.microsoft.com/office/drawing/2014/main" id="{2B3C4F4B-DC3C-1072-159D-FA52A5C892C6}"/>
            </a:ext>
          </a:extLst>
        </p:cNvPr>
        <p:cNvGrpSpPr/>
        <p:nvPr/>
      </p:nvGrpSpPr>
      <p:grpSpPr>
        <a:xfrm>
          <a:off x="0" y="0"/>
          <a:ext cx="0" cy="0"/>
          <a:chOff x="0" y="0"/>
          <a:chExt cx="0" cy="0"/>
        </a:xfrm>
      </p:grpSpPr>
      <p:sp>
        <p:nvSpPr>
          <p:cNvPr id="939" name="Google Shape;939;gdfee29fd8a_0_625:notes">
            <a:extLst>
              <a:ext uri="{FF2B5EF4-FFF2-40B4-BE49-F238E27FC236}">
                <a16:creationId xmlns:a16="http://schemas.microsoft.com/office/drawing/2014/main" id="{AD1A86D9-2BC3-0CE7-971D-E8B6CCD6B8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dfee29fd8a_0_625:notes">
            <a:extLst>
              <a:ext uri="{FF2B5EF4-FFF2-40B4-BE49-F238E27FC236}">
                <a16:creationId xmlns:a16="http://schemas.microsoft.com/office/drawing/2014/main" id="{2BDE2260-CCBD-7469-6AA6-684C0390A8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90306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A7C2BECD-7BD3-C693-D6B2-570AB4AFFD36}"/>
            </a:ext>
          </a:extLst>
        </p:cNvPr>
        <p:cNvGrpSpPr/>
        <p:nvPr/>
      </p:nvGrpSpPr>
      <p:grpSpPr>
        <a:xfrm>
          <a:off x="0" y="0"/>
          <a:ext cx="0" cy="0"/>
          <a:chOff x="0" y="0"/>
          <a:chExt cx="0" cy="0"/>
        </a:xfrm>
      </p:grpSpPr>
      <p:sp>
        <p:nvSpPr>
          <p:cNvPr id="873" name="Google Shape;873;gdf3f552fc4_0_320:notes">
            <a:extLst>
              <a:ext uri="{FF2B5EF4-FFF2-40B4-BE49-F238E27FC236}">
                <a16:creationId xmlns:a16="http://schemas.microsoft.com/office/drawing/2014/main" id="{3F932764-4E0E-4005-3566-1BAF68E7A7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df3f552fc4_0_320:notes">
            <a:extLst>
              <a:ext uri="{FF2B5EF4-FFF2-40B4-BE49-F238E27FC236}">
                <a16:creationId xmlns:a16="http://schemas.microsoft.com/office/drawing/2014/main" id="{29256335-E175-0D1A-613F-76EA30B82C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2779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a:extLst>
            <a:ext uri="{FF2B5EF4-FFF2-40B4-BE49-F238E27FC236}">
              <a16:creationId xmlns:a16="http://schemas.microsoft.com/office/drawing/2014/main" id="{4AB26AD3-1C39-D1A8-B4D3-CFB8E4717D96}"/>
            </a:ext>
          </a:extLst>
        </p:cNvPr>
        <p:cNvGrpSpPr/>
        <p:nvPr/>
      </p:nvGrpSpPr>
      <p:grpSpPr>
        <a:xfrm>
          <a:off x="0" y="0"/>
          <a:ext cx="0" cy="0"/>
          <a:chOff x="0" y="0"/>
          <a:chExt cx="0" cy="0"/>
        </a:xfrm>
      </p:grpSpPr>
      <p:sp>
        <p:nvSpPr>
          <p:cNvPr id="939" name="Google Shape;939;gdfee29fd8a_0_625:notes">
            <a:extLst>
              <a:ext uri="{FF2B5EF4-FFF2-40B4-BE49-F238E27FC236}">
                <a16:creationId xmlns:a16="http://schemas.microsoft.com/office/drawing/2014/main" id="{0C24B5D1-2A01-877D-A199-314722E0BC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dfee29fd8a_0_625:notes">
            <a:extLst>
              <a:ext uri="{FF2B5EF4-FFF2-40B4-BE49-F238E27FC236}">
                <a16:creationId xmlns:a16="http://schemas.microsoft.com/office/drawing/2014/main" id="{EE33A981-BF6B-47FA-8FF2-E8606844C2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93231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dfee29fd8a_0_6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dfee29fd8a_0_6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c03f8b48dd_0_5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c03f8b48dd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0" name="Google Shape;10;p2"/>
          <p:cNvSpPr txBox="1">
            <a:spLocks noGrp="1"/>
          </p:cNvSpPr>
          <p:nvPr>
            <p:ph type="subTitle" idx="1"/>
          </p:nvPr>
        </p:nvSpPr>
        <p:spPr>
          <a:xfrm>
            <a:off x="4632950" y="3878300"/>
            <a:ext cx="3376500" cy="43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1" name="Google Shape;11;p2"/>
          <p:cNvSpPr/>
          <p:nvPr/>
        </p:nvSpPr>
        <p:spPr>
          <a:xfrm rot="7937037">
            <a:off x="7881158" y="-11928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7937037">
            <a:off x="8009108" y="-14231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7937037">
            <a:off x="8174983" y="-16534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724618">
            <a:off x="8135423" y="3819614"/>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724618">
            <a:off x="8269773" y="397313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724618">
            <a:off x="8448898" y="413308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4632950" y="724725"/>
            <a:ext cx="3376500" cy="3078900"/>
          </a:xfrm>
          <a:prstGeom prst="rect">
            <a:avLst/>
          </a:prstGeom>
        </p:spPr>
        <p:txBody>
          <a:bodyPr spcFirstLastPara="1" wrap="square" lIns="91425" tIns="91425" rIns="91425" bIns="91425" anchor="b" anchorCtr="0">
            <a:noAutofit/>
          </a:bodyPr>
          <a:lstStyle>
            <a:lvl1pPr lvl="0">
              <a:spcBef>
                <a:spcPts val="0"/>
              </a:spcBef>
              <a:spcAft>
                <a:spcPts val="0"/>
              </a:spcAft>
              <a:buSzPts val="4500"/>
              <a:buNone/>
              <a:defRPr sz="4500">
                <a:latin typeface="Paytone One"/>
                <a:ea typeface="Paytone One"/>
                <a:cs typeface="Paytone One"/>
                <a:sym typeface="Paytone One"/>
              </a:defRPr>
            </a:lvl1pPr>
            <a:lvl2pPr lvl="1" algn="ctr">
              <a:spcBef>
                <a:spcPts val="0"/>
              </a:spcBef>
              <a:spcAft>
                <a:spcPts val="0"/>
              </a:spcAft>
              <a:buSzPts val="4500"/>
              <a:buNone/>
              <a:defRPr sz="4500"/>
            </a:lvl2pPr>
            <a:lvl3pPr lvl="2" algn="ctr">
              <a:spcBef>
                <a:spcPts val="0"/>
              </a:spcBef>
              <a:spcAft>
                <a:spcPts val="0"/>
              </a:spcAft>
              <a:buSzPts val="4500"/>
              <a:buNone/>
              <a:defRPr sz="4500"/>
            </a:lvl3pPr>
            <a:lvl4pPr lvl="3" algn="ctr">
              <a:spcBef>
                <a:spcPts val="0"/>
              </a:spcBef>
              <a:spcAft>
                <a:spcPts val="0"/>
              </a:spcAft>
              <a:buSzPts val="4500"/>
              <a:buNone/>
              <a:defRPr sz="4500"/>
            </a:lvl4pPr>
            <a:lvl5pPr lvl="4" algn="ctr">
              <a:spcBef>
                <a:spcPts val="0"/>
              </a:spcBef>
              <a:spcAft>
                <a:spcPts val="0"/>
              </a:spcAft>
              <a:buSzPts val="4500"/>
              <a:buNone/>
              <a:defRPr sz="4500"/>
            </a:lvl5pPr>
            <a:lvl6pPr lvl="5" algn="ctr">
              <a:spcBef>
                <a:spcPts val="0"/>
              </a:spcBef>
              <a:spcAft>
                <a:spcPts val="0"/>
              </a:spcAft>
              <a:buSzPts val="4500"/>
              <a:buNone/>
              <a:defRPr sz="4500"/>
            </a:lvl6pPr>
            <a:lvl7pPr lvl="6" algn="ctr">
              <a:spcBef>
                <a:spcPts val="0"/>
              </a:spcBef>
              <a:spcAft>
                <a:spcPts val="0"/>
              </a:spcAft>
              <a:buSzPts val="4500"/>
              <a:buNone/>
              <a:defRPr sz="4500"/>
            </a:lvl7pPr>
            <a:lvl8pPr lvl="7" algn="ctr">
              <a:spcBef>
                <a:spcPts val="0"/>
              </a:spcBef>
              <a:spcAft>
                <a:spcPts val="0"/>
              </a:spcAft>
              <a:buSzPts val="4500"/>
              <a:buNone/>
              <a:defRPr sz="4500"/>
            </a:lvl8pPr>
            <a:lvl9pPr lvl="8" algn="ctr">
              <a:spcBef>
                <a:spcPts val="0"/>
              </a:spcBef>
              <a:spcAft>
                <a:spcPts val="0"/>
              </a:spcAft>
              <a:buSzPts val="4500"/>
              <a:buNone/>
              <a:defRPr sz="45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pic>
        <p:nvPicPr>
          <p:cNvPr id="19" name="Google Shape;19;p3"/>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0" name="Google Shape;20;p3"/>
          <p:cNvSpPr txBox="1">
            <a:spLocks noGrp="1"/>
          </p:cNvSpPr>
          <p:nvPr>
            <p:ph type="title"/>
          </p:nvPr>
        </p:nvSpPr>
        <p:spPr>
          <a:xfrm>
            <a:off x="1058325" y="2105655"/>
            <a:ext cx="3984000" cy="1146600"/>
          </a:xfrm>
          <a:prstGeom prst="rect">
            <a:avLst/>
          </a:prstGeom>
        </p:spPr>
        <p:txBody>
          <a:bodyPr spcFirstLastPara="1" wrap="square" lIns="91425" tIns="91425" rIns="91425" bIns="91425" anchor="t" anchorCtr="0">
            <a:noAutofit/>
          </a:bodyPr>
          <a:lstStyle>
            <a:lvl1pPr lvl="0" algn="r" rtl="0">
              <a:lnSpc>
                <a:spcPct val="80000"/>
              </a:lnSpc>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1" name="Google Shape;21;p3"/>
          <p:cNvSpPr txBox="1">
            <a:spLocks noGrp="1"/>
          </p:cNvSpPr>
          <p:nvPr>
            <p:ph type="subTitle" idx="1"/>
          </p:nvPr>
        </p:nvSpPr>
        <p:spPr>
          <a:xfrm>
            <a:off x="2115575" y="3252225"/>
            <a:ext cx="2926800" cy="57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300"/>
              <a:buNone/>
              <a:defRPr sz="1600" b="0"/>
            </a:lvl1pPr>
            <a:lvl2pPr lvl="1" algn="ctr" rtl="0">
              <a:lnSpc>
                <a:spcPct val="100000"/>
              </a:lnSpc>
              <a:spcBef>
                <a:spcPts val="0"/>
              </a:spcBef>
              <a:spcAft>
                <a:spcPts val="0"/>
              </a:spcAft>
              <a:buClr>
                <a:srgbClr val="541C1D"/>
              </a:buClr>
              <a:buSzPts val="1400"/>
              <a:buNone/>
              <a:defRPr>
                <a:solidFill>
                  <a:srgbClr val="541C1D"/>
                </a:solidFill>
              </a:defRPr>
            </a:lvl2pPr>
            <a:lvl3pPr lvl="2" algn="ctr" rtl="0">
              <a:lnSpc>
                <a:spcPct val="100000"/>
              </a:lnSpc>
              <a:spcBef>
                <a:spcPts val="0"/>
              </a:spcBef>
              <a:spcAft>
                <a:spcPts val="0"/>
              </a:spcAft>
              <a:buClr>
                <a:srgbClr val="541C1D"/>
              </a:buClr>
              <a:buSzPts val="1400"/>
              <a:buNone/>
              <a:defRPr>
                <a:solidFill>
                  <a:srgbClr val="541C1D"/>
                </a:solidFill>
              </a:defRPr>
            </a:lvl3pPr>
            <a:lvl4pPr lvl="3" algn="ctr" rtl="0">
              <a:lnSpc>
                <a:spcPct val="100000"/>
              </a:lnSpc>
              <a:spcBef>
                <a:spcPts val="0"/>
              </a:spcBef>
              <a:spcAft>
                <a:spcPts val="0"/>
              </a:spcAft>
              <a:buClr>
                <a:srgbClr val="541C1D"/>
              </a:buClr>
              <a:buSzPts val="1400"/>
              <a:buNone/>
              <a:defRPr>
                <a:solidFill>
                  <a:srgbClr val="541C1D"/>
                </a:solidFill>
              </a:defRPr>
            </a:lvl4pPr>
            <a:lvl5pPr lvl="4" algn="ctr" rtl="0">
              <a:lnSpc>
                <a:spcPct val="100000"/>
              </a:lnSpc>
              <a:spcBef>
                <a:spcPts val="0"/>
              </a:spcBef>
              <a:spcAft>
                <a:spcPts val="0"/>
              </a:spcAft>
              <a:buClr>
                <a:srgbClr val="541C1D"/>
              </a:buClr>
              <a:buSzPts val="1400"/>
              <a:buNone/>
              <a:defRPr>
                <a:solidFill>
                  <a:srgbClr val="541C1D"/>
                </a:solidFill>
              </a:defRPr>
            </a:lvl5pPr>
            <a:lvl6pPr lvl="5" algn="ctr" rtl="0">
              <a:lnSpc>
                <a:spcPct val="100000"/>
              </a:lnSpc>
              <a:spcBef>
                <a:spcPts val="0"/>
              </a:spcBef>
              <a:spcAft>
                <a:spcPts val="0"/>
              </a:spcAft>
              <a:buClr>
                <a:srgbClr val="541C1D"/>
              </a:buClr>
              <a:buSzPts val="1400"/>
              <a:buNone/>
              <a:defRPr>
                <a:solidFill>
                  <a:srgbClr val="541C1D"/>
                </a:solidFill>
              </a:defRPr>
            </a:lvl6pPr>
            <a:lvl7pPr lvl="6" algn="ctr" rtl="0">
              <a:lnSpc>
                <a:spcPct val="100000"/>
              </a:lnSpc>
              <a:spcBef>
                <a:spcPts val="0"/>
              </a:spcBef>
              <a:spcAft>
                <a:spcPts val="0"/>
              </a:spcAft>
              <a:buClr>
                <a:srgbClr val="541C1D"/>
              </a:buClr>
              <a:buSzPts val="1400"/>
              <a:buNone/>
              <a:defRPr>
                <a:solidFill>
                  <a:srgbClr val="541C1D"/>
                </a:solidFill>
              </a:defRPr>
            </a:lvl7pPr>
            <a:lvl8pPr lvl="7" algn="ctr" rtl="0">
              <a:lnSpc>
                <a:spcPct val="100000"/>
              </a:lnSpc>
              <a:spcBef>
                <a:spcPts val="0"/>
              </a:spcBef>
              <a:spcAft>
                <a:spcPts val="0"/>
              </a:spcAft>
              <a:buClr>
                <a:srgbClr val="541C1D"/>
              </a:buClr>
              <a:buSzPts val="1400"/>
              <a:buNone/>
              <a:defRPr>
                <a:solidFill>
                  <a:srgbClr val="541C1D"/>
                </a:solidFill>
              </a:defRPr>
            </a:lvl8pPr>
            <a:lvl9pPr lvl="8" algn="ctr" rtl="0">
              <a:lnSpc>
                <a:spcPct val="100000"/>
              </a:lnSpc>
              <a:spcBef>
                <a:spcPts val="0"/>
              </a:spcBef>
              <a:spcAft>
                <a:spcPts val="0"/>
              </a:spcAft>
              <a:buClr>
                <a:srgbClr val="541C1D"/>
              </a:buClr>
              <a:buSzPts val="1400"/>
              <a:buNone/>
              <a:defRPr>
                <a:solidFill>
                  <a:srgbClr val="541C1D"/>
                </a:solidFill>
              </a:defRPr>
            </a:lvl9pPr>
          </a:lstStyle>
          <a:p>
            <a:endParaRPr/>
          </a:p>
        </p:txBody>
      </p:sp>
      <p:sp>
        <p:nvSpPr>
          <p:cNvPr id="22" name="Google Shape;22;p3"/>
          <p:cNvSpPr txBox="1">
            <a:spLocks noGrp="1"/>
          </p:cNvSpPr>
          <p:nvPr>
            <p:ph type="title" idx="2" hasCustomPrompt="1"/>
          </p:nvPr>
        </p:nvSpPr>
        <p:spPr>
          <a:xfrm>
            <a:off x="3818025" y="1110299"/>
            <a:ext cx="1224300" cy="8418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5500"/>
              <a:buNone/>
              <a:defRPr sz="5500">
                <a:solidFill>
                  <a:schemeClr val="lt2"/>
                </a:solidFill>
              </a:defRPr>
            </a:lvl1pPr>
            <a:lvl2pPr lvl="1"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grpSp>
        <p:nvGrpSpPr>
          <p:cNvPr id="23" name="Google Shape;23;p3"/>
          <p:cNvGrpSpPr/>
          <p:nvPr/>
        </p:nvGrpSpPr>
        <p:grpSpPr>
          <a:xfrm>
            <a:off x="5461950" y="522238"/>
            <a:ext cx="2250830" cy="3661147"/>
            <a:chOff x="5401837" y="470183"/>
            <a:chExt cx="2068777" cy="3107670"/>
          </a:xfrm>
        </p:grpSpPr>
        <p:sp>
          <p:nvSpPr>
            <p:cNvPr id="24" name="Google Shape;24;p3"/>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p:nvPr/>
        </p:nvSpPr>
        <p:spPr>
          <a:xfrm rot="7777740">
            <a:off x="-1119207" y="-1152676"/>
            <a:ext cx="3041225" cy="2822503"/>
          </a:xfrm>
          <a:custGeom>
            <a:avLst/>
            <a:gdLst/>
            <a:ahLst/>
            <a:cxnLst/>
            <a:rect l="l" t="t" r="r" b="b"/>
            <a:pathLst>
              <a:path w="5827" h="5408" extrusionOk="0">
                <a:moveTo>
                  <a:pt x="1699" y="0"/>
                </a:moveTo>
                <a:cubicBezTo>
                  <a:pt x="1610" y="0"/>
                  <a:pt x="1521" y="14"/>
                  <a:pt x="1435" y="45"/>
                </a:cubicBezTo>
                <a:cubicBezTo>
                  <a:pt x="952" y="235"/>
                  <a:pt x="732" y="923"/>
                  <a:pt x="1025" y="1348"/>
                </a:cubicBezTo>
                <a:cubicBezTo>
                  <a:pt x="983" y="1341"/>
                  <a:pt x="941" y="1337"/>
                  <a:pt x="899" y="1337"/>
                </a:cubicBezTo>
                <a:cubicBezTo>
                  <a:pt x="502" y="1337"/>
                  <a:pt x="125" y="1639"/>
                  <a:pt x="59" y="2036"/>
                </a:cubicBezTo>
                <a:cubicBezTo>
                  <a:pt x="0" y="2475"/>
                  <a:pt x="337" y="2943"/>
                  <a:pt x="776" y="2987"/>
                </a:cubicBezTo>
                <a:lnTo>
                  <a:pt x="923" y="3002"/>
                </a:lnTo>
                <a:cubicBezTo>
                  <a:pt x="1042" y="2987"/>
                  <a:pt x="1162" y="2980"/>
                  <a:pt x="1282" y="2980"/>
                </a:cubicBezTo>
                <a:cubicBezTo>
                  <a:pt x="2336" y="2980"/>
                  <a:pt x="3373" y="3544"/>
                  <a:pt x="3938" y="4451"/>
                </a:cubicBezTo>
                <a:cubicBezTo>
                  <a:pt x="4070" y="4671"/>
                  <a:pt x="4173" y="4905"/>
                  <a:pt x="4363" y="5110"/>
                </a:cubicBezTo>
                <a:cubicBezTo>
                  <a:pt x="4507" y="5278"/>
                  <a:pt x="4711" y="5407"/>
                  <a:pt x="4917" y="5407"/>
                </a:cubicBezTo>
                <a:cubicBezTo>
                  <a:pt x="4962" y="5407"/>
                  <a:pt x="5007" y="5401"/>
                  <a:pt x="5051" y="5388"/>
                </a:cubicBezTo>
                <a:cubicBezTo>
                  <a:pt x="5313" y="5330"/>
                  <a:pt x="5488" y="4997"/>
                  <a:pt x="5332" y="4792"/>
                </a:cubicBezTo>
                <a:lnTo>
                  <a:pt x="5332" y="4792"/>
                </a:lnTo>
                <a:cubicBezTo>
                  <a:pt x="5370" y="4839"/>
                  <a:pt x="5430" y="4861"/>
                  <a:pt x="5494" y="4861"/>
                </a:cubicBezTo>
                <a:cubicBezTo>
                  <a:pt x="5583" y="4861"/>
                  <a:pt x="5680" y="4819"/>
                  <a:pt x="5739" y="4744"/>
                </a:cubicBezTo>
                <a:cubicBezTo>
                  <a:pt x="5827" y="4627"/>
                  <a:pt x="5798" y="4437"/>
                  <a:pt x="5754" y="4290"/>
                </a:cubicBezTo>
                <a:cubicBezTo>
                  <a:pt x="5695" y="4144"/>
                  <a:pt x="5593" y="4012"/>
                  <a:pt x="5505" y="3895"/>
                </a:cubicBezTo>
                <a:cubicBezTo>
                  <a:pt x="5241" y="3412"/>
                  <a:pt x="5212" y="2797"/>
                  <a:pt x="5475" y="2314"/>
                </a:cubicBezTo>
                <a:cubicBezTo>
                  <a:pt x="5593" y="2124"/>
                  <a:pt x="5710" y="1948"/>
                  <a:pt x="5695" y="1743"/>
                </a:cubicBezTo>
                <a:cubicBezTo>
                  <a:pt x="5680" y="1509"/>
                  <a:pt x="5475" y="1348"/>
                  <a:pt x="5256" y="1289"/>
                </a:cubicBezTo>
                <a:cubicBezTo>
                  <a:pt x="5177" y="1268"/>
                  <a:pt x="5096" y="1260"/>
                  <a:pt x="5015" y="1260"/>
                </a:cubicBezTo>
                <a:cubicBezTo>
                  <a:pt x="4870" y="1260"/>
                  <a:pt x="4723" y="1285"/>
                  <a:pt x="4582" y="1304"/>
                </a:cubicBezTo>
                <a:cubicBezTo>
                  <a:pt x="4802" y="1055"/>
                  <a:pt x="4729" y="601"/>
                  <a:pt x="4465" y="352"/>
                </a:cubicBezTo>
                <a:cubicBezTo>
                  <a:pt x="4280" y="196"/>
                  <a:pt x="4049" y="118"/>
                  <a:pt x="3811" y="118"/>
                </a:cubicBezTo>
                <a:cubicBezTo>
                  <a:pt x="3693" y="118"/>
                  <a:pt x="3572" y="137"/>
                  <a:pt x="3455" y="176"/>
                </a:cubicBezTo>
                <a:cubicBezTo>
                  <a:pt x="3119" y="279"/>
                  <a:pt x="2840" y="499"/>
                  <a:pt x="2577" y="762"/>
                </a:cubicBezTo>
                <a:cubicBezTo>
                  <a:pt x="2541" y="326"/>
                  <a:pt x="2123" y="0"/>
                  <a:pt x="1699" y="0"/>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7777740">
            <a:off x="-1625257" y="-1530426"/>
            <a:ext cx="3041225" cy="2822503"/>
          </a:xfrm>
          <a:custGeom>
            <a:avLst/>
            <a:gdLst/>
            <a:ahLst/>
            <a:cxnLst/>
            <a:rect l="l" t="t" r="r" b="b"/>
            <a:pathLst>
              <a:path w="5827" h="5408" extrusionOk="0">
                <a:moveTo>
                  <a:pt x="1699" y="0"/>
                </a:moveTo>
                <a:cubicBezTo>
                  <a:pt x="1610" y="0"/>
                  <a:pt x="1521" y="14"/>
                  <a:pt x="1435" y="45"/>
                </a:cubicBezTo>
                <a:cubicBezTo>
                  <a:pt x="952" y="235"/>
                  <a:pt x="732" y="923"/>
                  <a:pt x="1025" y="1348"/>
                </a:cubicBezTo>
                <a:cubicBezTo>
                  <a:pt x="983" y="1341"/>
                  <a:pt x="941" y="1337"/>
                  <a:pt x="899" y="1337"/>
                </a:cubicBezTo>
                <a:cubicBezTo>
                  <a:pt x="502" y="1337"/>
                  <a:pt x="125" y="1639"/>
                  <a:pt x="59" y="2036"/>
                </a:cubicBezTo>
                <a:cubicBezTo>
                  <a:pt x="0" y="2475"/>
                  <a:pt x="337" y="2943"/>
                  <a:pt x="776" y="2987"/>
                </a:cubicBezTo>
                <a:lnTo>
                  <a:pt x="923" y="3002"/>
                </a:lnTo>
                <a:cubicBezTo>
                  <a:pt x="1042" y="2987"/>
                  <a:pt x="1162" y="2980"/>
                  <a:pt x="1282" y="2980"/>
                </a:cubicBezTo>
                <a:cubicBezTo>
                  <a:pt x="2336" y="2980"/>
                  <a:pt x="3373" y="3544"/>
                  <a:pt x="3938" y="4451"/>
                </a:cubicBezTo>
                <a:cubicBezTo>
                  <a:pt x="4070" y="4671"/>
                  <a:pt x="4173" y="4905"/>
                  <a:pt x="4363" y="5110"/>
                </a:cubicBezTo>
                <a:cubicBezTo>
                  <a:pt x="4507" y="5278"/>
                  <a:pt x="4711" y="5407"/>
                  <a:pt x="4917" y="5407"/>
                </a:cubicBezTo>
                <a:cubicBezTo>
                  <a:pt x="4962" y="5407"/>
                  <a:pt x="5007" y="5401"/>
                  <a:pt x="5051" y="5388"/>
                </a:cubicBezTo>
                <a:cubicBezTo>
                  <a:pt x="5313" y="5330"/>
                  <a:pt x="5488" y="4997"/>
                  <a:pt x="5332" y="4792"/>
                </a:cubicBezTo>
                <a:lnTo>
                  <a:pt x="5332" y="4792"/>
                </a:lnTo>
                <a:cubicBezTo>
                  <a:pt x="5370" y="4839"/>
                  <a:pt x="5430" y="4861"/>
                  <a:pt x="5494" y="4861"/>
                </a:cubicBezTo>
                <a:cubicBezTo>
                  <a:pt x="5583" y="4861"/>
                  <a:pt x="5680" y="4819"/>
                  <a:pt x="5739" y="4744"/>
                </a:cubicBezTo>
                <a:cubicBezTo>
                  <a:pt x="5827" y="4627"/>
                  <a:pt x="5798" y="4437"/>
                  <a:pt x="5754" y="4290"/>
                </a:cubicBezTo>
                <a:cubicBezTo>
                  <a:pt x="5695" y="4144"/>
                  <a:pt x="5593" y="4012"/>
                  <a:pt x="5505" y="3895"/>
                </a:cubicBezTo>
                <a:cubicBezTo>
                  <a:pt x="5241" y="3412"/>
                  <a:pt x="5212" y="2797"/>
                  <a:pt x="5475" y="2314"/>
                </a:cubicBezTo>
                <a:cubicBezTo>
                  <a:pt x="5593" y="2124"/>
                  <a:pt x="5710" y="1948"/>
                  <a:pt x="5695" y="1743"/>
                </a:cubicBezTo>
                <a:cubicBezTo>
                  <a:pt x="5680" y="1509"/>
                  <a:pt x="5475" y="1348"/>
                  <a:pt x="5256" y="1289"/>
                </a:cubicBezTo>
                <a:cubicBezTo>
                  <a:pt x="5177" y="1268"/>
                  <a:pt x="5096" y="1260"/>
                  <a:pt x="5015" y="1260"/>
                </a:cubicBezTo>
                <a:cubicBezTo>
                  <a:pt x="4870" y="1260"/>
                  <a:pt x="4723" y="1285"/>
                  <a:pt x="4582" y="1304"/>
                </a:cubicBezTo>
                <a:cubicBezTo>
                  <a:pt x="4802" y="1055"/>
                  <a:pt x="4729" y="601"/>
                  <a:pt x="4465" y="352"/>
                </a:cubicBezTo>
                <a:cubicBezTo>
                  <a:pt x="4280" y="196"/>
                  <a:pt x="4049" y="118"/>
                  <a:pt x="3811" y="118"/>
                </a:cubicBezTo>
                <a:cubicBezTo>
                  <a:pt x="3693" y="118"/>
                  <a:pt x="3572" y="137"/>
                  <a:pt x="3455" y="176"/>
                </a:cubicBezTo>
                <a:cubicBezTo>
                  <a:pt x="3119" y="279"/>
                  <a:pt x="2840" y="499"/>
                  <a:pt x="2577" y="762"/>
                </a:cubicBezTo>
                <a:cubicBezTo>
                  <a:pt x="2541" y="326"/>
                  <a:pt x="2123" y="0"/>
                  <a:pt x="1699" y="0"/>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7777740">
            <a:off x="-2073657" y="-1831501"/>
            <a:ext cx="3041225" cy="2822503"/>
          </a:xfrm>
          <a:custGeom>
            <a:avLst/>
            <a:gdLst/>
            <a:ahLst/>
            <a:cxnLst/>
            <a:rect l="l" t="t" r="r" b="b"/>
            <a:pathLst>
              <a:path w="5827" h="5408" extrusionOk="0">
                <a:moveTo>
                  <a:pt x="1699" y="0"/>
                </a:moveTo>
                <a:cubicBezTo>
                  <a:pt x="1610" y="0"/>
                  <a:pt x="1521" y="14"/>
                  <a:pt x="1435" y="45"/>
                </a:cubicBezTo>
                <a:cubicBezTo>
                  <a:pt x="952" y="235"/>
                  <a:pt x="732" y="923"/>
                  <a:pt x="1025" y="1348"/>
                </a:cubicBezTo>
                <a:cubicBezTo>
                  <a:pt x="983" y="1341"/>
                  <a:pt x="941" y="1337"/>
                  <a:pt x="899" y="1337"/>
                </a:cubicBezTo>
                <a:cubicBezTo>
                  <a:pt x="502" y="1337"/>
                  <a:pt x="125" y="1639"/>
                  <a:pt x="59" y="2036"/>
                </a:cubicBezTo>
                <a:cubicBezTo>
                  <a:pt x="0" y="2475"/>
                  <a:pt x="337" y="2943"/>
                  <a:pt x="776" y="2987"/>
                </a:cubicBezTo>
                <a:lnTo>
                  <a:pt x="923" y="3002"/>
                </a:lnTo>
                <a:cubicBezTo>
                  <a:pt x="1042" y="2987"/>
                  <a:pt x="1162" y="2980"/>
                  <a:pt x="1282" y="2980"/>
                </a:cubicBezTo>
                <a:cubicBezTo>
                  <a:pt x="2336" y="2980"/>
                  <a:pt x="3373" y="3544"/>
                  <a:pt x="3938" y="4451"/>
                </a:cubicBezTo>
                <a:cubicBezTo>
                  <a:pt x="4070" y="4671"/>
                  <a:pt x="4173" y="4905"/>
                  <a:pt x="4363" y="5110"/>
                </a:cubicBezTo>
                <a:cubicBezTo>
                  <a:pt x="4507" y="5278"/>
                  <a:pt x="4711" y="5407"/>
                  <a:pt x="4917" y="5407"/>
                </a:cubicBezTo>
                <a:cubicBezTo>
                  <a:pt x="4962" y="5407"/>
                  <a:pt x="5007" y="5401"/>
                  <a:pt x="5051" y="5388"/>
                </a:cubicBezTo>
                <a:cubicBezTo>
                  <a:pt x="5313" y="5330"/>
                  <a:pt x="5488" y="4997"/>
                  <a:pt x="5332" y="4792"/>
                </a:cubicBezTo>
                <a:lnTo>
                  <a:pt x="5332" y="4792"/>
                </a:lnTo>
                <a:cubicBezTo>
                  <a:pt x="5370" y="4839"/>
                  <a:pt x="5430" y="4861"/>
                  <a:pt x="5494" y="4861"/>
                </a:cubicBezTo>
                <a:cubicBezTo>
                  <a:pt x="5583" y="4861"/>
                  <a:pt x="5680" y="4819"/>
                  <a:pt x="5739" y="4744"/>
                </a:cubicBezTo>
                <a:cubicBezTo>
                  <a:pt x="5827" y="4627"/>
                  <a:pt x="5798" y="4437"/>
                  <a:pt x="5754" y="4290"/>
                </a:cubicBezTo>
                <a:cubicBezTo>
                  <a:pt x="5695" y="4144"/>
                  <a:pt x="5593" y="4012"/>
                  <a:pt x="5505" y="3895"/>
                </a:cubicBezTo>
                <a:cubicBezTo>
                  <a:pt x="5241" y="3412"/>
                  <a:pt x="5212" y="2797"/>
                  <a:pt x="5475" y="2314"/>
                </a:cubicBezTo>
                <a:cubicBezTo>
                  <a:pt x="5593" y="2124"/>
                  <a:pt x="5710" y="1948"/>
                  <a:pt x="5695" y="1743"/>
                </a:cubicBezTo>
                <a:cubicBezTo>
                  <a:pt x="5680" y="1509"/>
                  <a:pt x="5475" y="1348"/>
                  <a:pt x="5256" y="1289"/>
                </a:cubicBezTo>
                <a:cubicBezTo>
                  <a:pt x="5177" y="1268"/>
                  <a:pt x="5096" y="1260"/>
                  <a:pt x="5015" y="1260"/>
                </a:cubicBezTo>
                <a:cubicBezTo>
                  <a:pt x="4870" y="1260"/>
                  <a:pt x="4723" y="1285"/>
                  <a:pt x="4582" y="1304"/>
                </a:cubicBezTo>
                <a:cubicBezTo>
                  <a:pt x="4802" y="1055"/>
                  <a:pt x="4729" y="601"/>
                  <a:pt x="4465" y="352"/>
                </a:cubicBezTo>
                <a:cubicBezTo>
                  <a:pt x="4280" y="196"/>
                  <a:pt x="4049" y="118"/>
                  <a:pt x="3811" y="118"/>
                </a:cubicBezTo>
                <a:cubicBezTo>
                  <a:pt x="3693" y="118"/>
                  <a:pt x="3572" y="137"/>
                  <a:pt x="3455" y="176"/>
                </a:cubicBezTo>
                <a:cubicBezTo>
                  <a:pt x="3119" y="279"/>
                  <a:pt x="2840" y="499"/>
                  <a:pt x="2577" y="762"/>
                </a:cubicBezTo>
                <a:cubicBezTo>
                  <a:pt x="2541" y="326"/>
                  <a:pt x="2123" y="0"/>
                  <a:pt x="1699" y="0"/>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1577322">
            <a:off x="-385643" y="3687160"/>
            <a:ext cx="1989299" cy="2038278"/>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1577322">
            <a:off x="-499563" y="3830691"/>
            <a:ext cx="1989299" cy="2038278"/>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1577322">
            <a:off x="-626147" y="3990177"/>
            <a:ext cx="1989299" cy="2038278"/>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pic>
        <p:nvPicPr>
          <p:cNvPr id="33" name="Google Shape;33;p4"/>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34" name="Google Shape;34;p4"/>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 name="Google Shape;35;p4"/>
          <p:cNvSpPr txBox="1">
            <a:spLocks noGrp="1"/>
          </p:cNvSpPr>
          <p:nvPr>
            <p:ph type="body" idx="1"/>
          </p:nvPr>
        </p:nvSpPr>
        <p:spPr>
          <a:xfrm>
            <a:off x="754350" y="1093200"/>
            <a:ext cx="7276500" cy="3568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AutoNum type="arabicPeriod"/>
              <a:defRPr sz="1200"/>
            </a:lvl1pPr>
            <a:lvl2pPr marL="914400" lvl="1" indent="-317500">
              <a:lnSpc>
                <a:spcPct val="100000"/>
              </a:lnSpc>
              <a:spcBef>
                <a:spcPts val="0"/>
              </a:spcBef>
              <a:spcAft>
                <a:spcPts val="0"/>
              </a:spcAft>
              <a:buSzPts val="1400"/>
              <a:buChar char="○"/>
              <a:defRPr sz="1200"/>
            </a:lvl2pPr>
            <a:lvl3pPr marL="1371600" lvl="2" indent="-317500">
              <a:spcBef>
                <a:spcPts val="0"/>
              </a:spcBef>
              <a:spcAft>
                <a:spcPts val="0"/>
              </a:spcAft>
              <a:buSzPts val="1400"/>
              <a:buAutoNum type="romanLcPeriod"/>
              <a:defRPr/>
            </a:lvl3pPr>
            <a:lvl4pPr marL="1828800" lvl="3" indent="-317500">
              <a:spcBef>
                <a:spcPts val="0"/>
              </a:spcBef>
              <a:spcAft>
                <a:spcPts val="0"/>
              </a:spcAft>
              <a:buSzPts val="1400"/>
              <a:buAutoNum type="arabicPeriod"/>
              <a:defRPr/>
            </a:lvl4pPr>
            <a:lvl5pPr marL="2286000" lvl="4" indent="-317500">
              <a:spcBef>
                <a:spcPts val="0"/>
              </a:spcBef>
              <a:spcAft>
                <a:spcPts val="0"/>
              </a:spcAft>
              <a:buSzPts val="1400"/>
              <a:buAutoNum type="alphaLcPeriod"/>
              <a:defRPr/>
            </a:lvl5pPr>
            <a:lvl6pPr marL="2743200" lvl="5" indent="-317500">
              <a:spcBef>
                <a:spcPts val="0"/>
              </a:spcBef>
              <a:spcAft>
                <a:spcPts val="0"/>
              </a:spcAft>
              <a:buSzPts val="1400"/>
              <a:buAutoNum type="romanLcPeriod"/>
              <a:defRPr/>
            </a:lvl6pPr>
            <a:lvl7pPr marL="3200400" lvl="6" indent="-317500">
              <a:spcBef>
                <a:spcPts val="0"/>
              </a:spcBef>
              <a:spcAft>
                <a:spcPts val="0"/>
              </a:spcAft>
              <a:buSzPts val="1400"/>
              <a:buAutoNum type="arabicPeriod"/>
              <a:defRPr/>
            </a:lvl7pPr>
            <a:lvl8pPr marL="3657600" lvl="7" indent="-317500">
              <a:spcBef>
                <a:spcPts val="0"/>
              </a:spcBef>
              <a:spcAft>
                <a:spcPts val="0"/>
              </a:spcAft>
              <a:buSzPts val="1400"/>
              <a:buAutoNum type="alphaLcPeriod"/>
              <a:defRPr/>
            </a:lvl8pPr>
            <a:lvl9pPr marL="4114800" lvl="8" indent="-317500">
              <a:spcBef>
                <a:spcPts val="0"/>
              </a:spcBef>
              <a:spcAft>
                <a:spcPts val="0"/>
              </a:spcAft>
              <a:buSzPts val="1400"/>
              <a:buAutoNum type="romanLcPeriod"/>
              <a:defRPr/>
            </a:lvl9pPr>
          </a:lstStyle>
          <a:p>
            <a:endParaRPr/>
          </a:p>
        </p:txBody>
      </p:sp>
      <p:sp>
        <p:nvSpPr>
          <p:cNvPr id="36" name="Google Shape;36;p4"/>
          <p:cNvSpPr/>
          <p:nvPr/>
        </p:nvSpPr>
        <p:spPr>
          <a:xfrm rot="1516325">
            <a:off x="-1000534" y="2493592"/>
            <a:ext cx="1877526" cy="1923744"/>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rot="1516325">
            <a:off x="-1173484" y="2493592"/>
            <a:ext cx="1877526" cy="1923744"/>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rot="1516325">
            <a:off x="-1365659" y="2493592"/>
            <a:ext cx="1877526" cy="1923744"/>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flipH="1">
            <a:off x="8416476" y="1338851"/>
            <a:ext cx="1347099" cy="3342384"/>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flipH="1">
            <a:off x="8512576" y="1595076"/>
            <a:ext cx="1347099" cy="3342384"/>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flipH="1">
            <a:off x="8597501" y="1739451"/>
            <a:ext cx="1347099" cy="3342384"/>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rot="7937055">
            <a:off x="7692307" y="-1270325"/>
            <a:ext cx="1475178" cy="2999619"/>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7937055">
            <a:off x="7803176" y="-1469882"/>
            <a:ext cx="1475178" cy="2999619"/>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7937055">
            <a:off x="7946909" y="-1669438"/>
            <a:ext cx="1475178" cy="2999619"/>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pic>
        <p:nvPicPr>
          <p:cNvPr id="74" name="Google Shape;74;p7"/>
          <p:cNvPicPr preferRelativeResize="0"/>
          <p:nvPr/>
        </p:nvPicPr>
        <p:blipFill>
          <a:blip r:embed="rId2">
            <a:alphaModFix amt="42000"/>
          </a:blip>
          <a:stretch>
            <a:fillRect/>
          </a:stretch>
        </p:blipFill>
        <p:spPr>
          <a:xfrm>
            <a:off x="0" y="0"/>
            <a:ext cx="9144000" cy="5143492"/>
          </a:xfrm>
          <a:prstGeom prst="rect">
            <a:avLst/>
          </a:prstGeom>
          <a:noFill/>
          <a:ln>
            <a:noFill/>
          </a:ln>
        </p:spPr>
      </p:pic>
      <p:pic>
        <p:nvPicPr>
          <p:cNvPr id="75" name="Google Shape;75;p7"/>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76" name="Google Shape;76;p7"/>
          <p:cNvSpPr txBox="1">
            <a:spLocks noGrp="1"/>
          </p:cNvSpPr>
          <p:nvPr>
            <p:ph type="body" idx="1"/>
          </p:nvPr>
        </p:nvSpPr>
        <p:spPr>
          <a:xfrm>
            <a:off x="734100" y="1310925"/>
            <a:ext cx="4051800" cy="2954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6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7" name="Google Shape;77;p7"/>
          <p:cNvSpPr txBox="1">
            <a:spLocks noGrp="1"/>
          </p:cNvSpPr>
          <p:nvPr>
            <p:ph type="title"/>
          </p:nvPr>
        </p:nvSpPr>
        <p:spPr>
          <a:xfrm>
            <a:off x="720000" y="445025"/>
            <a:ext cx="4466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 name="Google Shape;78;p7"/>
          <p:cNvSpPr/>
          <p:nvPr/>
        </p:nvSpPr>
        <p:spPr>
          <a:xfrm>
            <a:off x="-211050" y="-9002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cap="flat" cmpd="sng">
            <a:solidFill>
              <a:schemeClr val="accent3"/>
            </a:solidFill>
            <a:prstDash val="solid"/>
            <a:round/>
            <a:headEnd type="none" w="med" len="med"/>
            <a:tailEnd type="none" w="med" len="med"/>
          </a:ln>
        </p:spPr>
      </p:sp>
      <p:sp>
        <p:nvSpPr>
          <p:cNvPr id="79" name="Google Shape;79;p7"/>
          <p:cNvSpPr/>
          <p:nvPr/>
        </p:nvSpPr>
        <p:spPr>
          <a:xfrm>
            <a:off x="-376150" y="-26782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cap="flat" cmpd="sng">
            <a:solidFill>
              <a:schemeClr val="accent3"/>
            </a:solidFill>
            <a:prstDash val="solid"/>
            <a:round/>
            <a:headEnd type="none" w="med" len="med"/>
            <a:tailEnd type="none" w="med" len="med"/>
          </a:ln>
        </p:spPr>
      </p:sp>
      <p:sp>
        <p:nvSpPr>
          <p:cNvPr id="80" name="Google Shape;80;p7"/>
          <p:cNvSpPr/>
          <p:nvPr/>
        </p:nvSpPr>
        <p:spPr>
          <a:xfrm>
            <a:off x="-560300" y="-45197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cap="flat" cmpd="sng">
            <a:solidFill>
              <a:schemeClr val="accent3"/>
            </a:solidFill>
            <a:prstDash val="solid"/>
            <a:round/>
            <a:headEnd type="none" w="med" len="med"/>
            <a:tailEnd type="none" w="med" len="med"/>
          </a:ln>
        </p:spPr>
      </p:sp>
      <p:grpSp>
        <p:nvGrpSpPr>
          <p:cNvPr id="81" name="Google Shape;81;p7"/>
          <p:cNvGrpSpPr/>
          <p:nvPr/>
        </p:nvGrpSpPr>
        <p:grpSpPr>
          <a:xfrm>
            <a:off x="583425" y="-63500"/>
            <a:ext cx="8576750" cy="5229700"/>
            <a:chOff x="583425" y="-63500"/>
            <a:chExt cx="8576750" cy="5229700"/>
          </a:xfrm>
        </p:grpSpPr>
        <p:sp>
          <p:nvSpPr>
            <p:cNvPr id="82" name="Google Shape;82;p7"/>
            <p:cNvSpPr/>
            <p:nvPr/>
          </p:nvSpPr>
          <p:spPr>
            <a:xfrm>
              <a:off x="583425" y="414700"/>
              <a:ext cx="8576750" cy="4751500"/>
            </a:xfrm>
            <a:custGeom>
              <a:avLst/>
              <a:gdLst/>
              <a:ahLst/>
              <a:cxnLst/>
              <a:rect l="l" t="t" r="r" b="b"/>
              <a:pathLst>
                <a:path w="343070" h="190060" extrusionOk="0">
                  <a:moveTo>
                    <a:pt x="264110" y="0"/>
                  </a:moveTo>
                  <a:lnTo>
                    <a:pt x="146720" y="91571"/>
                  </a:lnTo>
                  <a:lnTo>
                    <a:pt x="0" y="190060"/>
                  </a:lnTo>
                  <a:lnTo>
                    <a:pt x="343070" y="190060"/>
                  </a:lnTo>
                  <a:lnTo>
                    <a:pt x="343044" y="63397"/>
                  </a:lnTo>
                  <a:lnTo>
                    <a:pt x="279845" y="382"/>
                  </a:lnTo>
                  <a:close/>
                </a:path>
              </a:pathLst>
            </a:custGeom>
            <a:gradFill>
              <a:gsLst>
                <a:gs pos="0">
                  <a:schemeClr val="dk2"/>
                </a:gs>
                <a:gs pos="100000">
                  <a:schemeClr val="lt1"/>
                </a:gs>
              </a:gsLst>
              <a:lin ang="5400012" scaled="0"/>
            </a:gradFill>
            <a:ln>
              <a:noFill/>
            </a:ln>
          </p:spPr>
        </p:sp>
        <p:grpSp>
          <p:nvGrpSpPr>
            <p:cNvPr id="83" name="Google Shape;83;p7"/>
            <p:cNvGrpSpPr/>
            <p:nvPr/>
          </p:nvGrpSpPr>
          <p:grpSpPr>
            <a:xfrm>
              <a:off x="7181277" y="-63500"/>
              <a:ext cx="412615" cy="501202"/>
              <a:chOff x="7181277" y="-63500"/>
              <a:chExt cx="412615" cy="501202"/>
            </a:xfrm>
          </p:grpSpPr>
          <p:sp>
            <p:nvSpPr>
              <p:cNvPr id="84" name="Google Shape;84;p7"/>
              <p:cNvSpPr/>
              <p:nvPr/>
            </p:nvSpPr>
            <p:spPr>
              <a:xfrm flipH="1">
                <a:off x="7181277" y="211949"/>
                <a:ext cx="412615" cy="225753"/>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p:nvPr/>
            </p:nvSpPr>
            <p:spPr>
              <a:xfrm flipH="1">
                <a:off x="741345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6"/>
        <p:cNvGrpSpPr/>
        <p:nvPr/>
      </p:nvGrpSpPr>
      <p:grpSpPr>
        <a:xfrm>
          <a:off x="0" y="0"/>
          <a:ext cx="0" cy="0"/>
          <a:chOff x="0" y="0"/>
          <a:chExt cx="0" cy="0"/>
        </a:xfrm>
      </p:grpSpPr>
      <p:pic>
        <p:nvPicPr>
          <p:cNvPr id="87" name="Google Shape;87;p8"/>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88" name="Google Shape;88;p8"/>
          <p:cNvSpPr/>
          <p:nvPr/>
        </p:nvSpPr>
        <p:spPr>
          <a:xfrm>
            <a:off x="-14650" y="336325"/>
            <a:ext cx="9180575" cy="4828300"/>
          </a:xfrm>
          <a:custGeom>
            <a:avLst/>
            <a:gdLst/>
            <a:ahLst/>
            <a:cxnLst/>
            <a:rect l="l" t="t" r="r" b="b"/>
            <a:pathLst>
              <a:path w="367223" h="193132" extrusionOk="0">
                <a:moveTo>
                  <a:pt x="176325" y="1791"/>
                </a:moveTo>
                <a:lnTo>
                  <a:pt x="13" y="134089"/>
                </a:lnTo>
                <a:lnTo>
                  <a:pt x="0" y="192834"/>
                </a:lnTo>
                <a:lnTo>
                  <a:pt x="366951" y="193132"/>
                </a:lnTo>
                <a:lnTo>
                  <a:pt x="367223" y="148419"/>
                </a:lnTo>
                <a:lnTo>
                  <a:pt x="185793" y="0"/>
                </a:lnTo>
                <a:close/>
              </a:path>
            </a:pathLst>
          </a:custGeom>
          <a:gradFill>
            <a:gsLst>
              <a:gs pos="0">
                <a:schemeClr val="dk2"/>
              </a:gs>
              <a:gs pos="100000">
                <a:schemeClr val="lt1"/>
              </a:gs>
            </a:gsLst>
            <a:lin ang="5400012" scaled="0"/>
          </a:gradFill>
          <a:ln>
            <a:noFill/>
          </a:ln>
        </p:spPr>
      </p:sp>
      <p:sp>
        <p:nvSpPr>
          <p:cNvPr id="89" name="Google Shape;89;p8"/>
          <p:cNvSpPr/>
          <p:nvPr/>
        </p:nvSpPr>
        <p:spPr>
          <a:xfrm flipH="1">
            <a:off x="4334427" y="211949"/>
            <a:ext cx="412615" cy="225753"/>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8"/>
          <p:cNvSpPr/>
          <p:nvPr/>
        </p:nvSpPr>
        <p:spPr>
          <a:xfrm flipH="1">
            <a:off x="456660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txBox="1">
            <a:spLocks noGrp="1"/>
          </p:cNvSpPr>
          <p:nvPr>
            <p:ph type="title"/>
          </p:nvPr>
        </p:nvSpPr>
        <p:spPr>
          <a:xfrm>
            <a:off x="1388100" y="1524250"/>
            <a:ext cx="6367800" cy="19953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4800"/>
              <a:buNone/>
              <a:defRPr sz="72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92" name="Google Shape;92;p8"/>
          <p:cNvSpPr txBox="1"/>
          <p:nvPr/>
        </p:nvSpPr>
        <p:spPr>
          <a:xfrm flipH="1">
            <a:off x="1330050" y="1481838"/>
            <a:ext cx="6367800" cy="2954400"/>
          </a:xfrm>
          <a:prstGeom prst="rect">
            <a:avLst/>
          </a:prstGeom>
          <a:noFill/>
          <a:ln>
            <a:noFill/>
          </a:ln>
        </p:spPr>
        <p:txBody>
          <a:bodyPr spcFirstLastPara="1" wrap="square" lIns="91425" tIns="91425" rIns="91425" bIns="91425" anchor="t" anchorCtr="0">
            <a:normAutofit/>
          </a:bodyPr>
          <a:lstStyle/>
          <a:p>
            <a:pPr marL="0" lvl="0" indent="0" algn="ctr" rtl="0">
              <a:spcBef>
                <a:spcPts val="0"/>
              </a:spcBef>
              <a:spcAft>
                <a:spcPts val="0"/>
              </a:spcAft>
              <a:buNone/>
            </a:pPr>
            <a:endParaRPr sz="7300">
              <a:solidFill>
                <a:srgbClr val="112D75"/>
              </a:solidFill>
              <a:latin typeface="Viga"/>
              <a:ea typeface="Viga"/>
              <a:cs typeface="Viga"/>
              <a:sym typeface="Viga"/>
            </a:endParaRPr>
          </a:p>
        </p:txBody>
      </p:sp>
      <p:grpSp>
        <p:nvGrpSpPr>
          <p:cNvPr id="93" name="Google Shape;93;p8"/>
          <p:cNvGrpSpPr/>
          <p:nvPr/>
        </p:nvGrpSpPr>
        <p:grpSpPr>
          <a:xfrm>
            <a:off x="157975" y="195325"/>
            <a:ext cx="2250830" cy="3661147"/>
            <a:chOff x="526860" y="192691"/>
            <a:chExt cx="2068777" cy="3107670"/>
          </a:xfrm>
        </p:grpSpPr>
        <p:sp>
          <p:nvSpPr>
            <p:cNvPr id="94" name="Google Shape;94;p8"/>
            <p:cNvSpPr/>
            <p:nvPr/>
          </p:nvSpPr>
          <p:spPr>
            <a:xfrm>
              <a:off x="559981" y="226603"/>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8"/>
            <p:cNvSpPr/>
            <p:nvPr/>
          </p:nvSpPr>
          <p:spPr>
            <a:xfrm>
              <a:off x="526860" y="192691"/>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96;p8"/>
          <p:cNvGrpSpPr/>
          <p:nvPr/>
        </p:nvGrpSpPr>
        <p:grpSpPr>
          <a:xfrm>
            <a:off x="6619100" y="278500"/>
            <a:ext cx="2250830" cy="3661147"/>
            <a:chOff x="526860" y="192691"/>
            <a:chExt cx="2068777" cy="3107670"/>
          </a:xfrm>
        </p:grpSpPr>
        <p:sp>
          <p:nvSpPr>
            <p:cNvPr id="97" name="Google Shape;97;p8"/>
            <p:cNvSpPr/>
            <p:nvPr/>
          </p:nvSpPr>
          <p:spPr>
            <a:xfrm>
              <a:off x="559981" y="226603"/>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8"/>
            <p:cNvSpPr/>
            <p:nvPr/>
          </p:nvSpPr>
          <p:spPr>
            <a:xfrm>
              <a:off x="526860" y="192691"/>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9"/>
        <p:cNvGrpSpPr/>
        <p:nvPr/>
      </p:nvGrpSpPr>
      <p:grpSpPr>
        <a:xfrm>
          <a:off x="0" y="0"/>
          <a:ext cx="0" cy="0"/>
          <a:chOff x="0" y="0"/>
          <a:chExt cx="0" cy="0"/>
        </a:xfrm>
      </p:grpSpPr>
      <p:pic>
        <p:nvPicPr>
          <p:cNvPr id="100" name="Google Shape;100;p9"/>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01" name="Google Shape;101;p9"/>
          <p:cNvSpPr/>
          <p:nvPr/>
        </p:nvSpPr>
        <p:spPr>
          <a:xfrm>
            <a:off x="1410921" y="686958"/>
            <a:ext cx="6310240" cy="3982651"/>
          </a:xfrm>
          <a:custGeom>
            <a:avLst/>
            <a:gdLst/>
            <a:ahLst/>
            <a:cxnLst/>
            <a:rect l="l" t="t" r="r" b="b"/>
            <a:pathLst>
              <a:path w="27540" h="17382" extrusionOk="0">
                <a:moveTo>
                  <a:pt x="0" y="0"/>
                </a:moveTo>
                <a:lnTo>
                  <a:pt x="0" y="17382"/>
                </a:lnTo>
                <a:lnTo>
                  <a:pt x="27539" y="17382"/>
                </a:lnTo>
                <a:lnTo>
                  <a:pt x="27539" y="0"/>
                </a:lnTo>
                <a:close/>
              </a:path>
            </a:pathLst>
          </a:custGeom>
          <a:solidFill>
            <a:srgbClr val="FFA35A">
              <a:alpha val="2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9"/>
          <p:cNvSpPr/>
          <p:nvPr/>
        </p:nvSpPr>
        <p:spPr>
          <a:xfrm>
            <a:off x="1344701" y="633800"/>
            <a:ext cx="6488962" cy="222022"/>
          </a:xfrm>
          <a:custGeom>
            <a:avLst/>
            <a:gdLst/>
            <a:ahLst/>
            <a:cxnLst/>
            <a:rect l="l" t="t" r="r" b="b"/>
            <a:pathLst>
              <a:path w="28320" h="969" extrusionOk="0">
                <a:moveTo>
                  <a:pt x="28320" y="1"/>
                </a:moveTo>
                <a:lnTo>
                  <a:pt x="44" y="232"/>
                </a:lnTo>
                <a:lnTo>
                  <a:pt x="0" y="969"/>
                </a:lnTo>
                <a:lnTo>
                  <a:pt x="28320" y="680"/>
                </a:lnTo>
                <a:lnTo>
                  <a:pt x="283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9"/>
          <p:cNvSpPr/>
          <p:nvPr/>
        </p:nvSpPr>
        <p:spPr>
          <a:xfrm>
            <a:off x="4324370" y="4654752"/>
            <a:ext cx="182158" cy="169323"/>
          </a:xfrm>
          <a:custGeom>
            <a:avLst/>
            <a:gdLst/>
            <a:ahLst/>
            <a:cxnLst/>
            <a:rect l="l" t="t" r="r" b="b"/>
            <a:pathLst>
              <a:path w="795" h="739" extrusionOk="0">
                <a:moveTo>
                  <a:pt x="425" y="1"/>
                </a:moveTo>
                <a:cubicBezTo>
                  <a:pt x="395" y="1"/>
                  <a:pt x="376" y="7"/>
                  <a:pt x="376" y="7"/>
                </a:cubicBezTo>
                <a:cubicBezTo>
                  <a:pt x="376" y="7"/>
                  <a:pt x="405" y="7"/>
                  <a:pt x="448" y="22"/>
                </a:cubicBezTo>
                <a:cubicBezTo>
                  <a:pt x="506" y="36"/>
                  <a:pt x="578" y="79"/>
                  <a:pt x="636" y="152"/>
                </a:cubicBezTo>
                <a:cubicBezTo>
                  <a:pt x="679" y="224"/>
                  <a:pt x="737" y="325"/>
                  <a:pt x="723" y="441"/>
                </a:cubicBezTo>
                <a:cubicBezTo>
                  <a:pt x="708" y="542"/>
                  <a:pt x="592" y="643"/>
                  <a:pt x="477" y="672"/>
                </a:cubicBezTo>
                <a:cubicBezTo>
                  <a:pt x="446" y="682"/>
                  <a:pt x="415" y="686"/>
                  <a:pt x="385" y="686"/>
                </a:cubicBezTo>
                <a:cubicBezTo>
                  <a:pt x="284" y="686"/>
                  <a:pt x="189" y="637"/>
                  <a:pt x="145" y="571"/>
                </a:cubicBezTo>
                <a:cubicBezTo>
                  <a:pt x="87" y="469"/>
                  <a:pt x="87" y="368"/>
                  <a:pt x="116" y="282"/>
                </a:cubicBezTo>
                <a:cubicBezTo>
                  <a:pt x="130" y="180"/>
                  <a:pt x="173" y="137"/>
                  <a:pt x="217" y="94"/>
                </a:cubicBezTo>
                <a:cubicBezTo>
                  <a:pt x="275" y="65"/>
                  <a:pt x="289" y="36"/>
                  <a:pt x="289" y="36"/>
                </a:cubicBezTo>
                <a:lnTo>
                  <a:pt x="289" y="36"/>
                </a:lnTo>
                <a:cubicBezTo>
                  <a:pt x="289" y="36"/>
                  <a:pt x="260" y="36"/>
                  <a:pt x="173" y="65"/>
                </a:cubicBezTo>
                <a:cubicBezTo>
                  <a:pt x="130" y="79"/>
                  <a:pt x="72" y="152"/>
                  <a:pt x="29" y="238"/>
                </a:cubicBezTo>
                <a:cubicBezTo>
                  <a:pt x="0" y="325"/>
                  <a:pt x="0" y="455"/>
                  <a:pt x="72" y="585"/>
                </a:cubicBezTo>
                <a:cubicBezTo>
                  <a:pt x="130" y="690"/>
                  <a:pt x="263" y="738"/>
                  <a:pt x="388" y="738"/>
                </a:cubicBezTo>
                <a:cubicBezTo>
                  <a:pt x="419" y="738"/>
                  <a:pt x="449" y="735"/>
                  <a:pt x="477" y="730"/>
                </a:cubicBezTo>
                <a:cubicBezTo>
                  <a:pt x="636" y="715"/>
                  <a:pt x="766" y="585"/>
                  <a:pt x="780" y="441"/>
                </a:cubicBezTo>
                <a:cubicBezTo>
                  <a:pt x="795" y="310"/>
                  <a:pt x="737" y="180"/>
                  <a:pt x="665" y="108"/>
                </a:cubicBezTo>
                <a:cubicBezTo>
                  <a:pt x="592" y="36"/>
                  <a:pt x="520" y="7"/>
                  <a:pt x="477" y="7"/>
                </a:cubicBezTo>
                <a:cubicBezTo>
                  <a:pt x="458" y="2"/>
                  <a:pt x="440" y="1"/>
                  <a:pt x="4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9"/>
          <p:cNvSpPr txBox="1">
            <a:spLocks noGrp="1"/>
          </p:cNvSpPr>
          <p:nvPr>
            <p:ph type="title"/>
          </p:nvPr>
        </p:nvSpPr>
        <p:spPr>
          <a:xfrm>
            <a:off x="2124450" y="1089825"/>
            <a:ext cx="4895100" cy="159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200"/>
              <a:buNone/>
              <a:defRPr sz="36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05" name="Google Shape;105;p9"/>
          <p:cNvSpPr txBox="1">
            <a:spLocks noGrp="1"/>
          </p:cNvSpPr>
          <p:nvPr>
            <p:ph type="subTitle" idx="1"/>
          </p:nvPr>
        </p:nvSpPr>
        <p:spPr>
          <a:xfrm>
            <a:off x="2124450" y="2835675"/>
            <a:ext cx="4895100" cy="142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06" name="Google Shape;106;p9"/>
          <p:cNvSpPr/>
          <p:nvPr/>
        </p:nvSpPr>
        <p:spPr>
          <a:xfrm>
            <a:off x="-174158" y="-51793"/>
            <a:ext cx="3087471" cy="2401032"/>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cap="flat" cmpd="sng">
            <a:solidFill>
              <a:schemeClr val="accent3"/>
            </a:solidFill>
            <a:prstDash val="solid"/>
            <a:round/>
            <a:headEnd type="none" w="med" len="med"/>
            <a:tailEnd type="none" w="med" len="med"/>
          </a:ln>
        </p:spPr>
      </p:sp>
      <p:sp>
        <p:nvSpPr>
          <p:cNvPr id="107" name="Google Shape;107;p9"/>
          <p:cNvSpPr/>
          <p:nvPr/>
        </p:nvSpPr>
        <p:spPr>
          <a:xfrm>
            <a:off x="-356698" y="-248374"/>
            <a:ext cx="3087471" cy="2401032"/>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cap="flat" cmpd="sng">
            <a:solidFill>
              <a:schemeClr val="accent3"/>
            </a:solidFill>
            <a:prstDash val="solid"/>
            <a:round/>
            <a:headEnd type="none" w="med" len="med"/>
            <a:tailEnd type="none" w="med" len="med"/>
          </a:ln>
        </p:spPr>
      </p:sp>
      <p:sp>
        <p:nvSpPr>
          <p:cNvPr id="108" name="Google Shape;108;p9"/>
          <p:cNvSpPr/>
          <p:nvPr/>
        </p:nvSpPr>
        <p:spPr>
          <a:xfrm>
            <a:off x="-560300" y="-451975"/>
            <a:ext cx="3087471" cy="2401032"/>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cap="flat" cmpd="sng">
            <a:solidFill>
              <a:schemeClr val="accent3"/>
            </a:solidFill>
            <a:prstDash val="solid"/>
            <a:round/>
            <a:headEnd type="none" w="med" len="med"/>
            <a:tailEnd type="none" w="med" len="med"/>
          </a:ln>
        </p:spPr>
      </p:sp>
      <p:sp>
        <p:nvSpPr>
          <p:cNvPr id="109" name="Google Shape;109;p9"/>
          <p:cNvSpPr/>
          <p:nvPr/>
        </p:nvSpPr>
        <p:spPr>
          <a:xfrm flipH="1">
            <a:off x="6332275" y="-51793"/>
            <a:ext cx="3087471" cy="2401032"/>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cap="flat" cmpd="sng">
            <a:solidFill>
              <a:schemeClr val="accent3"/>
            </a:solidFill>
            <a:prstDash val="solid"/>
            <a:round/>
            <a:headEnd type="none" w="med" len="med"/>
            <a:tailEnd type="none" w="med" len="med"/>
          </a:ln>
        </p:spPr>
      </p:sp>
      <p:sp>
        <p:nvSpPr>
          <p:cNvPr id="110" name="Google Shape;110;p9"/>
          <p:cNvSpPr/>
          <p:nvPr/>
        </p:nvSpPr>
        <p:spPr>
          <a:xfrm flipH="1">
            <a:off x="6514815" y="-248374"/>
            <a:ext cx="3087471" cy="2401032"/>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cap="flat" cmpd="sng">
            <a:solidFill>
              <a:schemeClr val="accent3"/>
            </a:solidFill>
            <a:prstDash val="solid"/>
            <a:round/>
            <a:headEnd type="none" w="med" len="med"/>
            <a:tailEnd type="none" w="med" len="med"/>
          </a:ln>
        </p:spPr>
      </p:sp>
      <p:sp>
        <p:nvSpPr>
          <p:cNvPr id="111" name="Google Shape;111;p9"/>
          <p:cNvSpPr/>
          <p:nvPr/>
        </p:nvSpPr>
        <p:spPr>
          <a:xfrm flipH="1">
            <a:off x="6718417" y="-451975"/>
            <a:ext cx="3087471" cy="2401032"/>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cap="flat" cmpd="sng">
            <a:solidFill>
              <a:schemeClr val="accent3"/>
            </a:solidFill>
            <a:prstDash val="solid"/>
            <a:round/>
            <a:headEnd type="none" w="med" len="med"/>
            <a:tailEnd type="none" w="med" len="med"/>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24"/>
        <p:cNvGrpSpPr/>
        <p:nvPr/>
      </p:nvGrpSpPr>
      <p:grpSpPr>
        <a:xfrm>
          <a:off x="0" y="0"/>
          <a:ext cx="0" cy="0"/>
          <a:chOff x="0" y="0"/>
          <a:chExt cx="0" cy="0"/>
        </a:xfrm>
      </p:grpSpPr>
      <p:pic>
        <p:nvPicPr>
          <p:cNvPr id="125" name="Google Shape;125;p13"/>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26" name="Google Shape;126;p13"/>
          <p:cNvSpPr txBox="1">
            <a:spLocks noGrp="1"/>
          </p:cNvSpPr>
          <p:nvPr>
            <p:ph type="title" hasCustomPrompt="1"/>
          </p:nvPr>
        </p:nvSpPr>
        <p:spPr>
          <a:xfrm>
            <a:off x="4637175" y="3079750"/>
            <a:ext cx="933300" cy="864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4100">
                <a:solidFill>
                  <a:schemeClr val="lt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27" name="Google Shape;127;p13"/>
          <p:cNvSpPr txBox="1">
            <a:spLocks noGrp="1"/>
          </p:cNvSpPr>
          <p:nvPr>
            <p:ph type="title" idx="2"/>
          </p:nvPr>
        </p:nvSpPr>
        <p:spPr>
          <a:xfrm>
            <a:off x="1200375" y="2061800"/>
            <a:ext cx="2276100" cy="544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Poppins"/>
              <a:buNone/>
              <a:defRPr sz="1400" b="0">
                <a:latin typeface="Karla"/>
                <a:ea typeface="Karla"/>
                <a:cs typeface="Karla"/>
                <a:sym typeface="Karla"/>
              </a:defRPr>
            </a:lvl1pPr>
            <a:lvl2pPr lvl="1"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9pPr>
          </a:lstStyle>
          <a:p>
            <a:endParaRPr/>
          </a:p>
        </p:txBody>
      </p:sp>
      <p:sp>
        <p:nvSpPr>
          <p:cNvPr id="128" name="Google Shape;128;p13"/>
          <p:cNvSpPr txBox="1">
            <a:spLocks noGrp="1"/>
          </p:cNvSpPr>
          <p:nvPr>
            <p:ph type="title" idx="3"/>
          </p:nvPr>
        </p:nvSpPr>
        <p:spPr>
          <a:xfrm>
            <a:off x="1208675" y="3713325"/>
            <a:ext cx="2276100" cy="544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Poppins"/>
              <a:buNone/>
              <a:defRPr sz="1400" b="0">
                <a:latin typeface="Karla"/>
                <a:ea typeface="Karla"/>
                <a:cs typeface="Karla"/>
                <a:sym typeface="Karla"/>
              </a:defRPr>
            </a:lvl1pPr>
            <a:lvl2pPr lvl="1"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9pPr>
          </a:lstStyle>
          <a:p>
            <a:endParaRPr/>
          </a:p>
        </p:txBody>
      </p:sp>
      <p:sp>
        <p:nvSpPr>
          <p:cNvPr id="129" name="Google Shape;129;p13"/>
          <p:cNvSpPr txBox="1">
            <a:spLocks noGrp="1"/>
          </p:cNvSpPr>
          <p:nvPr>
            <p:ph type="title" idx="4"/>
          </p:nvPr>
        </p:nvSpPr>
        <p:spPr>
          <a:xfrm>
            <a:off x="1037675" y="3026775"/>
            <a:ext cx="2447100" cy="765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0" name="Google Shape;130;p13"/>
          <p:cNvSpPr txBox="1">
            <a:spLocks noGrp="1"/>
          </p:cNvSpPr>
          <p:nvPr>
            <p:ph type="title" idx="5"/>
          </p:nvPr>
        </p:nvSpPr>
        <p:spPr>
          <a:xfrm>
            <a:off x="5657850" y="2061800"/>
            <a:ext cx="2276100" cy="544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Poppins"/>
              <a:buNone/>
              <a:defRPr sz="1400" b="0">
                <a:latin typeface="Karla"/>
                <a:ea typeface="Karla"/>
                <a:cs typeface="Karla"/>
                <a:sym typeface="Karla"/>
              </a:defRPr>
            </a:lvl1pPr>
            <a:lvl2pPr lvl="1"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9pPr>
          </a:lstStyle>
          <a:p>
            <a:endParaRPr/>
          </a:p>
        </p:txBody>
      </p:sp>
      <p:sp>
        <p:nvSpPr>
          <p:cNvPr id="131" name="Google Shape;131;p13"/>
          <p:cNvSpPr txBox="1">
            <a:spLocks noGrp="1"/>
          </p:cNvSpPr>
          <p:nvPr>
            <p:ph type="title" idx="6"/>
          </p:nvPr>
        </p:nvSpPr>
        <p:spPr>
          <a:xfrm>
            <a:off x="5679125" y="3713325"/>
            <a:ext cx="2276100" cy="544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Poppins"/>
              <a:buNone/>
              <a:defRPr sz="1400" b="0">
                <a:latin typeface="Karla"/>
                <a:ea typeface="Karla"/>
                <a:cs typeface="Karla"/>
                <a:sym typeface="Karla"/>
              </a:defRPr>
            </a:lvl1pPr>
            <a:lvl2pPr lvl="1"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9pPr>
          </a:lstStyle>
          <a:p>
            <a:endParaRPr/>
          </a:p>
        </p:txBody>
      </p:sp>
      <p:sp>
        <p:nvSpPr>
          <p:cNvPr id="132" name="Google Shape;132;p13"/>
          <p:cNvSpPr txBox="1">
            <a:spLocks noGrp="1"/>
          </p:cNvSpPr>
          <p:nvPr>
            <p:ph type="title" idx="7"/>
          </p:nvPr>
        </p:nvSpPr>
        <p:spPr>
          <a:xfrm>
            <a:off x="5660775" y="3336225"/>
            <a:ext cx="2430900" cy="417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3" name="Google Shape;133;p13"/>
          <p:cNvSpPr txBox="1">
            <a:spLocks noGrp="1"/>
          </p:cNvSpPr>
          <p:nvPr>
            <p:ph type="title" idx="8" hasCustomPrompt="1"/>
          </p:nvPr>
        </p:nvSpPr>
        <p:spPr>
          <a:xfrm>
            <a:off x="3581325" y="3079750"/>
            <a:ext cx="933300" cy="864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400"/>
              <a:buNone/>
              <a:defRPr sz="4100">
                <a:solidFill>
                  <a:schemeClr val="lt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34" name="Google Shape;134;p13"/>
          <p:cNvSpPr txBox="1">
            <a:spLocks noGrp="1"/>
          </p:cNvSpPr>
          <p:nvPr>
            <p:ph type="title" idx="9" hasCustomPrompt="1"/>
          </p:nvPr>
        </p:nvSpPr>
        <p:spPr>
          <a:xfrm>
            <a:off x="4637175" y="1443450"/>
            <a:ext cx="933300" cy="864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4100">
                <a:solidFill>
                  <a:schemeClr val="lt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35" name="Google Shape;135;p13"/>
          <p:cNvSpPr txBox="1">
            <a:spLocks noGrp="1"/>
          </p:cNvSpPr>
          <p:nvPr>
            <p:ph type="title" idx="13" hasCustomPrompt="1"/>
          </p:nvPr>
        </p:nvSpPr>
        <p:spPr>
          <a:xfrm>
            <a:off x="3590169" y="1443450"/>
            <a:ext cx="933300" cy="864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400"/>
              <a:buNone/>
              <a:defRPr sz="4100">
                <a:solidFill>
                  <a:schemeClr val="lt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36" name="Google Shape;136;p13"/>
          <p:cNvSpPr txBox="1">
            <a:spLocks noGrp="1"/>
          </p:cNvSpPr>
          <p:nvPr>
            <p:ph type="title" idx="14"/>
          </p:nvPr>
        </p:nvSpPr>
        <p:spPr>
          <a:xfrm>
            <a:off x="720000" y="445025"/>
            <a:ext cx="769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7" name="Google Shape;137;p13"/>
          <p:cNvSpPr txBox="1">
            <a:spLocks noGrp="1"/>
          </p:cNvSpPr>
          <p:nvPr>
            <p:ph type="title" idx="15"/>
          </p:nvPr>
        </p:nvSpPr>
        <p:spPr>
          <a:xfrm>
            <a:off x="1045775" y="1380925"/>
            <a:ext cx="2430900" cy="765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8" name="Google Shape;138;p13"/>
          <p:cNvSpPr txBox="1">
            <a:spLocks noGrp="1"/>
          </p:cNvSpPr>
          <p:nvPr>
            <p:ph type="title" idx="16"/>
          </p:nvPr>
        </p:nvSpPr>
        <p:spPr>
          <a:xfrm>
            <a:off x="5657850" y="1380925"/>
            <a:ext cx="2447100" cy="7659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9" name="Google Shape;139;p13"/>
          <p:cNvSpPr/>
          <p:nvPr/>
        </p:nvSpPr>
        <p:spPr>
          <a:xfrm rot="7937037">
            <a:off x="7881158" y="-11928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rot="7937037">
            <a:off x="8009108" y="-14231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rot="7937037">
            <a:off x="8174983" y="-16534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3"/>
          <p:cNvSpPr/>
          <p:nvPr/>
        </p:nvSpPr>
        <p:spPr>
          <a:xfrm rot="5476894" flipH="1">
            <a:off x="433799" y="3212421"/>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3"/>
          <p:cNvSpPr/>
          <p:nvPr/>
        </p:nvSpPr>
        <p:spPr>
          <a:xfrm rot="5476894" flipH="1">
            <a:off x="175489" y="3302767"/>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3"/>
          <p:cNvSpPr/>
          <p:nvPr/>
        </p:nvSpPr>
        <p:spPr>
          <a:xfrm rot="5476894" flipH="1">
            <a:off x="29251" y="3384442"/>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45"/>
        <p:cNvGrpSpPr/>
        <p:nvPr/>
      </p:nvGrpSpPr>
      <p:grpSpPr>
        <a:xfrm>
          <a:off x="0" y="0"/>
          <a:ext cx="0" cy="0"/>
          <a:chOff x="0" y="0"/>
          <a:chExt cx="0" cy="0"/>
        </a:xfrm>
      </p:grpSpPr>
      <p:pic>
        <p:nvPicPr>
          <p:cNvPr id="146" name="Google Shape;146;p14"/>
          <p:cNvPicPr preferRelativeResize="0"/>
          <p:nvPr/>
        </p:nvPicPr>
        <p:blipFill>
          <a:blip r:embed="rId2">
            <a:alphaModFix amt="42000"/>
          </a:blip>
          <a:stretch>
            <a:fillRect/>
          </a:stretch>
        </p:blipFill>
        <p:spPr>
          <a:xfrm>
            <a:off x="0" y="0"/>
            <a:ext cx="9144000" cy="5143492"/>
          </a:xfrm>
          <a:prstGeom prst="rect">
            <a:avLst/>
          </a:prstGeom>
          <a:noFill/>
          <a:ln>
            <a:noFill/>
          </a:ln>
        </p:spPr>
      </p:pic>
      <p:pic>
        <p:nvPicPr>
          <p:cNvPr id="147" name="Google Shape;147;p14"/>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48" name="Google Shape;148;p14"/>
          <p:cNvSpPr txBox="1">
            <a:spLocks noGrp="1"/>
          </p:cNvSpPr>
          <p:nvPr>
            <p:ph type="body" idx="1"/>
          </p:nvPr>
        </p:nvSpPr>
        <p:spPr>
          <a:xfrm>
            <a:off x="734100" y="1310925"/>
            <a:ext cx="4051800" cy="2954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6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9" name="Google Shape;149;p14"/>
          <p:cNvSpPr txBox="1">
            <a:spLocks noGrp="1"/>
          </p:cNvSpPr>
          <p:nvPr>
            <p:ph type="title"/>
          </p:nvPr>
        </p:nvSpPr>
        <p:spPr>
          <a:xfrm>
            <a:off x="720000" y="445025"/>
            <a:ext cx="44664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50" name="Google Shape;150;p14"/>
          <p:cNvSpPr/>
          <p:nvPr/>
        </p:nvSpPr>
        <p:spPr>
          <a:xfrm>
            <a:off x="-211050" y="-9002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cap="flat" cmpd="sng">
            <a:solidFill>
              <a:schemeClr val="accent3"/>
            </a:solidFill>
            <a:prstDash val="solid"/>
            <a:round/>
            <a:headEnd type="none" w="med" len="med"/>
            <a:tailEnd type="none" w="med" len="med"/>
          </a:ln>
        </p:spPr>
      </p:sp>
      <p:sp>
        <p:nvSpPr>
          <p:cNvPr id="151" name="Google Shape;151;p14"/>
          <p:cNvSpPr/>
          <p:nvPr/>
        </p:nvSpPr>
        <p:spPr>
          <a:xfrm>
            <a:off x="-376150" y="-26782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cap="flat" cmpd="sng">
            <a:solidFill>
              <a:schemeClr val="accent3"/>
            </a:solidFill>
            <a:prstDash val="solid"/>
            <a:round/>
            <a:headEnd type="none" w="med" len="med"/>
            <a:tailEnd type="none" w="med" len="med"/>
          </a:ln>
        </p:spPr>
      </p:sp>
      <p:sp>
        <p:nvSpPr>
          <p:cNvPr id="152" name="Google Shape;152;p14"/>
          <p:cNvSpPr/>
          <p:nvPr/>
        </p:nvSpPr>
        <p:spPr>
          <a:xfrm>
            <a:off x="-560300" y="-45197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cap="flat" cmpd="sng">
            <a:solidFill>
              <a:schemeClr val="accent3"/>
            </a:solidFill>
            <a:prstDash val="solid"/>
            <a:round/>
            <a:headEnd type="none" w="med" len="med"/>
            <a:tailEnd type="none" w="med" len="med"/>
          </a:ln>
        </p:spPr>
      </p:sp>
      <p:grpSp>
        <p:nvGrpSpPr>
          <p:cNvPr id="153" name="Google Shape;153;p14"/>
          <p:cNvGrpSpPr/>
          <p:nvPr/>
        </p:nvGrpSpPr>
        <p:grpSpPr>
          <a:xfrm>
            <a:off x="583425" y="-63500"/>
            <a:ext cx="8576750" cy="5229700"/>
            <a:chOff x="583425" y="-63500"/>
            <a:chExt cx="8576750" cy="5229700"/>
          </a:xfrm>
        </p:grpSpPr>
        <p:sp>
          <p:nvSpPr>
            <p:cNvPr id="154" name="Google Shape;154;p14"/>
            <p:cNvSpPr/>
            <p:nvPr/>
          </p:nvSpPr>
          <p:spPr>
            <a:xfrm>
              <a:off x="583425" y="414700"/>
              <a:ext cx="8576750" cy="4751500"/>
            </a:xfrm>
            <a:custGeom>
              <a:avLst/>
              <a:gdLst/>
              <a:ahLst/>
              <a:cxnLst/>
              <a:rect l="l" t="t" r="r" b="b"/>
              <a:pathLst>
                <a:path w="343070" h="190060" extrusionOk="0">
                  <a:moveTo>
                    <a:pt x="264110" y="0"/>
                  </a:moveTo>
                  <a:lnTo>
                    <a:pt x="146720" y="91571"/>
                  </a:lnTo>
                  <a:lnTo>
                    <a:pt x="0" y="190060"/>
                  </a:lnTo>
                  <a:lnTo>
                    <a:pt x="343070" y="190060"/>
                  </a:lnTo>
                  <a:lnTo>
                    <a:pt x="343044" y="63397"/>
                  </a:lnTo>
                  <a:lnTo>
                    <a:pt x="279845" y="382"/>
                  </a:lnTo>
                  <a:close/>
                </a:path>
              </a:pathLst>
            </a:custGeom>
            <a:gradFill>
              <a:gsLst>
                <a:gs pos="0">
                  <a:schemeClr val="dk2"/>
                </a:gs>
                <a:gs pos="100000">
                  <a:schemeClr val="lt1"/>
                </a:gs>
              </a:gsLst>
              <a:lin ang="5400012" scaled="0"/>
            </a:gradFill>
            <a:ln>
              <a:noFill/>
            </a:ln>
          </p:spPr>
        </p:sp>
        <p:grpSp>
          <p:nvGrpSpPr>
            <p:cNvPr id="155" name="Google Shape;155;p14"/>
            <p:cNvGrpSpPr/>
            <p:nvPr/>
          </p:nvGrpSpPr>
          <p:grpSpPr>
            <a:xfrm>
              <a:off x="7181277" y="-63500"/>
              <a:ext cx="412615" cy="501202"/>
              <a:chOff x="7181277" y="-63500"/>
              <a:chExt cx="412615" cy="501202"/>
            </a:xfrm>
          </p:grpSpPr>
          <p:sp>
            <p:nvSpPr>
              <p:cNvPr id="156" name="Google Shape;156;p14"/>
              <p:cNvSpPr/>
              <p:nvPr/>
            </p:nvSpPr>
            <p:spPr>
              <a:xfrm flipH="1">
                <a:off x="7181277" y="211949"/>
                <a:ext cx="412615" cy="225753"/>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4"/>
              <p:cNvSpPr/>
              <p:nvPr/>
            </p:nvSpPr>
            <p:spPr>
              <a:xfrm flipH="1">
                <a:off x="741345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158"/>
        <p:cNvGrpSpPr/>
        <p:nvPr/>
      </p:nvGrpSpPr>
      <p:grpSpPr>
        <a:xfrm>
          <a:off x="0" y="0"/>
          <a:ext cx="0" cy="0"/>
          <a:chOff x="0" y="0"/>
          <a:chExt cx="0" cy="0"/>
        </a:xfrm>
      </p:grpSpPr>
      <p:pic>
        <p:nvPicPr>
          <p:cNvPr id="159" name="Google Shape;159;p15"/>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60" name="Google Shape;160;p15"/>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1" name="Google Shape;161;p15"/>
          <p:cNvSpPr txBox="1">
            <a:spLocks noGrp="1"/>
          </p:cNvSpPr>
          <p:nvPr>
            <p:ph type="title" idx="2"/>
          </p:nvPr>
        </p:nvSpPr>
        <p:spPr>
          <a:xfrm>
            <a:off x="833438" y="2645625"/>
            <a:ext cx="21996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162" name="Google Shape;162;p15"/>
          <p:cNvSpPr txBox="1">
            <a:spLocks noGrp="1"/>
          </p:cNvSpPr>
          <p:nvPr>
            <p:ph type="subTitle" idx="1"/>
          </p:nvPr>
        </p:nvSpPr>
        <p:spPr>
          <a:xfrm>
            <a:off x="833450" y="3045225"/>
            <a:ext cx="2199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15"/>
          <p:cNvSpPr txBox="1">
            <a:spLocks noGrp="1"/>
          </p:cNvSpPr>
          <p:nvPr>
            <p:ph type="title" idx="3"/>
          </p:nvPr>
        </p:nvSpPr>
        <p:spPr>
          <a:xfrm>
            <a:off x="3472200" y="2645625"/>
            <a:ext cx="21996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164" name="Google Shape;164;p15"/>
          <p:cNvSpPr txBox="1">
            <a:spLocks noGrp="1"/>
          </p:cNvSpPr>
          <p:nvPr>
            <p:ph type="subTitle" idx="4"/>
          </p:nvPr>
        </p:nvSpPr>
        <p:spPr>
          <a:xfrm>
            <a:off x="3472202" y="3045225"/>
            <a:ext cx="2199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5" name="Google Shape;165;p15"/>
          <p:cNvSpPr txBox="1">
            <a:spLocks noGrp="1"/>
          </p:cNvSpPr>
          <p:nvPr>
            <p:ph type="title" idx="5"/>
          </p:nvPr>
        </p:nvSpPr>
        <p:spPr>
          <a:xfrm>
            <a:off x="6110962" y="2645625"/>
            <a:ext cx="21996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166" name="Google Shape;166;p15"/>
          <p:cNvSpPr txBox="1">
            <a:spLocks noGrp="1"/>
          </p:cNvSpPr>
          <p:nvPr>
            <p:ph type="subTitle" idx="6"/>
          </p:nvPr>
        </p:nvSpPr>
        <p:spPr>
          <a:xfrm>
            <a:off x="6110954" y="3045225"/>
            <a:ext cx="2199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 name="Google Shape;167;p15"/>
          <p:cNvSpPr/>
          <p:nvPr/>
        </p:nvSpPr>
        <p:spPr>
          <a:xfrm rot="1577317" flipH="1">
            <a:off x="7668878" y="3464303"/>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5"/>
          <p:cNvSpPr/>
          <p:nvPr/>
        </p:nvSpPr>
        <p:spPr>
          <a:xfrm rot="1577317" flipH="1">
            <a:off x="7800215" y="362977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p:cNvSpPr/>
          <p:nvPr/>
        </p:nvSpPr>
        <p:spPr>
          <a:xfrm rot="1577317" flipH="1">
            <a:off x="7946150" y="381364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5"/>
          <p:cNvSpPr/>
          <p:nvPr/>
        </p:nvSpPr>
        <p:spPr>
          <a:xfrm rot="-9222683" flipH="1">
            <a:off x="-539825" y="-79770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5"/>
          <p:cNvSpPr/>
          <p:nvPr/>
        </p:nvSpPr>
        <p:spPr>
          <a:xfrm rot="-9222683" flipH="1">
            <a:off x="-671161" y="-963179"/>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5"/>
          <p:cNvSpPr/>
          <p:nvPr/>
        </p:nvSpPr>
        <p:spPr>
          <a:xfrm rot="-9222683" flipH="1">
            <a:off x="-817097" y="-114704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5"/>
          <p:cNvSpPr/>
          <p:nvPr/>
        </p:nvSpPr>
        <p:spPr>
          <a:xfrm rot="1978372" flipH="1">
            <a:off x="8267768" y="-29241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5"/>
          <p:cNvSpPr/>
          <p:nvPr/>
        </p:nvSpPr>
        <p:spPr>
          <a:xfrm rot="1978372" flipH="1">
            <a:off x="8382218" y="-45986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5"/>
          <p:cNvSpPr/>
          <p:nvPr/>
        </p:nvSpPr>
        <p:spPr>
          <a:xfrm rot="1978372" flipH="1">
            <a:off x="8522068" y="-599744"/>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5"/>
          <p:cNvSpPr/>
          <p:nvPr/>
        </p:nvSpPr>
        <p:spPr>
          <a:xfrm rot="-8821628" flipH="1">
            <a:off x="-154982" y="428418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5"/>
          <p:cNvSpPr/>
          <p:nvPr/>
        </p:nvSpPr>
        <p:spPr>
          <a:xfrm rot="-8821628" flipH="1">
            <a:off x="-269432" y="44516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5"/>
          <p:cNvSpPr/>
          <p:nvPr/>
        </p:nvSpPr>
        <p:spPr>
          <a:xfrm rot="-8821628" flipH="1">
            <a:off x="-409282" y="459150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4">
    <p:spTree>
      <p:nvGrpSpPr>
        <p:cNvPr id="1" name="Shape 179"/>
        <p:cNvGrpSpPr/>
        <p:nvPr/>
      </p:nvGrpSpPr>
      <p:grpSpPr>
        <a:xfrm>
          <a:off x="0" y="0"/>
          <a:ext cx="0" cy="0"/>
          <a:chOff x="0" y="0"/>
          <a:chExt cx="0" cy="0"/>
        </a:xfrm>
      </p:grpSpPr>
      <p:pic>
        <p:nvPicPr>
          <p:cNvPr id="180" name="Google Shape;180;p16"/>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81" name="Google Shape;181;p16"/>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2" name="Google Shape;182;p16"/>
          <p:cNvSpPr txBox="1">
            <a:spLocks noGrp="1"/>
          </p:cNvSpPr>
          <p:nvPr>
            <p:ph type="ctrTitle" idx="2"/>
          </p:nvPr>
        </p:nvSpPr>
        <p:spPr>
          <a:xfrm flipH="1">
            <a:off x="2145875" y="3058125"/>
            <a:ext cx="2190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183" name="Google Shape;183;p16"/>
          <p:cNvSpPr txBox="1">
            <a:spLocks noGrp="1"/>
          </p:cNvSpPr>
          <p:nvPr>
            <p:ph type="subTitle" idx="1"/>
          </p:nvPr>
        </p:nvSpPr>
        <p:spPr>
          <a:xfrm flipH="1">
            <a:off x="2145866" y="3481750"/>
            <a:ext cx="1930800" cy="6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b="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84" name="Google Shape;184;p16"/>
          <p:cNvSpPr txBox="1">
            <a:spLocks noGrp="1"/>
          </p:cNvSpPr>
          <p:nvPr>
            <p:ph type="ctrTitle" idx="3"/>
          </p:nvPr>
        </p:nvSpPr>
        <p:spPr>
          <a:xfrm flipH="1">
            <a:off x="5368825" y="3053925"/>
            <a:ext cx="2190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185" name="Google Shape;185;p16"/>
          <p:cNvSpPr txBox="1">
            <a:spLocks noGrp="1"/>
          </p:cNvSpPr>
          <p:nvPr>
            <p:ph type="subTitle" idx="4"/>
          </p:nvPr>
        </p:nvSpPr>
        <p:spPr>
          <a:xfrm flipH="1">
            <a:off x="5368641" y="3477550"/>
            <a:ext cx="1930800" cy="6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b="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86" name="Google Shape;186;p16"/>
          <p:cNvSpPr txBox="1">
            <a:spLocks noGrp="1"/>
          </p:cNvSpPr>
          <p:nvPr>
            <p:ph type="ctrTitle" idx="5"/>
          </p:nvPr>
        </p:nvSpPr>
        <p:spPr>
          <a:xfrm flipH="1">
            <a:off x="5368650" y="1430675"/>
            <a:ext cx="2190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187" name="Google Shape;187;p16"/>
          <p:cNvSpPr txBox="1">
            <a:spLocks noGrp="1"/>
          </p:cNvSpPr>
          <p:nvPr>
            <p:ph type="subTitle" idx="6"/>
          </p:nvPr>
        </p:nvSpPr>
        <p:spPr>
          <a:xfrm flipH="1">
            <a:off x="5368641" y="1855096"/>
            <a:ext cx="1930800" cy="6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b="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88" name="Google Shape;188;p16"/>
          <p:cNvSpPr txBox="1">
            <a:spLocks noGrp="1"/>
          </p:cNvSpPr>
          <p:nvPr>
            <p:ph type="ctrTitle" idx="7"/>
          </p:nvPr>
        </p:nvSpPr>
        <p:spPr>
          <a:xfrm flipH="1">
            <a:off x="2145874" y="1430675"/>
            <a:ext cx="2190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189" name="Google Shape;189;p16"/>
          <p:cNvSpPr txBox="1">
            <a:spLocks noGrp="1"/>
          </p:cNvSpPr>
          <p:nvPr>
            <p:ph type="subTitle" idx="8"/>
          </p:nvPr>
        </p:nvSpPr>
        <p:spPr>
          <a:xfrm flipH="1">
            <a:off x="2145866" y="1855096"/>
            <a:ext cx="1930800" cy="6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b="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90" name="Google Shape;190;p16"/>
          <p:cNvSpPr/>
          <p:nvPr/>
        </p:nvSpPr>
        <p:spPr>
          <a:xfrm rot="-1577317">
            <a:off x="-770925" y="3464303"/>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p:cNvSpPr/>
          <p:nvPr/>
        </p:nvSpPr>
        <p:spPr>
          <a:xfrm rot="-1577317">
            <a:off x="-902261" y="362977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p:cNvSpPr/>
          <p:nvPr/>
        </p:nvSpPr>
        <p:spPr>
          <a:xfrm rot="-1577317">
            <a:off x="-1048197" y="381364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6"/>
          <p:cNvSpPr/>
          <p:nvPr/>
        </p:nvSpPr>
        <p:spPr>
          <a:xfrm rot="9222683">
            <a:off x="7437778" y="-79770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6"/>
          <p:cNvSpPr/>
          <p:nvPr/>
        </p:nvSpPr>
        <p:spPr>
          <a:xfrm rot="9222683">
            <a:off x="7569115" y="-963179"/>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6"/>
          <p:cNvSpPr/>
          <p:nvPr/>
        </p:nvSpPr>
        <p:spPr>
          <a:xfrm rot="9222683">
            <a:off x="7715050" y="-114704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6"/>
          <p:cNvSpPr/>
          <p:nvPr/>
        </p:nvSpPr>
        <p:spPr>
          <a:xfrm rot="-1978372">
            <a:off x="-449335" y="-29241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p:cNvSpPr/>
          <p:nvPr/>
        </p:nvSpPr>
        <p:spPr>
          <a:xfrm rot="-1978372">
            <a:off x="-563785" y="-45986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6"/>
          <p:cNvSpPr/>
          <p:nvPr/>
        </p:nvSpPr>
        <p:spPr>
          <a:xfrm rot="-1978372">
            <a:off x="-703635" y="-599744"/>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p:cNvSpPr/>
          <p:nvPr/>
        </p:nvSpPr>
        <p:spPr>
          <a:xfrm rot="8821628">
            <a:off x="7973415" y="428418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6"/>
          <p:cNvSpPr/>
          <p:nvPr/>
        </p:nvSpPr>
        <p:spPr>
          <a:xfrm rot="8821628">
            <a:off x="8087865" y="44516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6"/>
          <p:cNvSpPr/>
          <p:nvPr/>
        </p:nvSpPr>
        <p:spPr>
          <a:xfrm rot="8821628">
            <a:off x="8227715" y="459150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226"/>
        <p:cNvGrpSpPr/>
        <p:nvPr/>
      </p:nvGrpSpPr>
      <p:grpSpPr>
        <a:xfrm>
          <a:off x="0" y="0"/>
          <a:ext cx="0" cy="0"/>
          <a:chOff x="0" y="0"/>
          <a:chExt cx="0" cy="0"/>
        </a:xfrm>
      </p:grpSpPr>
      <p:pic>
        <p:nvPicPr>
          <p:cNvPr id="227" name="Google Shape;227;p18"/>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28" name="Google Shape;228;p18"/>
          <p:cNvSpPr txBox="1">
            <a:spLocks noGrp="1"/>
          </p:cNvSpPr>
          <p:nvPr>
            <p:ph type="subTitle" idx="1"/>
          </p:nvPr>
        </p:nvSpPr>
        <p:spPr>
          <a:xfrm flipH="1">
            <a:off x="2216050" y="1406200"/>
            <a:ext cx="4713900" cy="109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700"/>
              <a:buNone/>
              <a:defRPr sz="20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29" name="Google Shape;229;p18"/>
          <p:cNvSpPr txBox="1">
            <a:spLocks noGrp="1"/>
          </p:cNvSpPr>
          <p:nvPr>
            <p:ph type="ctrTitle"/>
          </p:nvPr>
        </p:nvSpPr>
        <p:spPr>
          <a:xfrm flipH="1">
            <a:off x="3055450" y="2546500"/>
            <a:ext cx="3035100" cy="44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100"/>
              <a:buNone/>
              <a:defRPr sz="2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endParaRPr/>
          </a:p>
        </p:txBody>
      </p:sp>
      <p:grpSp>
        <p:nvGrpSpPr>
          <p:cNvPr id="230" name="Google Shape;230;p18"/>
          <p:cNvGrpSpPr/>
          <p:nvPr/>
        </p:nvGrpSpPr>
        <p:grpSpPr>
          <a:xfrm>
            <a:off x="126196" y="538003"/>
            <a:ext cx="2044159" cy="3324897"/>
            <a:chOff x="526860" y="192691"/>
            <a:chExt cx="2068777" cy="3107670"/>
          </a:xfrm>
        </p:grpSpPr>
        <p:sp>
          <p:nvSpPr>
            <p:cNvPr id="231" name="Google Shape;231;p18"/>
            <p:cNvSpPr/>
            <p:nvPr/>
          </p:nvSpPr>
          <p:spPr>
            <a:xfrm>
              <a:off x="559981" y="226603"/>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8"/>
            <p:cNvSpPr/>
            <p:nvPr/>
          </p:nvSpPr>
          <p:spPr>
            <a:xfrm>
              <a:off x="526860" y="192691"/>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 name="Google Shape;233;p18"/>
          <p:cNvGrpSpPr/>
          <p:nvPr/>
        </p:nvGrpSpPr>
        <p:grpSpPr>
          <a:xfrm>
            <a:off x="6929946" y="538003"/>
            <a:ext cx="2044159" cy="3324897"/>
            <a:chOff x="526860" y="192691"/>
            <a:chExt cx="2068777" cy="3107670"/>
          </a:xfrm>
        </p:grpSpPr>
        <p:sp>
          <p:nvSpPr>
            <p:cNvPr id="234" name="Google Shape;234;p18"/>
            <p:cNvSpPr/>
            <p:nvPr/>
          </p:nvSpPr>
          <p:spPr>
            <a:xfrm>
              <a:off x="559981" y="226603"/>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a:off x="526860" y="192691"/>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 name="Google Shape;236;p18"/>
          <p:cNvSpPr/>
          <p:nvPr/>
        </p:nvSpPr>
        <p:spPr>
          <a:xfrm>
            <a:off x="-52350" y="243650"/>
            <a:ext cx="9250675" cy="4975000"/>
          </a:xfrm>
          <a:custGeom>
            <a:avLst/>
            <a:gdLst/>
            <a:ahLst/>
            <a:cxnLst/>
            <a:rect l="l" t="t" r="r" b="b"/>
            <a:pathLst>
              <a:path w="370027" h="199000" extrusionOk="0">
                <a:moveTo>
                  <a:pt x="327362" y="0"/>
                </a:moveTo>
                <a:lnTo>
                  <a:pt x="0" y="40245"/>
                </a:lnTo>
                <a:lnTo>
                  <a:pt x="1017" y="198936"/>
                </a:lnTo>
                <a:lnTo>
                  <a:pt x="346121" y="199000"/>
                </a:lnTo>
                <a:lnTo>
                  <a:pt x="370027" y="199000"/>
                </a:lnTo>
                <a:lnTo>
                  <a:pt x="340364" y="8996"/>
                </a:lnTo>
                <a:close/>
              </a:path>
            </a:pathLst>
          </a:custGeom>
          <a:gradFill>
            <a:gsLst>
              <a:gs pos="0">
                <a:schemeClr val="dk2"/>
              </a:gs>
              <a:gs pos="100000">
                <a:srgbClr val="EBE0DD">
                  <a:alpha val="0"/>
                </a:srgbClr>
              </a:gs>
            </a:gsLst>
            <a:lin ang="5400012" scaled="0"/>
          </a:gradFill>
          <a:ln>
            <a:noFill/>
          </a:ln>
        </p:spPr>
      </p:sp>
      <p:sp>
        <p:nvSpPr>
          <p:cNvPr id="237" name="Google Shape;237;p18"/>
          <p:cNvSpPr/>
          <p:nvPr/>
        </p:nvSpPr>
        <p:spPr>
          <a:xfrm flipH="1">
            <a:off x="842285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8"/>
          <p:cNvSpPr/>
          <p:nvPr/>
        </p:nvSpPr>
        <p:spPr>
          <a:xfrm rot="2003650" flipH="1">
            <a:off x="8142936" y="165846"/>
            <a:ext cx="412618" cy="225767"/>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239"/>
        <p:cNvGrpSpPr/>
        <p:nvPr/>
      </p:nvGrpSpPr>
      <p:grpSpPr>
        <a:xfrm>
          <a:off x="0" y="0"/>
          <a:ext cx="0" cy="0"/>
          <a:chOff x="0" y="0"/>
          <a:chExt cx="0" cy="0"/>
        </a:xfrm>
      </p:grpSpPr>
      <p:pic>
        <p:nvPicPr>
          <p:cNvPr id="240" name="Google Shape;240;p19"/>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41" name="Google Shape;241;p19"/>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2" name="Google Shape;242;p19"/>
          <p:cNvSpPr/>
          <p:nvPr/>
        </p:nvSpPr>
        <p:spPr>
          <a:xfrm rot="1577317" flipH="1">
            <a:off x="7739678" y="3573728"/>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rot="1577317" flipH="1">
            <a:off x="7871015" y="3739202"/>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rot="1577317" flipH="1">
            <a:off x="8016950" y="3923070"/>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rot="-9222683" flipH="1">
            <a:off x="-771575" y="-85565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rot="-9222683" flipH="1">
            <a:off x="-902911" y="-1021129"/>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rot="-9222683" flipH="1">
            <a:off x="-1048847" y="-120499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3">
  <p:cSld name="CUSTOM_8">
    <p:spTree>
      <p:nvGrpSpPr>
        <p:cNvPr id="1" name="Shape 320"/>
        <p:cNvGrpSpPr/>
        <p:nvPr/>
      </p:nvGrpSpPr>
      <p:grpSpPr>
        <a:xfrm>
          <a:off x="0" y="0"/>
          <a:ext cx="0" cy="0"/>
          <a:chOff x="0" y="0"/>
          <a:chExt cx="0" cy="0"/>
        </a:xfrm>
      </p:grpSpPr>
      <p:pic>
        <p:nvPicPr>
          <p:cNvPr id="321" name="Google Shape;321;p24"/>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322" name="Google Shape;322;p24"/>
          <p:cNvSpPr txBox="1">
            <a:spLocks noGrp="1"/>
          </p:cNvSpPr>
          <p:nvPr>
            <p:ph type="title"/>
          </p:nvPr>
        </p:nvSpPr>
        <p:spPr>
          <a:xfrm>
            <a:off x="720000" y="445025"/>
            <a:ext cx="7752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3" name="Google Shape;323;p24"/>
          <p:cNvSpPr txBox="1">
            <a:spLocks noGrp="1"/>
          </p:cNvSpPr>
          <p:nvPr>
            <p:ph type="ctrTitle" idx="2"/>
          </p:nvPr>
        </p:nvSpPr>
        <p:spPr>
          <a:xfrm flipH="1">
            <a:off x="747275" y="2097000"/>
            <a:ext cx="2043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324" name="Google Shape;324;p24"/>
          <p:cNvSpPr txBox="1">
            <a:spLocks noGrp="1"/>
          </p:cNvSpPr>
          <p:nvPr>
            <p:ph type="subTitle" idx="1"/>
          </p:nvPr>
        </p:nvSpPr>
        <p:spPr>
          <a:xfrm flipH="1">
            <a:off x="626700" y="2558000"/>
            <a:ext cx="3945300" cy="892800"/>
          </a:xfrm>
          <a:prstGeom prst="rect">
            <a:avLst/>
          </a:prstGeom>
        </p:spPr>
        <p:txBody>
          <a:bodyPr spcFirstLastPara="1" wrap="square" lIns="91425" tIns="91425" rIns="91425" bIns="91425" anchor="t" anchorCtr="0">
            <a:noAutofit/>
          </a:bodyPr>
          <a:lstStyle>
            <a:lvl1pPr lvl="0" rtl="0">
              <a:lnSpc>
                <a:spcPct val="100000"/>
              </a:lnSpc>
              <a:spcBef>
                <a:spcPts val="1200"/>
              </a:spcBef>
              <a:spcAft>
                <a:spcPts val="0"/>
              </a:spcAft>
              <a:buClr>
                <a:schemeClr val="lt2"/>
              </a:buClr>
              <a:buSzPts val="1200"/>
              <a:buChar char="●"/>
              <a:defRPr sz="1400" b="0"/>
            </a:lvl1pPr>
            <a:lvl2pPr lvl="1" algn="ctr" rtl="0">
              <a:lnSpc>
                <a:spcPct val="100000"/>
              </a:lnSpc>
              <a:spcBef>
                <a:spcPts val="0"/>
              </a:spcBef>
              <a:spcAft>
                <a:spcPts val="0"/>
              </a:spcAft>
              <a:buSzPts val="1400"/>
              <a:buChar char="○"/>
              <a:defRPr sz="1000"/>
            </a:lvl2pPr>
            <a:lvl3pPr lvl="2" algn="ctr" rtl="0">
              <a:lnSpc>
                <a:spcPct val="100000"/>
              </a:lnSpc>
              <a:spcBef>
                <a:spcPts val="0"/>
              </a:spcBef>
              <a:spcAft>
                <a:spcPts val="0"/>
              </a:spcAft>
              <a:buSzPts val="1400"/>
              <a:buChar char="■"/>
              <a:defRPr sz="1000"/>
            </a:lvl3pPr>
            <a:lvl4pPr lvl="3" algn="ctr" rtl="0">
              <a:lnSpc>
                <a:spcPct val="100000"/>
              </a:lnSpc>
              <a:spcBef>
                <a:spcPts val="0"/>
              </a:spcBef>
              <a:spcAft>
                <a:spcPts val="0"/>
              </a:spcAft>
              <a:buSzPts val="1400"/>
              <a:buChar char="●"/>
              <a:defRPr sz="1000"/>
            </a:lvl4pPr>
            <a:lvl5pPr lvl="4" algn="ctr" rtl="0">
              <a:lnSpc>
                <a:spcPct val="100000"/>
              </a:lnSpc>
              <a:spcBef>
                <a:spcPts val="0"/>
              </a:spcBef>
              <a:spcAft>
                <a:spcPts val="0"/>
              </a:spcAft>
              <a:buSzPts val="1400"/>
              <a:buChar char="○"/>
              <a:defRPr sz="1000"/>
            </a:lvl5pPr>
            <a:lvl6pPr lvl="5" algn="ctr" rtl="0">
              <a:lnSpc>
                <a:spcPct val="100000"/>
              </a:lnSpc>
              <a:spcBef>
                <a:spcPts val="0"/>
              </a:spcBef>
              <a:spcAft>
                <a:spcPts val="0"/>
              </a:spcAft>
              <a:buSzPts val="1400"/>
              <a:buChar char="■"/>
              <a:defRPr sz="1000"/>
            </a:lvl6pPr>
            <a:lvl7pPr lvl="6" algn="ctr" rtl="0">
              <a:lnSpc>
                <a:spcPct val="100000"/>
              </a:lnSpc>
              <a:spcBef>
                <a:spcPts val="0"/>
              </a:spcBef>
              <a:spcAft>
                <a:spcPts val="0"/>
              </a:spcAft>
              <a:buSzPts val="1400"/>
              <a:buChar char="●"/>
              <a:defRPr sz="1000"/>
            </a:lvl7pPr>
            <a:lvl8pPr lvl="7" algn="ctr" rtl="0">
              <a:lnSpc>
                <a:spcPct val="100000"/>
              </a:lnSpc>
              <a:spcBef>
                <a:spcPts val="0"/>
              </a:spcBef>
              <a:spcAft>
                <a:spcPts val="0"/>
              </a:spcAft>
              <a:buSzPts val="1400"/>
              <a:buChar char="○"/>
              <a:defRPr sz="1000"/>
            </a:lvl8pPr>
            <a:lvl9pPr lvl="8" algn="ctr" rtl="0">
              <a:lnSpc>
                <a:spcPct val="100000"/>
              </a:lnSpc>
              <a:spcBef>
                <a:spcPts val="0"/>
              </a:spcBef>
              <a:spcAft>
                <a:spcPts val="0"/>
              </a:spcAft>
              <a:buSzPts val="1400"/>
              <a:buChar char="■"/>
              <a:defRPr sz="1000"/>
            </a:lvl9pPr>
          </a:lstStyle>
          <a:p>
            <a:endParaRPr/>
          </a:p>
        </p:txBody>
      </p:sp>
      <p:sp>
        <p:nvSpPr>
          <p:cNvPr id="325" name="Google Shape;325;p24"/>
          <p:cNvSpPr/>
          <p:nvPr/>
        </p:nvSpPr>
        <p:spPr>
          <a:xfrm rot="7937037">
            <a:off x="7881158" y="-11928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4"/>
          <p:cNvSpPr/>
          <p:nvPr/>
        </p:nvSpPr>
        <p:spPr>
          <a:xfrm rot="7937037">
            <a:off x="8009108" y="-14231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4"/>
          <p:cNvSpPr/>
          <p:nvPr/>
        </p:nvSpPr>
        <p:spPr>
          <a:xfrm rot="7937037">
            <a:off x="8174983" y="-16534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4"/>
          <p:cNvSpPr/>
          <p:nvPr/>
        </p:nvSpPr>
        <p:spPr>
          <a:xfrm rot="6124618">
            <a:off x="-467752" y="410413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4"/>
          <p:cNvSpPr/>
          <p:nvPr/>
        </p:nvSpPr>
        <p:spPr>
          <a:xfrm rot="6124618">
            <a:off x="-621277" y="423848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4"/>
          <p:cNvSpPr/>
          <p:nvPr/>
        </p:nvSpPr>
        <p:spPr>
          <a:xfrm rot="6124618">
            <a:off x="-781227" y="4417614"/>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366"/>
        <p:cNvGrpSpPr/>
        <p:nvPr/>
      </p:nvGrpSpPr>
      <p:grpSpPr>
        <a:xfrm>
          <a:off x="0" y="0"/>
          <a:ext cx="0" cy="0"/>
          <a:chOff x="0" y="0"/>
          <a:chExt cx="0" cy="0"/>
        </a:xfrm>
      </p:grpSpPr>
      <p:pic>
        <p:nvPicPr>
          <p:cNvPr id="367" name="Google Shape;367;p27"/>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368" name="Google Shape;368;p27"/>
          <p:cNvSpPr/>
          <p:nvPr/>
        </p:nvSpPr>
        <p:spPr>
          <a:xfrm rot="-1577317">
            <a:off x="-770925" y="3464303"/>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7"/>
          <p:cNvSpPr/>
          <p:nvPr/>
        </p:nvSpPr>
        <p:spPr>
          <a:xfrm rot="-1577317">
            <a:off x="-902261" y="362977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7"/>
          <p:cNvSpPr/>
          <p:nvPr/>
        </p:nvSpPr>
        <p:spPr>
          <a:xfrm rot="-1577317">
            <a:off x="-1048197" y="381364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7"/>
          <p:cNvSpPr/>
          <p:nvPr/>
        </p:nvSpPr>
        <p:spPr>
          <a:xfrm rot="9222683">
            <a:off x="7437778" y="-79770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7"/>
          <p:cNvSpPr/>
          <p:nvPr/>
        </p:nvSpPr>
        <p:spPr>
          <a:xfrm rot="9222683">
            <a:off x="7569115" y="-963179"/>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7"/>
          <p:cNvSpPr/>
          <p:nvPr/>
        </p:nvSpPr>
        <p:spPr>
          <a:xfrm rot="9222683">
            <a:off x="7715050" y="-114704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7"/>
          <p:cNvSpPr/>
          <p:nvPr/>
        </p:nvSpPr>
        <p:spPr>
          <a:xfrm rot="-1978372">
            <a:off x="-449335" y="-29241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7"/>
          <p:cNvSpPr/>
          <p:nvPr/>
        </p:nvSpPr>
        <p:spPr>
          <a:xfrm rot="-1978372">
            <a:off x="-563785" y="-45986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7"/>
          <p:cNvSpPr/>
          <p:nvPr/>
        </p:nvSpPr>
        <p:spPr>
          <a:xfrm rot="-1978372">
            <a:off x="-703635" y="-599744"/>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7"/>
          <p:cNvSpPr/>
          <p:nvPr/>
        </p:nvSpPr>
        <p:spPr>
          <a:xfrm rot="8821628">
            <a:off x="7973415" y="428418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7"/>
          <p:cNvSpPr/>
          <p:nvPr/>
        </p:nvSpPr>
        <p:spPr>
          <a:xfrm rot="8821628">
            <a:off x="8087865" y="44516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7"/>
          <p:cNvSpPr/>
          <p:nvPr/>
        </p:nvSpPr>
        <p:spPr>
          <a:xfrm rot="8821628">
            <a:off x="8227715" y="459150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380"/>
        <p:cNvGrpSpPr/>
        <p:nvPr/>
      </p:nvGrpSpPr>
      <p:grpSpPr>
        <a:xfrm>
          <a:off x="0" y="0"/>
          <a:ext cx="0" cy="0"/>
          <a:chOff x="0" y="0"/>
          <a:chExt cx="0" cy="0"/>
        </a:xfrm>
      </p:grpSpPr>
      <p:pic>
        <p:nvPicPr>
          <p:cNvPr id="381" name="Google Shape;381;p28"/>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382" name="Google Shape;382;p28"/>
          <p:cNvSpPr/>
          <p:nvPr/>
        </p:nvSpPr>
        <p:spPr>
          <a:xfrm>
            <a:off x="-421100" y="-166425"/>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cap="flat" cmpd="sng">
            <a:solidFill>
              <a:schemeClr val="accent3"/>
            </a:solidFill>
            <a:prstDash val="solid"/>
            <a:round/>
            <a:headEnd type="none" w="med" len="med"/>
            <a:tailEnd type="none" w="med" len="med"/>
          </a:ln>
        </p:spPr>
      </p:sp>
      <p:sp>
        <p:nvSpPr>
          <p:cNvPr id="383" name="Google Shape;383;p28"/>
          <p:cNvSpPr/>
          <p:nvPr/>
        </p:nvSpPr>
        <p:spPr>
          <a:xfrm>
            <a:off x="-611850" y="-323487"/>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cap="flat" cmpd="sng">
            <a:solidFill>
              <a:schemeClr val="accent3"/>
            </a:solidFill>
            <a:prstDash val="solid"/>
            <a:round/>
            <a:headEnd type="none" w="med" len="med"/>
            <a:tailEnd type="none" w="med" len="med"/>
          </a:ln>
        </p:spPr>
      </p:sp>
      <p:sp>
        <p:nvSpPr>
          <p:cNvPr id="384" name="Google Shape;384;p28"/>
          <p:cNvSpPr/>
          <p:nvPr/>
        </p:nvSpPr>
        <p:spPr>
          <a:xfrm>
            <a:off x="-799075" y="-427100"/>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cap="flat" cmpd="sng">
            <a:solidFill>
              <a:schemeClr val="accent3"/>
            </a:solidFill>
            <a:prstDash val="solid"/>
            <a:round/>
            <a:headEnd type="none" w="med" len="med"/>
            <a:tailEnd type="none" w="med" len="med"/>
          </a:ln>
        </p:spPr>
      </p:sp>
      <p:sp>
        <p:nvSpPr>
          <p:cNvPr id="385" name="Google Shape;385;p28"/>
          <p:cNvSpPr/>
          <p:nvPr/>
        </p:nvSpPr>
        <p:spPr>
          <a:xfrm flipH="1">
            <a:off x="7517000" y="-198200"/>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cap="flat" cmpd="sng">
            <a:solidFill>
              <a:schemeClr val="accent3"/>
            </a:solidFill>
            <a:prstDash val="solid"/>
            <a:round/>
            <a:headEnd type="none" w="med" len="med"/>
            <a:tailEnd type="none" w="med" len="med"/>
          </a:ln>
        </p:spPr>
      </p:sp>
      <p:sp>
        <p:nvSpPr>
          <p:cNvPr id="386" name="Google Shape;386;p28"/>
          <p:cNvSpPr/>
          <p:nvPr/>
        </p:nvSpPr>
        <p:spPr>
          <a:xfrm flipH="1">
            <a:off x="7745875" y="-350775"/>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cap="flat" cmpd="sng">
            <a:solidFill>
              <a:schemeClr val="accent3"/>
            </a:solidFill>
            <a:prstDash val="solid"/>
            <a:round/>
            <a:headEnd type="none" w="med" len="med"/>
            <a:tailEnd type="none" w="med" len="med"/>
          </a:ln>
        </p:spPr>
      </p:sp>
      <p:sp>
        <p:nvSpPr>
          <p:cNvPr id="387" name="Google Shape;387;p28"/>
          <p:cNvSpPr/>
          <p:nvPr/>
        </p:nvSpPr>
        <p:spPr>
          <a:xfrm flipH="1">
            <a:off x="7926750" y="-427100"/>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cap="flat" cmpd="sng">
            <a:solidFill>
              <a:schemeClr val="accent3"/>
            </a:solidFill>
            <a:prstDash val="solid"/>
            <a:round/>
            <a:headEnd type="none" w="med" len="med"/>
            <a:tailEnd type="none" w="med" len="med"/>
          </a:ln>
        </p:spPr>
      </p:sp>
      <p:sp>
        <p:nvSpPr>
          <p:cNvPr id="388" name="Google Shape;388;p28"/>
          <p:cNvSpPr/>
          <p:nvPr/>
        </p:nvSpPr>
        <p:spPr>
          <a:xfrm rot="-8821628" flipH="1">
            <a:off x="-330435" y="435300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8"/>
          <p:cNvSpPr/>
          <p:nvPr/>
        </p:nvSpPr>
        <p:spPr>
          <a:xfrm rot="-8821628" flipH="1">
            <a:off x="-444885" y="452045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8"/>
          <p:cNvSpPr/>
          <p:nvPr/>
        </p:nvSpPr>
        <p:spPr>
          <a:xfrm rot="-8821628" flipH="1">
            <a:off x="-584735" y="46603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Archivo Black"/>
              <a:buNone/>
              <a:defRPr sz="2800">
                <a:solidFill>
                  <a:schemeClr val="dk1"/>
                </a:solidFill>
                <a:latin typeface="Archivo Black"/>
                <a:ea typeface="Archivo Black"/>
                <a:cs typeface="Archivo Black"/>
                <a:sym typeface="Archivo Black"/>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Karla"/>
              <a:buChar char="●"/>
              <a:defRPr sz="1800">
                <a:solidFill>
                  <a:schemeClr val="dk1"/>
                </a:solidFill>
                <a:latin typeface="Karla"/>
                <a:ea typeface="Karla"/>
                <a:cs typeface="Karla"/>
                <a:sym typeface="Karla"/>
              </a:defRPr>
            </a:lvl1pPr>
            <a:lvl2pPr marL="914400" lvl="1"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marL="1371600" lvl="2"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marL="1828800" lvl="3"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marL="2286000" lvl="4"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marL="2743200" lvl="5"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marL="3200400" lvl="6"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marL="3657600" lvl="7"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marL="4114800" lvl="8"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5" r:id="rId6"/>
    <p:sldLayoutId id="2147483658" r:id="rId7"/>
    <p:sldLayoutId id="2147483659" r:id="rId8"/>
    <p:sldLayoutId id="2147483660" r:id="rId9"/>
    <p:sldLayoutId id="2147483661" r:id="rId10"/>
    <p:sldLayoutId id="2147483662" r:id="rId11"/>
    <p:sldLayoutId id="2147483664" r:id="rId12"/>
    <p:sldLayoutId id="2147483665" r:id="rId13"/>
    <p:sldLayoutId id="2147483670" r:id="rId14"/>
    <p:sldLayoutId id="2147483673" r:id="rId15"/>
    <p:sldLayoutId id="214748367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grpSp>
        <p:nvGrpSpPr>
          <p:cNvPr id="401" name="Google Shape;401;p32"/>
          <p:cNvGrpSpPr/>
          <p:nvPr/>
        </p:nvGrpSpPr>
        <p:grpSpPr>
          <a:xfrm>
            <a:off x="548538" y="772608"/>
            <a:ext cx="1674275" cy="2948924"/>
            <a:chOff x="568922" y="401363"/>
            <a:chExt cx="1926668" cy="3393468"/>
          </a:xfrm>
        </p:grpSpPr>
        <p:sp>
          <p:nvSpPr>
            <p:cNvPr id="402" name="Google Shape;402;p32"/>
            <p:cNvSpPr/>
            <p:nvPr/>
          </p:nvSpPr>
          <p:spPr>
            <a:xfrm>
              <a:off x="599768" y="438391"/>
              <a:ext cx="1885494" cy="3298824"/>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2"/>
            <p:cNvSpPr/>
            <p:nvPr/>
          </p:nvSpPr>
          <p:spPr>
            <a:xfrm>
              <a:off x="568922" y="401363"/>
              <a:ext cx="1926668" cy="3393468"/>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 name="Google Shape;404;p32"/>
          <p:cNvGrpSpPr/>
          <p:nvPr/>
        </p:nvGrpSpPr>
        <p:grpSpPr>
          <a:xfrm>
            <a:off x="2369288" y="737251"/>
            <a:ext cx="1674275" cy="2948924"/>
            <a:chOff x="2664147" y="360675"/>
            <a:chExt cx="1926668" cy="3393468"/>
          </a:xfrm>
        </p:grpSpPr>
        <p:sp>
          <p:nvSpPr>
            <p:cNvPr id="405" name="Google Shape;405;p32"/>
            <p:cNvSpPr/>
            <p:nvPr/>
          </p:nvSpPr>
          <p:spPr>
            <a:xfrm>
              <a:off x="2694993" y="430741"/>
              <a:ext cx="1885494" cy="3298824"/>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2"/>
            <p:cNvSpPr/>
            <p:nvPr/>
          </p:nvSpPr>
          <p:spPr>
            <a:xfrm>
              <a:off x="2664147" y="360675"/>
              <a:ext cx="1926668" cy="3393468"/>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7" name="Google Shape;407;p32"/>
          <p:cNvSpPr txBox="1">
            <a:spLocks noGrp="1"/>
          </p:cNvSpPr>
          <p:nvPr>
            <p:ph type="subTitle" idx="1"/>
          </p:nvPr>
        </p:nvSpPr>
        <p:spPr>
          <a:xfrm>
            <a:off x="4670585" y="3058062"/>
            <a:ext cx="3968020" cy="9616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By: S.KRISHNA KUMAR</a:t>
            </a:r>
          </a:p>
          <a:p>
            <a:pPr marL="0" lvl="0" indent="0" algn="l" rtl="0">
              <a:spcBef>
                <a:spcPts val="0"/>
              </a:spcBef>
              <a:spcAft>
                <a:spcPts val="0"/>
              </a:spcAft>
              <a:buNone/>
            </a:pPr>
            <a:r>
              <a:rPr lang="en-US" sz="1800" dirty="0"/>
              <a:t>Batch – July 2025 – Cohort(“A”)</a:t>
            </a:r>
          </a:p>
          <a:p>
            <a:pPr marL="0" lvl="0" indent="0" algn="l" rtl="0">
              <a:spcBef>
                <a:spcPts val="0"/>
              </a:spcBef>
              <a:spcAft>
                <a:spcPts val="0"/>
              </a:spcAft>
              <a:buNone/>
            </a:pPr>
            <a:r>
              <a:rPr lang="en-US" sz="1800" dirty="0"/>
              <a:t>Subject - DADS</a:t>
            </a:r>
            <a:endParaRPr sz="1800" dirty="0"/>
          </a:p>
        </p:txBody>
      </p:sp>
      <p:grpSp>
        <p:nvGrpSpPr>
          <p:cNvPr id="408" name="Google Shape;408;p32"/>
          <p:cNvGrpSpPr/>
          <p:nvPr/>
        </p:nvGrpSpPr>
        <p:grpSpPr>
          <a:xfrm>
            <a:off x="3114991" y="1404393"/>
            <a:ext cx="475652" cy="456678"/>
            <a:chOff x="3522263" y="1128388"/>
            <a:chExt cx="547356" cy="525522"/>
          </a:xfrm>
        </p:grpSpPr>
        <p:sp>
          <p:nvSpPr>
            <p:cNvPr id="409" name="Google Shape;409;p32"/>
            <p:cNvSpPr/>
            <p:nvPr/>
          </p:nvSpPr>
          <p:spPr>
            <a:xfrm>
              <a:off x="3522263" y="1128388"/>
              <a:ext cx="547356" cy="482144"/>
            </a:xfrm>
            <a:custGeom>
              <a:avLst/>
              <a:gdLst/>
              <a:ahLst/>
              <a:cxnLst/>
              <a:rect l="l" t="t" r="r" b="b"/>
              <a:pathLst>
                <a:path w="5945" h="5237" extrusionOk="0">
                  <a:moveTo>
                    <a:pt x="2969" y="0"/>
                  </a:moveTo>
                  <a:cubicBezTo>
                    <a:pt x="2633" y="0"/>
                    <a:pt x="2291" y="65"/>
                    <a:pt x="1962" y="203"/>
                  </a:cubicBezTo>
                  <a:cubicBezTo>
                    <a:pt x="630" y="759"/>
                    <a:pt x="1" y="2296"/>
                    <a:pt x="557" y="3628"/>
                  </a:cubicBezTo>
                  <a:cubicBezTo>
                    <a:pt x="976" y="4632"/>
                    <a:pt x="1943" y="5236"/>
                    <a:pt x="2970" y="5236"/>
                  </a:cubicBezTo>
                  <a:cubicBezTo>
                    <a:pt x="3306" y="5236"/>
                    <a:pt x="3650" y="5171"/>
                    <a:pt x="3983" y="5034"/>
                  </a:cubicBezTo>
                  <a:cubicBezTo>
                    <a:pt x="5315" y="4477"/>
                    <a:pt x="5944" y="2940"/>
                    <a:pt x="5388" y="1608"/>
                  </a:cubicBezTo>
                  <a:cubicBezTo>
                    <a:pt x="4969" y="605"/>
                    <a:pt x="3994" y="0"/>
                    <a:pt x="29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2"/>
            <p:cNvSpPr/>
            <p:nvPr/>
          </p:nvSpPr>
          <p:spPr>
            <a:xfrm>
              <a:off x="3592330" y="1544628"/>
              <a:ext cx="125491" cy="109281"/>
            </a:xfrm>
            <a:custGeom>
              <a:avLst/>
              <a:gdLst/>
              <a:ahLst/>
              <a:cxnLst/>
              <a:rect l="l" t="t" r="r" b="b"/>
              <a:pathLst>
                <a:path w="1363" h="1187" extrusionOk="0">
                  <a:moveTo>
                    <a:pt x="396" y="0"/>
                  </a:moveTo>
                  <a:lnTo>
                    <a:pt x="1" y="1186"/>
                  </a:lnTo>
                  <a:lnTo>
                    <a:pt x="1362" y="527"/>
                  </a:lnTo>
                  <a:lnTo>
                    <a:pt x="39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2"/>
            <p:cNvSpPr/>
            <p:nvPr/>
          </p:nvSpPr>
          <p:spPr>
            <a:xfrm>
              <a:off x="3715861" y="1249930"/>
              <a:ext cx="152111" cy="239073"/>
            </a:xfrm>
            <a:custGeom>
              <a:avLst/>
              <a:gdLst/>
              <a:ahLst/>
              <a:cxnLst/>
              <a:rect l="l" t="t" r="r" b="b"/>
              <a:pathLst>
                <a:path w="1230" h="1933" extrusionOk="0">
                  <a:moveTo>
                    <a:pt x="542" y="483"/>
                  </a:moveTo>
                  <a:lnTo>
                    <a:pt x="542" y="791"/>
                  </a:lnTo>
                  <a:cubicBezTo>
                    <a:pt x="498" y="776"/>
                    <a:pt x="439" y="732"/>
                    <a:pt x="425" y="717"/>
                  </a:cubicBezTo>
                  <a:cubicBezTo>
                    <a:pt x="410" y="703"/>
                    <a:pt x="395" y="659"/>
                    <a:pt x="395" y="630"/>
                  </a:cubicBezTo>
                  <a:cubicBezTo>
                    <a:pt x="395" y="571"/>
                    <a:pt x="410" y="542"/>
                    <a:pt x="425" y="512"/>
                  </a:cubicBezTo>
                  <a:cubicBezTo>
                    <a:pt x="439" y="498"/>
                    <a:pt x="483" y="483"/>
                    <a:pt x="542" y="483"/>
                  </a:cubicBezTo>
                  <a:close/>
                  <a:moveTo>
                    <a:pt x="630" y="1157"/>
                  </a:moveTo>
                  <a:cubicBezTo>
                    <a:pt x="688" y="1171"/>
                    <a:pt x="717" y="1215"/>
                    <a:pt x="761" y="1230"/>
                  </a:cubicBezTo>
                  <a:cubicBezTo>
                    <a:pt x="776" y="1244"/>
                    <a:pt x="791" y="1288"/>
                    <a:pt x="791" y="1318"/>
                  </a:cubicBezTo>
                  <a:cubicBezTo>
                    <a:pt x="791" y="1376"/>
                    <a:pt x="791" y="1391"/>
                    <a:pt x="761" y="1435"/>
                  </a:cubicBezTo>
                  <a:cubicBezTo>
                    <a:pt x="732" y="1464"/>
                    <a:pt x="703" y="1493"/>
                    <a:pt x="630" y="1493"/>
                  </a:cubicBezTo>
                  <a:lnTo>
                    <a:pt x="630" y="1157"/>
                  </a:lnTo>
                  <a:close/>
                  <a:moveTo>
                    <a:pt x="556" y="0"/>
                  </a:moveTo>
                  <a:lnTo>
                    <a:pt x="556" y="190"/>
                  </a:lnTo>
                  <a:cubicBezTo>
                    <a:pt x="469" y="190"/>
                    <a:pt x="366" y="205"/>
                    <a:pt x="278" y="249"/>
                  </a:cubicBezTo>
                  <a:cubicBezTo>
                    <a:pt x="190" y="278"/>
                    <a:pt x="132" y="322"/>
                    <a:pt x="73" y="395"/>
                  </a:cubicBezTo>
                  <a:cubicBezTo>
                    <a:pt x="29" y="468"/>
                    <a:pt x="0" y="542"/>
                    <a:pt x="0" y="630"/>
                  </a:cubicBezTo>
                  <a:cubicBezTo>
                    <a:pt x="0" y="717"/>
                    <a:pt x="44" y="805"/>
                    <a:pt x="73" y="864"/>
                  </a:cubicBezTo>
                  <a:cubicBezTo>
                    <a:pt x="117" y="922"/>
                    <a:pt x="176" y="952"/>
                    <a:pt x="249" y="996"/>
                  </a:cubicBezTo>
                  <a:cubicBezTo>
                    <a:pt x="322" y="1025"/>
                    <a:pt x="395" y="1054"/>
                    <a:pt x="498" y="1083"/>
                  </a:cubicBezTo>
                  <a:cubicBezTo>
                    <a:pt x="512" y="1083"/>
                    <a:pt x="542" y="1098"/>
                    <a:pt x="556" y="1098"/>
                  </a:cubicBezTo>
                  <a:lnTo>
                    <a:pt x="556" y="1449"/>
                  </a:lnTo>
                  <a:cubicBezTo>
                    <a:pt x="498" y="1435"/>
                    <a:pt x="469" y="1420"/>
                    <a:pt x="439" y="1376"/>
                  </a:cubicBezTo>
                  <a:cubicBezTo>
                    <a:pt x="410" y="1361"/>
                    <a:pt x="395" y="1318"/>
                    <a:pt x="395" y="1274"/>
                  </a:cubicBezTo>
                  <a:lnTo>
                    <a:pt x="0" y="1274"/>
                  </a:lnTo>
                  <a:cubicBezTo>
                    <a:pt x="29" y="1420"/>
                    <a:pt x="73" y="1523"/>
                    <a:pt x="176" y="1596"/>
                  </a:cubicBezTo>
                  <a:cubicBezTo>
                    <a:pt x="278" y="1684"/>
                    <a:pt x="395" y="1727"/>
                    <a:pt x="556" y="1742"/>
                  </a:cubicBezTo>
                  <a:lnTo>
                    <a:pt x="556" y="1932"/>
                  </a:lnTo>
                  <a:lnTo>
                    <a:pt x="644" y="1932"/>
                  </a:lnTo>
                  <a:lnTo>
                    <a:pt x="644" y="1757"/>
                  </a:lnTo>
                  <a:cubicBezTo>
                    <a:pt x="776" y="1757"/>
                    <a:pt x="864" y="1742"/>
                    <a:pt x="952" y="1713"/>
                  </a:cubicBezTo>
                  <a:cubicBezTo>
                    <a:pt x="1025" y="1669"/>
                    <a:pt x="1098" y="1610"/>
                    <a:pt x="1142" y="1537"/>
                  </a:cubicBezTo>
                  <a:cubicBezTo>
                    <a:pt x="1171" y="1464"/>
                    <a:pt x="1201" y="1391"/>
                    <a:pt x="1230" y="1274"/>
                  </a:cubicBezTo>
                  <a:cubicBezTo>
                    <a:pt x="1230" y="1171"/>
                    <a:pt x="1215" y="1083"/>
                    <a:pt x="1157" y="1025"/>
                  </a:cubicBezTo>
                  <a:cubicBezTo>
                    <a:pt x="1127" y="981"/>
                    <a:pt x="1069" y="937"/>
                    <a:pt x="996" y="908"/>
                  </a:cubicBezTo>
                  <a:cubicBezTo>
                    <a:pt x="922" y="878"/>
                    <a:pt x="849" y="849"/>
                    <a:pt x="732" y="805"/>
                  </a:cubicBezTo>
                  <a:lnTo>
                    <a:pt x="659" y="791"/>
                  </a:lnTo>
                  <a:lnTo>
                    <a:pt x="659" y="468"/>
                  </a:lnTo>
                  <a:cubicBezTo>
                    <a:pt x="703" y="483"/>
                    <a:pt x="732" y="498"/>
                    <a:pt x="761" y="512"/>
                  </a:cubicBezTo>
                  <a:cubicBezTo>
                    <a:pt x="776" y="556"/>
                    <a:pt x="791" y="586"/>
                    <a:pt x="791" y="630"/>
                  </a:cubicBezTo>
                  <a:lnTo>
                    <a:pt x="1201" y="630"/>
                  </a:lnTo>
                  <a:cubicBezTo>
                    <a:pt x="1171" y="498"/>
                    <a:pt x="1127" y="395"/>
                    <a:pt x="1025" y="322"/>
                  </a:cubicBezTo>
                  <a:cubicBezTo>
                    <a:pt x="922" y="249"/>
                    <a:pt x="805" y="205"/>
                    <a:pt x="644" y="190"/>
                  </a:cubicBez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 name="Google Shape;412;p32"/>
          <p:cNvGrpSpPr/>
          <p:nvPr/>
        </p:nvGrpSpPr>
        <p:grpSpPr>
          <a:xfrm>
            <a:off x="2104187" y="1921071"/>
            <a:ext cx="1592720" cy="2427495"/>
            <a:chOff x="2359082" y="1722954"/>
            <a:chExt cx="1832819" cy="2793435"/>
          </a:xfrm>
        </p:grpSpPr>
        <p:sp>
          <p:nvSpPr>
            <p:cNvPr id="413" name="Google Shape;413;p32"/>
            <p:cNvSpPr/>
            <p:nvPr/>
          </p:nvSpPr>
          <p:spPr>
            <a:xfrm>
              <a:off x="2769816" y="4414126"/>
              <a:ext cx="330206" cy="102262"/>
            </a:xfrm>
            <a:custGeom>
              <a:avLst/>
              <a:gdLst/>
              <a:ahLst/>
              <a:cxnLst/>
              <a:rect l="l" t="t" r="r" b="b"/>
              <a:pathLst>
                <a:path w="5344" h="1655" extrusionOk="0">
                  <a:moveTo>
                    <a:pt x="293" y="1"/>
                  </a:moveTo>
                  <a:lnTo>
                    <a:pt x="0" y="1655"/>
                  </a:lnTo>
                  <a:lnTo>
                    <a:pt x="4641" y="1655"/>
                  </a:lnTo>
                  <a:cubicBezTo>
                    <a:pt x="5344" y="1655"/>
                    <a:pt x="4099" y="1025"/>
                    <a:pt x="4099" y="1025"/>
                  </a:cubicBezTo>
                  <a:lnTo>
                    <a:pt x="43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2"/>
            <p:cNvSpPr/>
            <p:nvPr/>
          </p:nvSpPr>
          <p:spPr>
            <a:xfrm>
              <a:off x="3119871" y="4414126"/>
              <a:ext cx="330268" cy="102262"/>
            </a:xfrm>
            <a:custGeom>
              <a:avLst/>
              <a:gdLst/>
              <a:ahLst/>
              <a:cxnLst/>
              <a:rect l="l" t="t" r="r" b="b"/>
              <a:pathLst>
                <a:path w="5345" h="1655" extrusionOk="0">
                  <a:moveTo>
                    <a:pt x="293" y="1"/>
                  </a:moveTo>
                  <a:lnTo>
                    <a:pt x="1" y="1655"/>
                  </a:lnTo>
                  <a:lnTo>
                    <a:pt x="4656" y="1655"/>
                  </a:lnTo>
                  <a:cubicBezTo>
                    <a:pt x="5344" y="1655"/>
                    <a:pt x="4100" y="1025"/>
                    <a:pt x="4100" y="1025"/>
                  </a:cubicBezTo>
                  <a:lnTo>
                    <a:pt x="43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2"/>
            <p:cNvSpPr/>
            <p:nvPr/>
          </p:nvSpPr>
          <p:spPr>
            <a:xfrm>
              <a:off x="2739971" y="2734306"/>
              <a:ext cx="818656" cy="1731418"/>
            </a:xfrm>
            <a:custGeom>
              <a:avLst/>
              <a:gdLst/>
              <a:ahLst/>
              <a:cxnLst/>
              <a:rect l="l" t="t" r="r" b="b"/>
              <a:pathLst>
                <a:path w="13249" h="28021" extrusionOk="0">
                  <a:moveTo>
                    <a:pt x="13249" y="0"/>
                  </a:moveTo>
                  <a:lnTo>
                    <a:pt x="4875" y="937"/>
                  </a:lnTo>
                  <a:lnTo>
                    <a:pt x="0" y="28020"/>
                  </a:lnTo>
                  <a:lnTo>
                    <a:pt x="4992" y="28020"/>
                  </a:lnTo>
                  <a:lnTo>
                    <a:pt x="9164" y="3894"/>
                  </a:lnTo>
                  <a:lnTo>
                    <a:pt x="5768" y="28020"/>
                  </a:lnTo>
                  <a:lnTo>
                    <a:pt x="10438" y="28020"/>
                  </a:lnTo>
                  <a:lnTo>
                    <a:pt x="132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2"/>
            <p:cNvSpPr/>
            <p:nvPr/>
          </p:nvSpPr>
          <p:spPr>
            <a:xfrm>
              <a:off x="2887407" y="2822051"/>
              <a:ext cx="290413" cy="1622853"/>
            </a:xfrm>
            <a:custGeom>
              <a:avLst/>
              <a:gdLst/>
              <a:ahLst/>
              <a:cxnLst/>
              <a:rect l="l" t="t" r="r" b="b"/>
              <a:pathLst>
                <a:path w="4700" h="26264" extrusionOk="0">
                  <a:moveTo>
                    <a:pt x="4685" y="0"/>
                  </a:moveTo>
                  <a:cubicBezTo>
                    <a:pt x="4641" y="0"/>
                    <a:pt x="3587" y="5885"/>
                    <a:pt x="2299" y="13132"/>
                  </a:cubicBezTo>
                  <a:cubicBezTo>
                    <a:pt x="1025" y="20378"/>
                    <a:pt x="0" y="26263"/>
                    <a:pt x="15" y="26263"/>
                  </a:cubicBezTo>
                  <a:cubicBezTo>
                    <a:pt x="15" y="26263"/>
                    <a:pt x="15" y="26263"/>
                    <a:pt x="15" y="26263"/>
                  </a:cubicBezTo>
                  <a:cubicBezTo>
                    <a:pt x="32" y="26263"/>
                    <a:pt x="1100" y="20398"/>
                    <a:pt x="2387" y="13146"/>
                  </a:cubicBezTo>
                  <a:cubicBezTo>
                    <a:pt x="3675" y="5900"/>
                    <a:pt x="4700" y="0"/>
                    <a:pt x="4685"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2"/>
            <p:cNvSpPr/>
            <p:nvPr/>
          </p:nvSpPr>
          <p:spPr>
            <a:xfrm>
              <a:off x="3276391" y="2853689"/>
              <a:ext cx="113137" cy="1612904"/>
            </a:xfrm>
            <a:custGeom>
              <a:avLst/>
              <a:gdLst/>
              <a:ahLst/>
              <a:cxnLst/>
              <a:rect l="l" t="t" r="r" b="b"/>
              <a:pathLst>
                <a:path w="1831" h="26103" extrusionOk="0">
                  <a:moveTo>
                    <a:pt x="1830" y="0"/>
                  </a:moveTo>
                  <a:cubicBezTo>
                    <a:pt x="1830" y="0"/>
                    <a:pt x="1801" y="44"/>
                    <a:pt x="1801" y="74"/>
                  </a:cubicBezTo>
                  <a:cubicBezTo>
                    <a:pt x="1801" y="132"/>
                    <a:pt x="1801" y="191"/>
                    <a:pt x="1786" y="279"/>
                  </a:cubicBezTo>
                  <a:cubicBezTo>
                    <a:pt x="1772" y="440"/>
                    <a:pt x="1757" y="703"/>
                    <a:pt x="1713" y="1025"/>
                  </a:cubicBezTo>
                  <a:cubicBezTo>
                    <a:pt x="1640" y="1684"/>
                    <a:pt x="1552" y="2636"/>
                    <a:pt x="1435" y="3821"/>
                  </a:cubicBezTo>
                  <a:cubicBezTo>
                    <a:pt x="1215" y="6193"/>
                    <a:pt x="952" y="9472"/>
                    <a:pt x="688" y="13074"/>
                  </a:cubicBezTo>
                  <a:cubicBezTo>
                    <a:pt x="439" y="16675"/>
                    <a:pt x="249" y="19954"/>
                    <a:pt x="147" y="22311"/>
                  </a:cubicBezTo>
                  <a:cubicBezTo>
                    <a:pt x="73" y="23482"/>
                    <a:pt x="30" y="24448"/>
                    <a:pt x="15" y="25107"/>
                  </a:cubicBezTo>
                  <a:cubicBezTo>
                    <a:pt x="15" y="25444"/>
                    <a:pt x="0" y="25693"/>
                    <a:pt x="0" y="25883"/>
                  </a:cubicBezTo>
                  <a:lnTo>
                    <a:pt x="0" y="26088"/>
                  </a:lnTo>
                  <a:lnTo>
                    <a:pt x="0" y="26103"/>
                  </a:lnTo>
                  <a:cubicBezTo>
                    <a:pt x="0" y="26044"/>
                    <a:pt x="15" y="25986"/>
                    <a:pt x="15" y="25898"/>
                  </a:cubicBezTo>
                  <a:cubicBezTo>
                    <a:pt x="15" y="25707"/>
                    <a:pt x="30" y="25459"/>
                    <a:pt x="44" y="25122"/>
                  </a:cubicBezTo>
                  <a:cubicBezTo>
                    <a:pt x="88" y="24463"/>
                    <a:pt x="147" y="23497"/>
                    <a:pt x="191" y="22326"/>
                  </a:cubicBezTo>
                  <a:cubicBezTo>
                    <a:pt x="322" y="19969"/>
                    <a:pt x="513" y="16689"/>
                    <a:pt x="762" y="13088"/>
                  </a:cubicBezTo>
                  <a:cubicBezTo>
                    <a:pt x="1025" y="9487"/>
                    <a:pt x="1289" y="6208"/>
                    <a:pt x="1494" y="3851"/>
                  </a:cubicBezTo>
                  <a:cubicBezTo>
                    <a:pt x="1581" y="2679"/>
                    <a:pt x="1684" y="1699"/>
                    <a:pt x="1728" y="1040"/>
                  </a:cubicBezTo>
                  <a:cubicBezTo>
                    <a:pt x="1772" y="718"/>
                    <a:pt x="1786" y="454"/>
                    <a:pt x="1801" y="279"/>
                  </a:cubicBezTo>
                  <a:cubicBezTo>
                    <a:pt x="1830" y="191"/>
                    <a:pt x="1830" y="132"/>
                    <a:pt x="1830" y="74"/>
                  </a:cubicBezTo>
                  <a:lnTo>
                    <a:pt x="1830" y="0"/>
                  </a:ln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2"/>
            <p:cNvSpPr/>
            <p:nvPr/>
          </p:nvSpPr>
          <p:spPr>
            <a:xfrm>
              <a:off x="4013637" y="2410391"/>
              <a:ext cx="178264" cy="221579"/>
            </a:xfrm>
            <a:custGeom>
              <a:avLst/>
              <a:gdLst/>
              <a:ahLst/>
              <a:cxnLst/>
              <a:rect l="l" t="t" r="r" b="b"/>
              <a:pathLst>
                <a:path w="2885" h="3586" extrusionOk="0">
                  <a:moveTo>
                    <a:pt x="1021" y="1"/>
                  </a:moveTo>
                  <a:cubicBezTo>
                    <a:pt x="861" y="1"/>
                    <a:pt x="0" y="1421"/>
                    <a:pt x="0" y="1421"/>
                  </a:cubicBezTo>
                  <a:cubicBezTo>
                    <a:pt x="0" y="1421"/>
                    <a:pt x="619" y="3586"/>
                    <a:pt x="1018" y="3586"/>
                  </a:cubicBezTo>
                  <a:cubicBezTo>
                    <a:pt x="1036" y="3586"/>
                    <a:pt x="1053" y="3582"/>
                    <a:pt x="1069" y="3573"/>
                  </a:cubicBezTo>
                  <a:cubicBezTo>
                    <a:pt x="1069" y="3573"/>
                    <a:pt x="2606" y="2563"/>
                    <a:pt x="2679" y="2373"/>
                  </a:cubicBezTo>
                  <a:cubicBezTo>
                    <a:pt x="2702" y="2310"/>
                    <a:pt x="2641" y="2289"/>
                    <a:pt x="2546" y="2289"/>
                  </a:cubicBezTo>
                  <a:cubicBezTo>
                    <a:pt x="2330" y="2289"/>
                    <a:pt x="1933" y="2402"/>
                    <a:pt x="1933" y="2402"/>
                  </a:cubicBezTo>
                  <a:cubicBezTo>
                    <a:pt x="1933" y="2402"/>
                    <a:pt x="2738" y="2080"/>
                    <a:pt x="2811" y="1875"/>
                  </a:cubicBezTo>
                  <a:cubicBezTo>
                    <a:pt x="2832" y="1818"/>
                    <a:pt x="2754" y="1797"/>
                    <a:pt x="2630" y="1797"/>
                  </a:cubicBezTo>
                  <a:cubicBezTo>
                    <a:pt x="2313" y="1797"/>
                    <a:pt x="1699" y="1933"/>
                    <a:pt x="1699" y="1933"/>
                  </a:cubicBezTo>
                  <a:cubicBezTo>
                    <a:pt x="1699" y="1933"/>
                    <a:pt x="2884" y="1611"/>
                    <a:pt x="2811" y="1363"/>
                  </a:cubicBezTo>
                  <a:cubicBezTo>
                    <a:pt x="2788" y="1278"/>
                    <a:pt x="2636" y="1249"/>
                    <a:pt x="2440" y="1249"/>
                  </a:cubicBezTo>
                  <a:cubicBezTo>
                    <a:pt x="2027" y="1249"/>
                    <a:pt x="1420" y="1377"/>
                    <a:pt x="1420" y="1377"/>
                  </a:cubicBezTo>
                  <a:cubicBezTo>
                    <a:pt x="1420" y="1377"/>
                    <a:pt x="2753" y="997"/>
                    <a:pt x="2738" y="704"/>
                  </a:cubicBezTo>
                  <a:cubicBezTo>
                    <a:pt x="2735" y="640"/>
                    <a:pt x="2649" y="615"/>
                    <a:pt x="2516" y="615"/>
                  </a:cubicBezTo>
                  <a:cubicBezTo>
                    <a:pt x="2037" y="615"/>
                    <a:pt x="952" y="938"/>
                    <a:pt x="952" y="938"/>
                  </a:cubicBezTo>
                  <a:cubicBezTo>
                    <a:pt x="1259" y="499"/>
                    <a:pt x="1142" y="45"/>
                    <a:pt x="1025" y="1"/>
                  </a:cubicBezTo>
                  <a:cubicBezTo>
                    <a:pt x="1024" y="1"/>
                    <a:pt x="1022" y="1"/>
                    <a:pt x="1021" y="1"/>
                  </a:cubicBezTo>
                  <a:close/>
                </a:path>
              </a:pathLst>
            </a:custGeom>
            <a:solidFill>
              <a:srgbClr val="E480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3404857" y="2131832"/>
              <a:ext cx="695632" cy="695446"/>
            </a:xfrm>
            <a:custGeom>
              <a:avLst/>
              <a:gdLst/>
              <a:ahLst/>
              <a:cxnLst/>
              <a:rect l="l" t="t" r="r" b="b"/>
              <a:pathLst>
                <a:path w="11258" h="11255" extrusionOk="0">
                  <a:moveTo>
                    <a:pt x="1903" y="0"/>
                  </a:moveTo>
                  <a:lnTo>
                    <a:pt x="264" y="1244"/>
                  </a:lnTo>
                  <a:cubicBezTo>
                    <a:pt x="264" y="1244"/>
                    <a:pt x="0" y="5051"/>
                    <a:pt x="1362" y="8828"/>
                  </a:cubicBezTo>
                  <a:cubicBezTo>
                    <a:pt x="2035" y="10724"/>
                    <a:pt x="3206" y="11254"/>
                    <a:pt x="4319" y="11254"/>
                  </a:cubicBezTo>
                  <a:cubicBezTo>
                    <a:pt x="5431" y="11254"/>
                    <a:pt x="6485" y="10724"/>
                    <a:pt x="6925" y="10497"/>
                  </a:cubicBezTo>
                  <a:cubicBezTo>
                    <a:pt x="7803" y="10043"/>
                    <a:pt x="11258" y="8140"/>
                    <a:pt x="11258" y="8140"/>
                  </a:cubicBezTo>
                  <a:lnTo>
                    <a:pt x="9779" y="5783"/>
                  </a:lnTo>
                  <a:cubicBezTo>
                    <a:pt x="9779" y="5783"/>
                    <a:pt x="7642" y="6925"/>
                    <a:pt x="5197" y="7847"/>
                  </a:cubicBezTo>
                  <a:cubicBezTo>
                    <a:pt x="5169" y="7857"/>
                    <a:pt x="5140" y="7863"/>
                    <a:pt x="5111" y="7863"/>
                  </a:cubicBezTo>
                  <a:cubicBezTo>
                    <a:pt x="3963" y="7863"/>
                    <a:pt x="1903" y="0"/>
                    <a:pt x="19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2"/>
            <p:cNvSpPr/>
            <p:nvPr/>
          </p:nvSpPr>
          <p:spPr>
            <a:xfrm>
              <a:off x="3009509" y="2072265"/>
              <a:ext cx="575388" cy="770089"/>
            </a:xfrm>
            <a:custGeom>
              <a:avLst/>
              <a:gdLst/>
              <a:ahLst/>
              <a:cxnLst/>
              <a:rect l="l" t="t" r="r" b="b"/>
              <a:pathLst>
                <a:path w="9312" h="12463" extrusionOk="0">
                  <a:moveTo>
                    <a:pt x="4580" y="1"/>
                  </a:moveTo>
                  <a:cubicBezTo>
                    <a:pt x="3653" y="1"/>
                    <a:pt x="2762" y="110"/>
                    <a:pt x="2197" y="335"/>
                  </a:cubicBezTo>
                  <a:cubicBezTo>
                    <a:pt x="2197" y="335"/>
                    <a:pt x="191" y="1169"/>
                    <a:pt x="1" y="3014"/>
                  </a:cubicBezTo>
                  <a:lnTo>
                    <a:pt x="1" y="7581"/>
                  </a:lnTo>
                  <a:lnTo>
                    <a:pt x="15" y="10802"/>
                  </a:lnTo>
                  <a:cubicBezTo>
                    <a:pt x="15" y="11329"/>
                    <a:pt x="454" y="11768"/>
                    <a:pt x="981" y="11797"/>
                  </a:cubicBezTo>
                  <a:cubicBezTo>
                    <a:pt x="2430" y="11826"/>
                    <a:pt x="4981" y="12462"/>
                    <a:pt x="6961" y="12462"/>
                  </a:cubicBezTo>
                  <a:cubicBezTo>
                    <a:pt x="7963" y="12462"/>
                    <a:pt x="8819" y="12299"/>
                    <a:pt x="9311" y="11812"/>
                  </a:cubicBezTo>
                  <a:lnTo>
                    <a:pt x="8418" y="6249"/>
                  </a:lnTo>
                  <a:lnTo>
                    <a:pt x="7701" y="525"/>
                  </a:lnTo>
                  <a:cubicBezTo>
                    <a:pt x="7011" y="180"/>
                    <a:pt x="5766" y="1"/>
                    <a:pt x="45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2"/>
            <p:cNvSpPr/>
            <p:nvPr/>
          </p:nvSpPr>
          <p:spPr>
            <a:xfrm>
              <a:off x="3209408" y="1731975"/>
              <a:ext cx="311236" cy="393355"/>
            </a:xfrm>
            <a:custGeom>
              <a:avLst/>
              <a:gdLst/>
              <a:ahLst/>
              <a:cxnLst/>
              <a:rect l="l" t="t" r="r" b="b"/>
              <a:pathLst>
                <a:path w="5037" h="6366" extrusionOk="0">
                  <a:moveTo>
                    <a:pt x="2662" y="0"/>
                  </a:moveTo>
                  <a:cubicBezTo>
                    <a:pt x="1390" y="0"/>
                    <a:pt x="1333" y="586"/>
                    <a:pt x="1333" y="586"/>
                  </a:cubicBezTo>
                  <a:lnTo>
                    <a:pt x="1333" y="1596"/>
                  </a:lnTo>
                  <a:cubicBezTo>
                    <a:pt x="1333" y="1596"/>
                    <a:pt x="997" y="1358"/>
                    <a:pt x="679" y="1358"/>
                  </a:cubicBezTo>
                  <a:cubicBezTo>
                    <a:pt x="446" y="1358"/>
                    <a:pt x="222" y="1486"/>
                    <a:pt x="147" y="1933"/>
                  </a:cubicBezTo>
                  <a:cubicBezTo>
                    <a:pt x="1" y="2738"/>
                    <a:pt x="777" y="2899"/>
                    <a:pt x="777" y="2899"/>
                  </a:cubicBezTo>
                  <a:lnTo>
                    <a:pt x="601" y="5256"/>
                  </a:lnTo>
                  <a:cubicBezTo>
                    <a:pt x="587" y="5563"/>
                    <a:pt x="674" y="5886"/>
                    <a:pt x="894" y="6105"/>
                  </a:cubicBezTo>
                  <a:cubicBezTo>
                    <a:pt x="1097" y="6296"/>
                    <a:pt x="1327" y="6366"/>
                    <a:pt x="1555" y="6366"/>
                  </a:cubicBezTo>
                  <a:cubicBezTo>
                    <a:pt x="1905" y="6366"/>
                    <a:pt x="2251" y="6203"/>
                    <a:pt x="2490" y="6061"/>
                  </a:cubicBezTo>
                  <a:cubicBezTo>
                    <a:pt x="2665" y="5929"/>
                    <a:pt x="2782" y="5754"/>
                    <a:pt x="2782" y="5534"/>
                  </a:cubicBezTo>
                  <a:lnTo>
                    <a:pt x="2782" y="4905"/>
                  </a:lnTo>
                  <a:lnTo>
                    <a:pt x="3632" y="4905"/>
                  </a:lnTo>
                  <a:cubicBezTo>
                    <a:pt x="5037" y="4831"/>
                    <a:pt x="4788" y="396"/>
                    <a:pt x="4788" y="396"/>
                  </a:cubicBezTo>
                  <a:cubicBezTo>
                    <a:pt x="4788" y="57"/>
                    <a:pt x="4135" y="44"/>
                    <a:pt x="4039" y="44"/>
                  </a:cubicBezTo>
                  <a:cubicBezTo>
                    <a:pt x="4031" y="44"/>
                    <a:pt x="4027" y="44"/>
                    <a:pt x="4027" y="44"/>
                  </a:cubicBezTo>
                  <a:lnTo>
                    <a:pt x="2709" y="0"/>
                  </a:lnTo>
                  <a:cubicBezTo>
                    <a:pt x="2693" y="0"/>
                    <a:pt x="2678" y="0"/>
                    <a:pt x="2662" y="0"/>
                  </a:cubicBezTo>
                  <a:close/>
                </a:path>
              </a:pathLst>
            </a:custGeom>
            <a:solidFill>
              <a:srgbClr val="FF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2"/>
            <p:cNvSpPr/>
            <p:nvPr/>
          </p:nvSpPr>
          <p:spPr>
            <a:xfrm>
              <a:off x="3440141" y="1860441"/>
              <a:ext cx="15386" cy="80574"/>
            </a:xfrm>
            <a:custGeom>
              <a:avLst/>
              <a:gdLst/>
              <a:ahLst/>
              <a:cxnLst/>
              <a:rect l="l" t="t" r="r" b="b"/>
              <a:pathLst>
                <a:path w="249" h="1304" extrusionOk="0">
                  <a:moveTo>
                    <a:pt x="205" y="0"/>
                  </a:moveTo>
                  <a:cubicBezTo>
                    <a:pt x="176" y="0"/>
                    <a:pt x="161" y="322"/>
                    <a:pt x="161" y="718"/>
                  </a:cubicBezTo>
                  <a:cubicBezTo>
                    <a:pt x="161" y="908"/>
                    <a:pt x="205" y="1113"/>
                    <a:pt x="146" y="1201"/>
                  </a:cubicBezTo>
                  <a:cubicBezTo>
                    <a:pt x="117" y="1230"/>
                    <a:pt x="88" y="1274"/>
                    <a:pt x="44" y="1274"/>
                  </a:cubicBezTo>
                  <a:cubicBezTo>
                    <a:pt x="15" y="1289"/>
                    <a:pt x="0" y="1289"/>
                    <a:pt x="0" y="1289"/>
                  </a:cubicBezTo>
                  <a:cubicBezTo>
                    <a:pt x="0" y="1289"/>
                    <a:pt x="15" y="1303"/>
                    <a:pt x="44" y="1303"/>
                  </a:cubicBezTo>
                  <a:cubicBezTo>
                    <a:pt x="88" y="1303"/>
                    <a:pt x="146" y="1274"/>
                    <a:pt x="205" y="1215"/>
                  </a:cubicBezTo>
                  <a:cubicBezTo>
                    <a:pt x="234" y="1171"/>
                    <a:pt x="249" y="1069"/>
                    <a:pt x="249" y="981"/>
                  </a:cubicBezTo>
                  <a:lnTo>
                    <a:pt x="249" y="703"/>
                  </a:lnTo>
                  <a:cubicBezTo>
                    <a:pt x="249" y="322"/>
                    <a:pt x="220" y="0"/>
                    <a:pt x="2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2"/>
            <p:cNvSpPr/>
            <p:nvPr/>
          </p:nvSpPr>
          <p:spPr>
            <a:xfrm>
              <a:off x="3391263" y="1862233"/>
              <a:ext cx="5499" cy="20885"/>
            </a:xfrm>
            <a:custGeom>
              <a:avLst/>
              <a:gdLst/>
              <a:ahLst/>
              <a:cxnLst/>
              <a:rect l="l" t="t" r="r" b="b"/>
              <a:pathLst>
                <a:path w="89" h="338" extrusionOk="0">
                  <a:moveTo>
                    <a:pt x="44" y="1"/>
                  </a:moveTo>
                  <a:cubicBezTo>
                    <a:pt x="15" y="1"/>
                    <a:pt x="0" y="74"/>
                    <a:pt x="0" y="162"/>
                  </a:cubicBezTo>
                  <a:cubicBezTo>
                    <a:pt x="0" y="264"/>
                    <a:pt x="44" y="337"/>
                    <a:pt x="59" y="337"/>
                  </a:cubicBezTo>
                  <a:cubicBezTo>
                    <a:pt x="74" y="337"/>
                    <a:pt x="88" y="264"/>
                    <a:pt x="88" y="162"/>
                  </a:cubicBezTo>
                  <a:cubicBezTo>
                    <a:pt x="88" y="74"/>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3480800" y="1861306"/>
              <a:ext cx="5499" cy="19958"/>
            </a:xfrm>
            <a:custGeom>
              <a:avLst/>
              <a:gdLst/>
              <a:ahLst/>
              <a:cxnLst/>
              <a:rect l="l" t="t" r="r" b="b"/>
              <a:pathLst>
                <a:path w="89" h="323" extrusionOk="0">
                  <a:moveTo>
                    <a:pt x="30" y="1"/>
                  </a:moveTo>
                  <a:cubicBezTo>
                    <a:pt x="15" y="1"/>
                    <a:pt x="1" y="74"/>
                    <a:pt x="1" y="162"/>
                  </a:cubicBezTo>
                  <a:cubicBezTo>
                    <a:pt x="1" y="250"/>
                    <a:pt x="30" y="323"/>
                    <a:pt x="59" y="323"/>
                  </a:cubicBezTo>
                  <a:cubicBezTo>
                    <a:pt x="74" y="323"/>
                    <a:pt x="89" y="250"/>
                    <a:pt x="89" y="162"/>
                  </a:cubicBezTo>
                  <a:cubicBezTo>
                    <a:pt x="89" y="74"/>
                    <a:pt x="59" y="1"/>
                    <a:pt x="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a:off x="3333364" y="2005158"/>
              <a:ext cx="48938" cy="85085"/>
            </a:xfrm>
            <a:custGeom>
              <a:avLst/>
              <a:gdLst/>
              <a:ahLst/>
              <a:cxnLst/>
              <a:rect l="l" t="t" r="r" b="b"/>
              <a:pathLst>
                <a:path w="792" h="1377" extrusionOk="0">
                  <a:moveTo>
                    <a:pt x="30" y="1"/>
                  </a:moveTo>
                  <a:lnTo>
                    <a:pt x="30" y="1"/>
                  </a:lnTo>
                  <a:cubicBezTo>
                    <a:pt x="1" y="235"/>
                    <a:pt x="1" y="484"/>
                    <a:pt x="74" y="718"/>
                  </a:cubicBezTo>
                  <a:cubicBezTo>
                    <a:pt x="147" y="967"/>
                    <a:pt x="293" y="1186"/>
                    <a:pt x="513" y="1289"/>
                  </a:cubicBezTo>
                  <a:cubicBezTo>
                    <a:pt x="586" y="1333"/>
                    <a:pt x="718" y="1377"/>
                    <a:pt x="718" y="1377"/>
                  </a:cubicBezTo>
                  <a:cubicBezTo>
                    <a:pt x="718" y="1362"/>
                    <a:pt x="762" y="1216"/>
                    <a:pt x="762" y="1201"/>
                  </a:cubicBezTo>
                  <a:cubicBezTo>
                    <a:pt x="791" y="952"/>
                    <a:pt x="791" y="762"/>
                    <a:pt x="762" y="469"/>
                  </a:cubicBezTo>
                  <a:cubicBezTo>
                    <a:pt x="469" y="396"/>
                    <a:pt x="206" y="220"/>
                    <a:pt x="30" y="1"/>
                  </a:cubicBezTo>
                  <a:close/>
                </a:path>
              </a:pathLst>
            </a:custGeom>
            <a:solidFill>
              <a:srgbClr val="BA6136">
                <a:alpha val="25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2"/>
            <p:cNvSpPr/>
            <p:nvPr/>
          </p:nvSpPr>
          <p:spPr>
            <a:xfrm>
              <a:off x="3243826" y="1839617"/>
              <a:ext cx="40781" cy="54313"/>
            </a:xfrm>
            <a:custGeom>
              <a:avLst/>
              <a:gdLst/>
              <a:ahLst/>
              <a:cxnLst/>
              <a:rect l="l" t="t" r="r" b="b"/>
              <a:pathLst>
                <a:path w="660" h="879" extrusionOk="0">
                  <a:moveTo>
                    <a:pt x="88" y="1"/>
                  </a:moveTo>
                  <a:cubicBezTo>
                    <a:pt x="88" y="15"/>
                    <a:pt x="132" y="44"/>
                    <a:pt x="234" y="88"/>
                  </a:cubicBezTo>
                  <a:cubicBezTo>
                    <a:pt x="292" y="127"/>
                    <a:pt x="355" y="177"/>
                    <a:pt x="413" y="257"/>
                  </a:cubicBezTo>
                  <a:lnTo>
                    <a:pt x="413" y="257"/>
                  </a:lnTo>
                  <a:cubicBezTo>
                    <a:pt x="395" y="249"/>
                    <a:pt x="375" y="241"/>
                    <a:pt x="352" y="235"/>
                  </a:cubicBezTo>
                  <a:cubicBezTo>
                    <a:pt x="333" y="231"/>
                    <a:pt x="315" y="229"/>
                    <a:pt x="297" y="229"/>
                  </a:cubicBezTo>
                  <a:cubicBezTo>
                    <a:pt x="243" y="229"/>
                    <a:pt x="191" y="246"/>
                    <a:pt x="147" y="279"/>
                  </a:cubicBezTo>
                  <a:cubicBezTo>
                    <a:pt x="103" y="308"/>
                    <a:pt x="59" y="367"/>
                    <a:pt x="44" y="425"/>
                  </a:cubicBezTo>
                  <a:cubicBezTo>
                    <a:pt x="0" y="528"/>
                    <a:pt x="44" y="645"/>
                    <a:pt x="103" y="718"/>
                  </a:cubicBezTo>
                  <a:cubicBezTo>
                    <a:pt x="191" y="864"/>
                    <a:pt x="293" y="879"/>
                    <a:pt x="293" y="879"/>
                  </a:cubicBezTo>
                  <a:cubicBezTo>
                    <a:pt x="322" y="879"/>
                    <a:pt x="234" y="820"/>
                    <a:pt x="147" y="689"/>
                  </a:cubicBezTo>
                  <a:cubicBezTo>
                    <a:pt x="117" y="615"/>
                    <a:pt x="103" y="542"/>
                    <a:pt x="132" y="454"/>
                  </a:cubicBezTo>
                  <a:cubicBezTo>
                    <a:pt x="145" y="376"/>
                    <a:pt x="229" y="320"/>
                    <a:pt x="309" y="320"/>
                  </a:cubicBezTo>
                  <a:cubicBezTo>
                    <a:pt x="319" y="320"/>
                    <a:pt x="328" y="321"/>
                    <a:pt x="337" y="323"/>
                  </a:cubicBezTo>
                  <a:cubicBezTo>
                    <a:pt x="410" y="352"/>
                    <a:pt x="469" y="381"/>
                    <a:pt x="513" y="425"/>
                  </a:cubicBezTo>
                  <a:lnTo>
                    <a:pt x="659" y="513"/>
                  </a:lnTo>
                  <a:lnTo>
                    <a:pt x="600" y="367"/>
                  </a:lnTo>
                  <a:cubicBezTo>
                    <a:pt x="498" y="176"/>
                    <a:pt x="381" y="88"/>
                    <a:pt x="264" y="44"/>
                  </a:cubicBezTo>
                  <a:cubicBezTo>
                    <a:pt x="147" y="1"/>
                    <a:pt x="88" y="1"/>
                    <a:pt x="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2"/>
            <p:cNvSpPr/>
            <p:nvPr/>
          </p:nvSpPr>
          <p:spPr>
            <a:xfrm>
              <a:off x="3394909" y="1949916"/>
              <a:ext cx="42573" cy="24160"/>
            </a:xfrm>
            <a:custGeom>
              <a:avLst/>
              <a:gdLst/>
              <a:ahLst/>
              <a:cxnLst/>
              <a:rect l="l" t="t" r="r" b="b"/>
              <a:pathLst>
                <a:path w="689" h="391" extrusionOk="0">
                  <a:moveTo>
                    <a:pt x="2" y="1"/>
                  </a:moveTo>
                  <a:cubicBezTo>
                    <a:pt x="1" y="1"/>
                    <a:pt x="1" y="1"/>
                    <a:pt x="0" y="2"/>
                  </a:cubicBezTo>
                  <a:cubicBezTo>
                    <a:pt x="0" y="2"/>
                    <a:pt x="0" y="60"/>
                    <a:pt x="29" y="133"/>
                  </a:cubicBezTo>
                  <a:cubicBezTo>
                    <a:pt x="73" y="206"/>
                    <a:pt x="161" y="280"/>
                    <a:pt x="264" y="338"/>
                  </a:cubicBezTo>
                  <a:cubicBezTo>
                    <a:pt x="342" y="377"/>
                    <a:pt x="426" y="390"/>
                    <a:pt x="496" y="390"/>
                  </a:cubicBezTo>
                  <a:cubicBezTo>
                    <a:pt x="530" y="390"/>
                    <a:pt x="561" y="387"/>
                    <a:pt x="586" y="382"/>
                  </a:cubicBezTo>
                  <a:cubicBezTo>
                    <a:pt x="659" y="353"/>
                    <a:pt x="688" y="338"/>
                    <a:pt x="688" y="324"/>
                  </a:cubicBezTo>
                  <a:cubicBezTo>
                    <a:pt x="673" y="280"/>
                    <a:pt x="498" y="338"/>
                    <a:pt x="307" y="250"/>
                  </a:cubicBezTo>
                  <a:cubicBezTo>
                    <a:pt x="110" y="180"/>
                    <a:pt x="21" y="1"/>
                    <a:pt x="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3386752" y="1946703"/>
              <a:ext cx="13594" cy="13408"/>
            </a:xfrm>
            <a:custGeom>
              <a:avLst/>
              <a:gdLst/>
              <a:ahLst/>
              <a:cxnLst/>
              <a:rect l="l" t="t" r="r" b="b"/>
              <a:pathLst>
                <a:path w="220" h="217" extrusionOk="0">
                  <a:moveTo>
                    <a:pt x="184" y="1"/>
                  </a:moveTo>
                  <a:cubicBezTo>
                    <a:pt x="154" y="1"/>
                    <a:pt x="111" y="11"/>
                    <a:pt x="73" y="39"/>
                  </a:cubicBezTo>
                  <a:cubicBezTo>
                    <a:pt x="0" y="112"/>
                    <a:pt x="0" y="215"/>
                    <a:pt x="15" y="215"/>
                  </a:cubicBezTo>
                  <a:cubicBezTo>
                    <a:pt x="18" y="216"/>
                    <a:pt x="21" y="217"/>
                    <a:pt x="24" y="217"/>
                  </a:cubicBezTo>
                  <a:cubicBezTo>
                    <a:pt x="51" y="217"/>
                    <a:pt x="80" y="164"/>
                    <a:pt x="132" y="112"/>
                  </a:cubicBezTo>
                  <a:cubicBezTo>
                    <a:pt x="191" y="83"/>
                    <a:pt x="220" y="24"/>
                    <a:pt x="220" y="10"/>
                  </a:cubicBezTo>
                  <a:cubicBezTo>
                    <a:pt x="215" y="4"/>
                    <a:pt x="201"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3285413" y="1722954"/>
              <a:ext cx="230724" cy="107144"/>
            </a:xfrm>
            <a:custGeom>
              <a:avLst/>
              <a:gdLst/>
              <a:ahLst/>
              <a:cxnLst/>
              <a:rect l="l" t="t" r="r" b="b"/>
              <a:pathLst>
                <a:path w="3734" h="1734" extrusionOk="0">
                  <a:moveTo>
                    <a:pt x="1025" y="0"/>
                  </a:moveTo>
                  <a:cubicBezTo>
                    <a:pt x="733" y="0"/>
                    <a:pt x="411" y="29"/>
                    <a:pt x="220" y="220"/>
                  </a:cubicBezTo>
                  <a:cubicBezTo>
                    <a:pt x="1" y="439"/>
                    <a:pt x="15" y="791"/>
                    <a:pt x="30" y="1098"/>
                  </a:cubicBezTo>
                  <a:cubicBezTo>
                    <a:pt x="30" y="1274"/>
                    <a:pt x="45" y="1464"/>
                    <a:pt x="191" y="1581"/>
                  </a:cubicBezTo>
                  <a:cubicBezTo>
                    <a:pt x="264" y="1654"/>
                    <a:pt x="381" y="1669"/>
                    <a:pt x="469" y="1684"/>
                  </a:cubicBezTo>
                  <a:cubicBezTo>
                    <a:pt x="608" y="1714"/>
                    <a:pt x="755" y="1733"/>
                    <a:pt x="900" y="1733"/>
                  </a:cubicBezTo>
                  <a:cubicBezTo>
                    <a:pt x="1029" y="1733"/>
                    <a:pt x="1157" y="1718"/>
                    <a:pt x="1274" y="1684"/>
                  </a:cubicBezTo>
                  <a:cubicBezTo>
                    <a:pt x="1524" y="1600"/>
                    <a:pt x="1748" y="1411"/>
                    <a:pt x="1795" y="1167"/>
                  </a:cubicBezTo>
                  <a:lnTo>
                    <a:pt x="1795" y="1167"/>
                  </a:lnTo>
                  <a:cubicBezTo>
                    <a:pt x="1772" y="1334"/>
                    <a:pt x="1776" y="1523"/>
                    <a:pt x="1831" y="1713"/>
                  </a:cubicBezTo>
                  <a:cubicBezTo>
                    <a:pt x="1960" y="1493"/>
                    <a:pt x="2090" y="1295"/>
                    <a:pt x="2219" y="1100"/>
                  </a:cubicBezTo>
                  <a:lnTo>
                    <a:pt x="2219" y="1100"/>
                  </a:lnTo>
                  <a:cubicBezTo>
                    <a:pt x="2150" y="1246"/>
                    <a:pt x="2188" y="1438"/>
                    <a:pt x="2299" y="1537"/>
                  </a:cubicBezTo>
                  <a:cubicBezTo>
                    <a:pt x="2418" y="1656"/>
                    <a:pt x="2596" y="1715"/>
                    <a:pt x="2758" y="1715"/>
                  </a:cubicBezTo>
                  <a:cubicBezTo>
                    <a:pt x="2776" y="1715"/>
                    <a:pt x="2794" y="1714"/>
                    <a:pt x="2811" y="1713"/>
                  </a:cubicBezTo>
                  <a:cubicBezTo>
                    <a:pt x="3002" y="1684"/>
                    <a:pt x="3514" y="1566"/>
                    <a:pt x="3675" y="1493"/>
                  </a:cubicBezTo>
                  <a:lnTo>
                    <a:pt x="3734" y="834"/>
                  </a:lnTo>
                  <a:cubicBezTo>
                    <a:pt x="3734" y="512"/>
                    <a:pt x="3514" y="249"/>
                    <a:pt x="3192" y="176"/>
                  </a:cubicBezTo>
                  <a:cubicBezTo>
                    <a:pt x="3090" y="132"/>
                    <a:pt x="2972" y="132"/>
                    <a:pt x="2885" y="117"/>
                  </a:cubicBezTo>
                  <a:cubicBezTo>
                    <a:pt x="2270" y="44"/>
                    <a:pt x="1640" y="0"/>
                    <a:pt x="10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3263723" y="2072574"/>
              <a:ext cx="18166" cy="17487"/>
            </a:xfrm>
            <a:custGeom>
              <a:avLst/>
              <a:gdLst/>
              <a:ahLst/>
              <a:cxnLst/>
              <a:rect l="l" t="t" r="r" b="b"/>
              <a:pathLst>
                <a:path w="294" h="283" extrusionOk="0">
                  <a:moveTo>
                    <a:pt x="25" y="1"/>
                  </a:moveTo>
                  <a:cubicBezTo>
                    <a:pt x="21" y="1"/>
                    <a:pt x="17" y="3"/>
                    <a:pt x="15" y="8"/>
                  </a:cubicBezTo>
                  <a:cubicBezTo>
                    <a:pt x="0" y="8"/>
                    <a:pt x="15" y="95"/>
                    <a:pt x="103" y="183"/>
                  </a:cubicBezTo>
                  <a:cubicBezTo>
                    <a:pt x="158" y="249"/>
                    <a:pt x="229" y="282"/>
                    <a:pt x="267" y="282"/>
                  </a:cubicBezTo>
                  <a:cubicBezTo>
                    <a:pt x="280" y="282"/>
                    <a:pt x="289" y="278"/>
                    <a:pt x="293" y="271"/>
                  </a:cubicBezTo>
                  <a:cubicBezTo>
                    <a:pt x="293" y="242"/>
                    <a:pt x="235" y="183"/>
                    <a:pt x="161" y="125"/>
                  </a:cubicBezTo>
                  <a:cubicBezTo>
                    <a:pt x="99" y="63"/>
                    <a:pt x="48" y="1"/>
                    <a:pt x="25" y="1"/>
                  </a:cubicBezTo>
                  <a:close/>
                </a:path>
              </a:pathLst>
            </a:custGeom>
            <a:solidFill>
              <a:srgbClr val="FFA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2410679" y="2189732"/>
              <a:ext cx="763539" cy="532383"/>
            </a:xfrm>
            <a:custGeom>
              <a:avLst/>
              <a:gdLst/>
              <a:ahLst/>
              <a:cxnLst/>
              <a:rect l="l" t="t" r="r" b="b"/>
              <a:pathLst>
                <a:path w="12357" h="8616" extrusionOk="0">
                  <a:moveTo>
                    <a:pt x="9955" y="0"/>
                  </a:moveTo>
                  <a:cubicBezTo>
                    <a:pt x="9955" y="0"/>
                    <a:pt x="7035" y="5008"/>
                    <a:pt x="5938" y="5008"/>
                  </a:cubicBezTo>
                  <a:cubicBezTo>
                    <a:pt x="5863" y="5008"/>
                    <a:pt x="5796" y="4985"/>
                    <a:pt x="5739" y="4934"/>
                  </a:cubicBezTo>
                  <a:cubicBezTo>
                    <a:pt x="3792" y="3177"/>
                    <a:pt x="2240" y="1332"/>
                    <a:pt x="2240" y="1332"/>
                  </a:cubicBezTo>
                  <a:lnTo>
                    <a:pt x="0" y="2972"/>
                  </a:lnTo>
                  <a:cubicBezTo>
                    <a:pt x="0" y="2972"/>
                    <a:pt x="2533" y="5988"/>
                    <a:pt x="3177" y="6749"/>
                  </a:cubicBezTo>
                  <a:cubicBezTo>
                    <a:pt x="3593" y="7242"/>
                    <a:pt x="4832" y="8615"/>
                    <a:pt x="6384" y="8615"/>
                  </a:cubicBezTo>
                  <a:cubicBezTo>
                    <a:pt x="7183" y="8615"/>
                    <a:pt x="8064" y="8252"/>
                    <a:pt x="8960" y="7217"/>
                  </a:cubicBezTo>
                  <a:cubicBezTo>
                    <a:pt x="11595" y="4187"/>
                    <a:pt x="12356" y="1552"/>
                    <a:pt x="12356" y="1552"/>
                  </a:cubicBezTo>
                  <a:lnTo>
                    <a:pt x="995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2359082" y="2150617"/>
              <a:ext cx="200014" cy="237953"/>
            </a:xfrm>
            <a:custGeom>
              <a:avLst/>
              <a:gdLst/>
              <a:ahLst/>
              <a:cxnLst/>
              <a:rect l="l" t="t" r="r" b="b"/>
              <a:pathLst>
                <a:path w="3237" h="3851" extrusionOk="0">
                  <a:moveTo>
                    <a:pt x="903" y="0"/>
                  </a:moveTo>
                  <a:cubicBezTo>
                    <a:pt x="872" y="0"/>
                    <a:pt x="849" y="11"/>
                    <a:pt x="835" y="33"/>
                  </a:cubicBezTo>
                  <a:cubicBezTo>
                    <a:pt x="660" y="311"/>
                    <a:pt x="1816" y="1394"/>
                    <a:pt x="1816" y="1394"/>
                  </a:cubicBezTo>
                  <a:cubicBezTo>
                    <a:pt x="1816" y="1394"/>
                    <a:pt x="851" y="629"/>
                    <a:pt x="514" y="629"/>
                  </a:cubicBezTo>
                  <a:cubicBezTo>
                    <a:pt x="476" y="629"/>
                    <a:pt x="445" y="640"/>
                    <a:pt x="425" y="662"/>
                  </a:cubicBezTo>
                  <a:cubicBezTo>
                    <a:pt x="220" y="882"/>
                    <a:pt x="1245" y="1819"/>
                    <a:pt x="1245" y="1819"/>
                  </a:cubicBezTo>
                  <a:cubicBezTo>
                    <a:pt x="1245" y="1819"/>
                    <a:pt x="402" y="1135"/>
                    <a:pt x="193" y="1135"/>
                  </a:cubicBezTo>
                  <a:cubicBezTo>
                    <a:pt x="165" y="1135"/>
                    <a:pt x="149" y="1147"/>
                    <a:pt x="147" y="1175"/>
                  </a:cubicBezTo>
                  <a:cubicBezTo>
                    <a:pt x="133" y="1409"/>
                    <a:pt x="747" y="2156"/>
                    <a:pt x="747" y="2156"/>
                  </a:cubicBezTo>
                  <a:cubicBezTo>
                    <a:pt x="747" y="2156"/>
                    <a:pt x="240" y="1689"/>
                    <a:pt x="70" y="1689"/>
                  </a:cubicBezTo>
                  <a:cubicBezTo>
                    <a:pt x="38" y="1689"/>
                    <a:pt x="18" y="1706"/>
                    <a:pt x="15" y="1746"/>
                  </a:cubicBezTo>
                  <a:cubicBezTo>
                    <a:pt x="1" y="1980"/>
                    <a:pt x="1011" y="3795"/>
                    <a:pt x="1011" y="3795"/>
                  </a:cubicBezTo>
                  <a:cubicBezTo>
                    <a:pt x="1041" y="3833"/>
                    <a:pt x="1084" y="3850"/>
                    <a:pt x="1137" y="3850"/>
                  </a:cubicBezTo>
                  <a:cubicBezTo>
                    <a:pt x="1667" y="3850"/>
                    <a:pt x="3236" y="2185"/>
                    <a:pt x="3236" y="2185"/>
                  </a:cubicBezTo>
                  <a:cubicBezTo>
                    <a:pt x="3236" y="2185"/>
                    <a:pt x="3090" y="252"/>
                    <a:pt x="2943" y="223"/>
                  </a:cubicBezTo>
                  <a:cubicBezTo>
                    <a:pt x="2936" y="221"/>
                    <a:pt x="2929" y="220"/>
                    <a:pt x="2920" y="220"/>
                  </a:cubicBezTo>
                  <a:cubicBezTo>
                    <a:pt x="2764" y="220"/>
                    <a:pt x="2449" y="619"/>
                    <a:pt x="2519" y="1204"/>
                  </a:cubicBezTo>
                  <a:cubicBezTo>
                    <a:pt x="2519" y="1204"/>
                    <a:pt x="1242" y="0"/>
                    <a:pt x="903" y="0"/>
                  </a:cubicBezTo>
                  <a:close/>
                </a:path>
              </a:pathLst>
            </a:custGeom>
            <a:solidFill>
              <a:srgbClr val="FF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2869302" y="2077826"/>
              <a:ext cx="332925" cy="1055435"/>
            </a:xfrm>
            <a:custGeom>
              <a:avLst/>
              <a:gdLst/>
              <a:ahLst/>
              <a:cxnLst/>
              <a:rect l="l" t="t" r="r" b="b"/>
              <a:pathLst>
                <a:path w="5388" h="17081" extrusionOk="0">
                  <a:moveTo>
                    <a:pt x="5233" y="0"/>
                  </a:moveTo>
                  <a:cubicBezTo>
                    <a:pt x="4395" y="0"/>
                    <a:pt x="3397" y="831"/>
                    <a:pt x="3397" y="845"/>
                  </a:cubicBezTo>
                  <a:cubicBezTo>
                    <a:pt x="2972" y="1138"/>
                    <a:pt x="2738" y="1533"/>
                    <a:pt x="2562" y="1840"/>
                  </a:cubicBezTo>
                  <a:lnTo>
                    <a:pt x="1" y="17080"/>
                  </a:lnTo>
                  <a:lnTo>
                    <a:pt x="1" y="17080"/>
                  </a:lnTo>
                  <a:lnTo>
                    <a:pt x="3002" y="17065"/>
                  </a:lnTo>
                  <a:lnTo>
                    <a:pt x="5388" y="10"/>
                  </a:lnTo>
                  <a:cubicBezTo>
                    <a:pt x="5337" y="3"/>
                    <a:pt x="5285" y="0"/>
                    <a:pt x="52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3403004" y="2078382"/>
              <a:ext cx="251547" cy="1039493"/>
            </a:xfrm>
            <a:custGeom>
              <a:avLst/>
              <a:gdLst/>
              <a:ahLst/>
              <a:cxnLst/>
              <a:rect l="l" t="t" r="r" b="b"/>
              <a:pathLst>
                <a:path w="4071" h="16823" extrusionOk="0">
                  <a:moveTo>
                    <a:pt x="58" y="1"/>
                  </a:moveTo>
                  <a:cubicBezTo>
                    <a:pt x="39" y="1"/>
                    <a:pt x="20" y="1"/>
                    <a:pt x="1" y="1"/>
                  </a:cubicBezTo>
                  <a:lnTo>
                    <a:pt x="821" y="16822"/>
                  </a:lnTo>
                  <a:lnTo>
                    <a:pt x="4071" y="16500"/>
                  </a:lnTo>
                  <a:lnTo>
                    <a:pt x="1948" y="880"/>
                  </a:lnTo>
                  <a:cubicBezTo>
                    <a:pt x="1933" y="865"/>
                    <a:pt x="1210" y="1"/>
                    <a:pt x="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2"/>
            <p:cNvSpPr/>
            <p:nvPr/>
          </p:nvSpPr>
          <p:spPr>
            <a:xfrm>
              <a:off x="3097255" y="2078444"/>
              <a:ext cx="104981" cy="364128"/>
            </a:xfrm>
            <a:custGeom>
              <a:avLst/>
              <a:gdLst/>
              <a:ahLst/>
              <a:cxnLst/>
              <a:rect l="l" t="t" r="r" b="b"/>
              <a:pathLst>
                <a:path w="1699" h="5893" extrusionOk="0">
                  <a:moveTo>
                    <a:pt x="1699" y="0"/>
                  </a:moveTo>
                  <a:cubicBezTo>
                    <a:pt x="1699" y="1"/>
                    <a:pt x="1" y="3163"/>
                    <a:pt x="235" y="4041"/>
                  </a:cubicBezTo>
                  <a:cubicBezTo>
                    <a:pt x="487" y="4880"/>
                    <a:pt x="778" y="5892"/>
                    <a:pt x="842" y="5892"/>
                  </a:cubicBezTo>
                  <a:cubicBezTo>
                    <a:pt x="845" y="5892"/>
                    <a:pt x="848" y="5890"/>
                    <a:pt x="850" y="5885"/>
                  </a:cubicBezTo>
                  <a:cubicBezTo>
                    <a:pt x="879" y="5812"/>
                    <a:pt x="1699" y="1"/>
                    <a:pt x="1699"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2"/>
            <p:cNvSpPr/>
            <p:nvPr/>
          </p:nvSpPr>
          <p:spPr>
            <a:xfrm>
              <a:off x="3403004" y="2078444"/>
              <a:ext cx="122221" cy="347383"/>
            </a:xfrm>
            <a:custGeom>
              <a:avLst/>
              <a:gdLst/>
              <a:ahLst/>
              <a:cxnLst/>
              <a:rect l="l" t="t" r="r" b="b"/>
              <a:pathLst>
                <a:path w="1978" h="5622" extrusionOk="0">
                  <a:moveTo>
                    <a:pt x="1" y="0"/>
                  </a:moveTo>
                  <a:lnTo>
                    <a:pt x="264" y="5622"/>
                  </a:lnTo>
                  <a:cubicBezTo>
                    <a:pt x="1977" y="3353"/>
                    <a:pt x="1" y="1"/>
                    <a:pt x="1"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2"/>
            <p:cNvSpPr/>
            <p:nvPr/>
          </p:nvSpPr>
          <p:spPr>
            <a:xfrm>
              <a:off x="3533262" y="2281060"/>
              <a:ext cx="82428" cy="551846"/>
            </a:xfrm>
            <a:custGeom>
              <a:avLst/>
              <a:gdLst/>
              <a:ahLst/>
              <a:cxnLst/>
              <a:rect l="l" t="t" r="r" b="b"/>
              <a:pathLst>
                <a:path w="1334" h="8931" extrusionOk="0">
                  <a:moveTo>
                    <a:pt x="1" y="1"/>
                  </a:moveTo>
                  <a:cubicBezTo>
                    <a:pt x="1" y="1"/>
                    <a:pt x="1" y="30"/>
                    <a:pt x="30" y="103"/>
                  </a:cubicBezTo>
                  <a:cubicBezTo>
                    <a:pt x="30" y="176"/>
                    <a:pt x="45" y="249"/>
                    <a:pt x="59" y="367"/>
                  </a:cubicBezTo>
                  <a:cubicBezTo>
                    <a:pt x="103" y="601"/>
                    <a:pt x="162" y="923"/>
                    <a:pt x="220" y="1318"/>
                  </a:cubicBezTo>
                  <a:cubicBezTo>
                    <a:pt x="367" y="2123"/>
                    <a:pt x="557" y="3236"/>
                    <a:pt x="733" y="4466"/>
                  </a:cubicBezTo>
                  <a:cubicBezTo>
                    <a:pt x="923" y="5710"/>
                    <a:pt x="1070" y="6823"/>
                    <a:pt x="1157" y="7628"/>
                  </a:cubicBezTo>
                  <a:cubicBezTo>
                    <a:pt x="1201" y="8008"/>
                    <a:pt x="1231" y="8330"/>
                    <a:pt x="1275" y="8579"/>
                  </a:cubicBezTo>
                  <a:cubicBezTo>
                    <a:pt x="1289" y="8667"/>
                    <a:pt x="1289" y="8755"/>
                    <a:pt x="1304" y="8828"/>
                  </a:cubicBezTo>
                  <a:cubicBezTo>
                    <a:pt x="1304" y="8887"/>
                    <a:pt x="1333" y="8931"/>
                    <a:pt x="1333" y="8931"/>
                  </a:cubicBezTo>
                  <a:lnTo>
                    <a:pt x="1333" y="8828"/>
                  </a:lnTo>
                  <a:cubicBezTo>
                    <a:pt x="1333" y="8755"/>
                    <a:pt x="1304" y="8682"/>
                    <a:pt x="1304" y="8579"/>
                  </a:cubicBezTo>
                  <a:cubicBezTo>
                    <a:pt x="1289" y="8330"/>
                    <a:pt x="1260" y="8008"/>
                    <a:pt x="1216" y="7613"/>
                  </a:cubicBezTo>
                  <a:cubicBezTo>
                    <a:pt x="1128" y="6808"/>
                    <a:pt x="996" y="5666"/>
                    <a:pt x="821" y="4436"/>
                  </a:cubicBezTo>
                  <a:cubicBezTo>
                    <a:pt x="630" y="3221"/>
                    <a:pt x="455" y="2094"/>
                    <a:pt x="279" y="1289"/>
                  </a:cubicBezTo>
                  <a:cubicBezTo>
                    <a:pt x="191" y="894"/>
                    <a:pt x="133" y="557"/>
                    <a:pt x="89" y="337"/>
                  </a:cubicBezTo>
                  <a:cubicBezTo>
                    <a:pt x="59" y="235"/>
                    <a:pt x="45" y="162"/>
                    <a:pt x="30" y="88"/>
                  </a:cubicBezTo>
                  <a:cubicBezTo>
                    <a:pt x="30" y="30"/>
                    <a:pt x="1" y="1"/>
                    <a:pt x="1" y="1"/>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2928994" y="2290144"/>
              <a:ext cx="105908" cy="480417"/>
            </a:xfrm>
            <a:custGeom>
              <a:avLst/>
              <a:gdLst/>
              <a:ahLst/>
              <a:cxnLst/>
              <a:rect l="l" t="t" r="r" b="b"/>
              <a:pathLst>
                <a:path w="1714" h="7775" extrusionOk="0">
                  <a:moveTo>
                    <a:pt x="1714" y="0"/>
                  </a:moveTo>
                  <a:lnTo>
                    <a:pt x="1714" y="0"/>
                  </a:lnTo>
                  <a:cubicBezTo>
                    <a:pt x="1714" y="0"/>
                    <a:pt x="1699" y="103"/>
                    <a:pt x="1611" y="249"/>
                  </a:cubicBezTo>
                  <a:cubicBezTo>
                    <a:pt x="1567" y="468"/>
                    <a:pt x="1523" y="747"/>
                    <a:pt x="1450" y="1098"/>
                  </a:cubicBezTo>
                  <a:cubicBezTo>
                    <a:pt x="1318" y="1801"/>
                    <a:pt x="1099" y="2782"/>
                    <a:pt x="864" y="3850"/>
                  </a:cubicBezTo>
                  <a:cubicBezTo>
                    <a:pt x="616" y="4934"/>
                    <a:pt x="396" y="5900"/>
                    <a:pt x="235" y="6617"/>
                  </a:cubicBezTo>
                  <a:cubicBezTo>
                    <a:pt x="162" y="6968"/>
                    <a:pt x="103" y="7232"/>
                    <a:pt x="59" y="7452"/>
                  </a:cubicBezTo>
                  <a:cubicBezTo>
                    <a:pt x="15" y="7656"/>
                    <a:pt x="1" y="7774"/>
                    <a:pt x="1" y="7774"/>
                  </a:cubicBezTo>
                  <a:cubicBezTo>
                    <a:pt x="1" y="7775"/>
                    <a:pt x="1" y="7775"/>
                    <a:pt x="1" y="7775"/>
                  </a:cubicBezTo>
                  <a:cubicBezTo>
                    <a:pt x="5" y="7775"/>
                    <a:pt x="34" y="7673"/>
                    <a:pt x="89" y="7481"/>
                  </a:cubicBezTo>
                  <a:cubicBezTo>
                    <a:pt x="147" y="7276"/>
                    <a:pt x="220" y="6998"/>
                    <a:pt x="308" y="6661"/>
                  </a:cubicBezTo>
                  <a:cubicBezTo>
                    <a:pt x="498" y="5958"/>
                    <a:pt x="733" y="4992"/>
                    <a:pt x="967" y="3909"/>
                  </a:cubicBezTo>
                  <a:cubicBezTo>
                    <a:pt x="1201" y="2855"/>
                    <a:pt x="1406" y="1859"/>
                    <a:pt x="1538" y="1142"/>
                  </a:cubicBezTo>
                  <a:cubicBezTo>
                    <a:pt x="1611" y="805"/>
                    <a:pt x="1640" y="512"/>
                    <a:pt x="1684" y="307"/>
                  </a:cubicBezTo>
                  <a:cubicBezTo>
                    <a:pt x="1714" y="103"/>
                    <a:pt x="1714" y="0"/>
                    <a:pt x="1714"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2925410" y="2835583"/>
              <a:ext cx="129388" cy="222877"/>
            </a:xfrm>
            <a:custGeom>
              <a:avLst/>
              <a:gdLst/>
              <a:ahLst/>
              <a:cxnLst/>
              <a:rect l="l" t="t" r="r" b="b"/>
              <a:pathLst>
                <a:path w="2094" h="3607" extrusionOk="0">
                  <a:moveTo>
                    <a:pt x="513" y="250"/>
                  </a:moveTo>
                  <a:cubicBezTo>
                    <a:pt x="502" y="250"/>
                    <a:pt x="499" y="256"/>
                    <a:pt x="508" y="290"/>
                  </a:cubicBezTo>
                  <a:lnTo>
                    <a:pt x="508" y="290"/>
                  </a:lnTo>
                  <a:cubicBezTo>
                    <a:pt x="513" y="263"/>
                    <a:pt x="513" y="250"/>
                    <a:pt x="513" y="250"/>
                  </a:cubicBezTo>
                  <a:close/>
                  <a:moveTo>
                    <a:pt x="508" y="290"/>
                  </a:moveTo>
                  <a:cubicBezTo>
                    <a:pt x="506" y="303"/>
                    <a:pt x="503" y="318"/>
                    <a:pt x="498" y="337"/>
                  </a:cubicBezTo>
                  <a:cubicBezTo>
                    <a:pt x="483" y="411"/>
                    <a:pt x="454" y="498"/>
                    <a:pt x="439" y="586"/>
                  </a:cubicBezTo>
                  <a:cubicBezTo>
                    <a:pt x="401" y="729"/>
                    <a:pt x="357" y="920"/>
                    <a:pt x="311" y="1145"/>
                  </a:cubicBezTo>
                  <a:lnTo>
                    <a:pt x="311" y="1145"/>
                  </a:lnTo>
                  <a:cubicBezTo>
                    <a:pt x="361" y="927"/>
                    <a:pt x="408" y="740"/>
                    <a:pt x="454" y="601"/>
                  </a:cubicBezTo>
                  <a:cubicBezTo>
                    <a:pt x="498" y="498"/>
                    <a:pt x="513" y="411"/>
                    <a:pt x="527" y="352"/>
                  </a:cubicBezTo>
                  <a:cubicBezTo>
                    <a:pt x="518" y="325"/>
                    <a:pt x="512" y="305"/>
                    <a:pt x="508" y="290"/>
                  </a:cubicBezTo>
                  <a:close/>
                  <a:moveTo>
                    <a:pt x="2094" y="1"/>
                  </a:moveTo>
                  <a:lnTo>
                    <a:pt x="2035" y="15"/>
                  </a:lnTo>
                  <a:cubicBezTo>
                    <a:pt x="1581" y="118"/>
                    <a:pt x="1215" y="206"/>
                    <a:pt x="937" y="264"/>
                  </a:cubicBezTo>
                  <a:cubicBezTo>
                    <a:pt x="820" y="293"/>
                    <a:pt x="717" y="308"/>
                    <a:pt x="644" y="337"/>
                  </a:cubicBezTo>
                  <a:cubicBezTo>
                    <a:pt x="571" y="352"/>
                    <a:pt x="527" y="367"/>
                    <a:pt x="527" y="367"/>
                  </a:cubicBezTo>
                  <a:cubicBezTo>
                    <a:pt x="527" y="367"/>
                    <a:pt x="571" y="367"/>
                    <a:pt x="644" y="352"/>
                  </a:cubicBezTo>
                  <a:cubicBezTo>
                    <a:pt x="717" y="337"/>
                    <a:pt x="805" y="308"/>
                    <a:pt x="937" y="293"/>
                  </a:cubicBezTo>
                  <a:cubicBezTo>
                    <a:pt x="1205" y="237"/>
                    <a:pt x="1554" y="194"/>
                    <a:pt x="1985" y="100"/>
                  </a:cubicBezTo>
                  <a:lnTo>
                    <a:pt x="1985" y="100"/>
                  </a:lnTo>
                  <a:cubicBezTo>
                    <a:pt x="1868" y="885"/>
                    <a:pt x="1690" y="1922"/>
                    <a:pt x="1186" y="2972"/>
                  </a:cubicBezTo>
                  <a:cubicBezTo>
                    <a:pt x="1113" y="3090"/>
                    <a:pt x="1040" y="3236"/>
                    <a:pt x="937" y="3338"/>
                  </a:cubicBezTo>
                  <a:cubicBezTo>
                    <a:pt x="820" y="3426"/>
                    <a:pt x="674" y="3499"/>
                    <a:pt x="556" y="3499"/>
                  </a:cubicBezTo>
                  <a:cubicBezTo>
                    <a:pt x="410" y="3499"/>
                    <a:pt x="278" y="3441"/>
                    <a:pt x="205" y="3338"/>
                  </a:cubicBezTo>
                  <a:cubicBezTo>
                    <a:pt x="117" y="3221"/>
                    <a:pt x="73" y="3090"/>
                    <a:pt x="59" y="2972"/>
                  </a:cubicBezTo>
                  <a:cubicBezTo>
                    <a:pt x="44" y="2694"/>
                    <a:pt x="88" y="2445"/>
                    <a:pt x="132" y="2197"/>
                  </a:cubicBezTo>
                  <a:cubicBezTo>
                    <a:pt x="161" y="1962"/>
                    <a:pt x="205" y="1743"/>
                    <a:pt x="234" y="1538"/>
                  </a:cubicBezTo>
                  <a:cubicBezTo>
                    <a:pt x="260" y="1399"/>
                    <a:pt x="286" y="1267"/>
                    <a:pt x="311" y="1145"/>
                  </a:cubicBezTo>
                  <a:lnTo>
                    <a:pt x="311" y="1145"/>
                  </a:lnTo>
                  <a:cubicBezTo>
                    <a:pt x="282" y="1271"/>
                    <a:pt x="252" y="1408"/>
                    <a:pt x="220" y="1552"/>
                  </a:cubicBezTo>
                  <a:cubicBezTo>
                    <a:pt x="161" y="1757"/>
                    <a:pt x="132" y="1977"/>
                    <a:pt x="88" y="2211"/>
                  </a:cubicBezTo>
                  <a:cubicBezTo>
                    <a:pt x="73" y="2328"/>
                    <a:pt x="59" y="2460"/>
                    <a:pt x="29" y="2577"/>
                  </a:cubicBezTo>
                  <a:cubicBezTo>
                    <a:pt x="15" y="2709"/>
                    <a:pt x="0" y="2841"/>
                    <a:pt x="15" y="2987"/>
                  </a:cubicBezTo>
                  <a:cubicBezTo>
                    <a:pt x="15" y="3133"/>
                    <a:pt x="73" y="3280"/>
                    <a:pt x="161" y="3412"/>
                  </a:cubicBezTo>
                  <a:cubicBezTo>
                    <a:pt x="239" y="3515"/>
                    <a:pt x="385" y="3607"/>
                    <a:pt x="529" y="3607"/>
                  </a:cubicBezTo>
                  <a:cubicBezTo>
                    <a:pt x="548" y="3607"/>
                    <a:pt x="567" y="3605"/>
                    <a:pt x="586" y="3602"/>
                  </a:cubicBezTo>
                  <a:cubicBezTo>
                    <a:pt x="747" y="3587"/>
                    <a:pt x="908" y="3514"/>
                    <a:pt x="1025" y="3412"/>
                  </a:cubicBezTo>
                  <a:cubicBezTo>
                    <a:pt x="1142" y="3295"/>
                    <a:pt x="1230" y="3148"/>
                    <a:pt x="1303" y="3002"/>
                  </a:cubicBezTo>
                  <a:cubicBezTo>
                    <a:pt x="1815" y="1918"/>
                    <a:pt x="1976" y="850"/>
                    <a:pt x="2094" y="59"/>
                  </a:cubicBezTo>
                  <a:lnTo>
                    <a:pt x="2094" y="1"/>
                  </a:ln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a:off x="3675323" y="2620299"/>
              <a:ext cx="39855" cy="83293"/>
            </a:xfrm>
            <a:custGeom>
              <a:avLst/>
              <a:gdLst/>
              <a:ahLst/>
              <a:cxnLst/>
              <a:rect l="l" t="t" r="r" b="b"/>
              <a:pathLst>
                <a:path w="645" h="1348" extrusionOk="0">
                  <a:moveTo>
                    <a:pt x="615" y="0"/>
                  </a:moveTo>
                  <a:cubicBezTo>
                    <a:pt x="601" y="0"/>
                    <a:pt x="396" y="264"/>
                    <a:pt x="235" y="630"/>
                  </a:cubicBezTo>
                  <a:cubicBezTo>
                    <a:pt x="73" y="1025"/>
                    <a:pt x="0" y="1347"/>
                    <a:pt x="15" y="1347"/>
                  </a:cubicBezTo>
                  <a:cubicBezTo>
                    <a:pt x="16" y="1348"/>
                    <a:pt x="17" y="1348"/>
                    <a:pt x="18" y="1348"/>
                  </a:cubicBezTo>
                  <a:cubicBezTo>
                    <a:pt x="64" y="1348"/>
                    <a:pt x="165" y="1046"/>
                    <a:pt x="308" y="674"/>
                  </a:cubicBezTo>
                  <a:cubicBezTo>
                    <a:pt x="498" y="308"/>
                    <a:pt x="644" y="15"/>
                    <a:pt x="615"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3708753" y="2611278"/>
              <a:ext cx="12729" cy="104981"/>
            </a:xfrm>
            <a:custGeom>
              <a:avLst/>
              <a:gdLst/>
              <a:ahLst/>
              <a:cxnLst/>
              <a:rect l="l" t="t" r="r" b="b"/>
              <a:pathLst>
                <a:path w="206" h="1699" extrusionOk="0">
                  <a:moveTo>
                    <a:pt x="191" y="0"/>
                  </a:moveTo>
                  <a:lnTo>
                    <a:pt x="191" y="0"/>
                  </a:lnTo>
                  <a:cubicBezTo>
                    <a:pt x="177" y="0"/>
                    <a:pt x="118" y="366"/>
                    <a:pt x="60" y="834"/>
                  </a:cubicBezTo>
                  <a:cubicBezTo>
                    <a:pt x="30" y="1318"/>
                    <a:pt x="1" y="1698"/>
                    <a:pt x="30" y="1698"/>
                  </a:cubicBezTo>
                  <a:cubicBezTo>
                    <a:pt x="45" y="1698"/>
                    <a:pt x="118" y="1318"/>
                    <a:pt x="147" y="849"/>
                  </a:cubicBezTo>
                  <a:cubicBezTo>
                    <a:pt x="191" y="381"/>
                    <a:pt x="206" y="0"/>
                    <a:pt x="191"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2711917" y="2665593"/>
              <a:ext cx="178264" cy="58021"/>
            </a:xfrm>
            <a:custGeom>
              <a:avLst/>
              <a:gdLst/>
              <a:ahLst/>
              <a:cxnLst/>
              <a:rect l="l" t="t" r="r" b="b"/>
              <a:pathLst>
                <a:path w="2885" h="939" extrusionOk="0">
                  <a:moveTo>
                    <a:pt x="1597" y="1"/>
                  </a:moveTo>
                  <a:cubicBezTo>
                    <a:pt x="1049" y="1"/>
                    <a:pt x="498" y="184"/>
                    <a:pt x="73" y="541"/>
                  </a:cubicBezTo>
                  <a:lnTo>
                    <a:pt x="73" y="453"/>
                  </a:lnTo>
                  <a:lnTo>
                    <a:pt x="0" y="541"/>
                  </a:lnTo>
                  <a:cubicBezTo>
                    <a:pt x="454" y="702"/>
                    <a:pt x="937" y="878"/>
                    <a:pt x="1406" y="922"/>
                  </a:cubicBezTo>
                  <a:cubicBezTo>
                    <a:pt x="1501" y="933"/>
                    <a:pt x="1598" y="939"/>
                    <a:pt x="1694" y="939"/>
                  </a:cubicBezTo>
                  <a:cubicBezTo>
                    <a:pt x="2096" y="939"/>
                    <a:pt x="2489" y="836"/>
                    <a:pt x="2796" y="600"/>
                  </a:cubicBezTo>
                  <a:cubicBezTo>
                    <a:pt x="2855" y="556"/>
                    <a:pt x="2884" y="512"/>
                    <a:pt x="2884" y="453"/>
                  </a:cubicBezTo>
                  <a:cubicBezTo>
                    <a:pt x="2884" y="395"/>
                    <a:pt x="2840" y="365"/>
                    <a:pt x="2782" y="321"/>
                  </a:cubicBezTo>
                  <a:cubicBezTo>
                    <a:pt x="2428" y="106"/>
                    <a:pt x="2013" y="1"/>
                    <a:pt x="1597" y="1"/>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2772535" y="2496344"/>
              <a:ext cx="15386" cy="106835"/>
            </a:xfrm>
            <a:custGeom>
              <a:avLst/>
              <a:gdLst/>
              <a:ahLst/>
              <a:cxnLst/>
              <a:rect l="l" t="t" r="r" b="b"/>
              <a:pathLst>
                <a:path w="249" h="1729" extrusionOk="0">
                  <a:moveTo>
                    <a:pt x="190" y="1"/>
                  </a:moveTo>
                  <a:cubicBezTo>
                    <a:pt x="176" y="1"/>
                    <a:pt x="176" y="396"/>
                    <a:pt x="117" y="865"/>
                  </a:cubicBezTo>
                  <a:cubicBezTo>
                    <a:pt x="59" y="1348"/>
                    <a:pt x="0" y="1728"/>
                    <a:pt x="29" y="1728"/>
                  </a:cubicBezTo>
                  <a:cubicBezTo>
                    <a:pt x="44" y="1728"/>
                    <a:pt x="146" y="1362"/>
                    <a:pt x="205" y="879"/>
                  </a:cubicBezTo>
                  <a:cubicBezTo>
                    <a:pt x="249" y="381"/>
                    <a:pt x="205" y="1"/>
                    <a:pt x="190" y="1"/>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2"/>
            <p:cNvSpPr/>
            <p:nvPr/>
          </p:nvSpPr>
          <p:spPr>
            <a:xfrm>
              <a:off x="2784276" y="2496344"/>
              <a:ext cx="35344" cy="96887"/>
            </a:xfrm>
            <a:custGeom>
              <a:avLst/>
              <a:gdLst/>
              <a:ahLst/>
              <a:cxnLst/>
              <a:rect l="l" t="t" r="r" b="b"/>
              <a:pathLst>
                <a:path w="572" h="1568" extrusionOk="0">
                  <a:moveTo>
                    <a:pt x="30" y="1"/>
                  </a:moveTo>
                  <a:cubicBezTo>
                    <a:pt x="0" y="1"/>
                    <a:pt x="88" y="352"/>
                    <a:pt x="235" y="791"/>
                  </a:cubicBezTo>
                  <a:cubicBezTo>
                    <a:pt x="366" y="1231"/>
                    <a:pt x="513" y="1567"/>
                    <a:pt x="527" y="1567"/>
                  </a:cubicBezTo>
                  <a:cubicBezTo>
                    <a:pt x="571" y="1567"/>
                    <a:pt x="469" y="1201"/>
                    <a:pt x="322" y="777"/>
                  </a:cubicBezTo>
                  <a:cubicBezTo>
                    <a:pt x="205" y="338"/>
                    <a:pt x="59" y="1"/>
                    <a:pt x="30" y="1"/>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2"/>
            <p:cNvSpPr/>
            <p:nvPr/>
          </p:nvSpPr>
          <p:spPr>
            <a:xfrm>
              <a:off x="3282694" y="2125468"/>
              <a:ext cx="29906" cy="710152"/>
            </a:xfrm>
            <a:custGeom>
              <a:avLst/>
              <a:gdLst/>
              <a:ahLst/>
              <a:cxnLst/>
              <a:rect l="l" t="t" r="r" b="b"/>
              <a:pathLst>
                <a:path w="484" h="11493" extrusionOk="0">
                  <a:moveTo>
                    <a:pt x="425" y="1"/>
                  </a:moveTo>
                  <a:cubicBezTo>
                    <a:pt x="367" y="1"/>
                    <a:pt x="235" y="2563"/>
                    <a:pt x="147" y="5754"/>
                  </a:cubicBezTo>
                  <a:cubicBezTo>
                    <a:pt x="30" y="8916"/>
                    <a:pt x="1" y="11493"/>
                    <a:pt x="59" y="11493"/>
                  </a:cubicBezTo>
                  <a:cubicBezTo>
                    <a:pt x="118" y="11493"/>
                    <a:pt x="220" y="8916"/>
                    <a:pt x="337" y="5754"/>
                  </a:cubicBezTo>
                  <a:cubicBezTo>
                    <a:pt x="440" y="2592"/>
                    <a:pt x="484" y="1"/>
                    <a:pt x="4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2"/>
            <p:cNvSpPr/>
            <p:nvPr/>
          </p:nvSpPr>
          <p:spPr>
            <a:xfrm>
              <a:off x="3322488" y="2351256"/>
              <a:ext cx="29906" cy="28485"/>
            </a:xfrm>
            <a:custGeom>
              <a:avLst/>
              <a:gdLst/>
              <a:ahLst/>
              <a:cxnLst/>
              <a:rect l="l" t="t" r="r" b="b"/>
              <a:pathLst>
                <a:path w="484" h="461" extrusionOk="0">
                  <a:moveTo>
                    <a:pt x="264" y="1"/>
                  </a:moveTo>
                  <a:cubicBezTo>
                    <a:pt x="227" y="1"/>
                    <a:pt x="198" y="14"/>
                    <a:pt x="177" y="36"/>
                  </a:cubicBezTo>
                  <a:cubicBezTo>
                    <a:pt x="162" y="50"/>
                    <a:pt x="162" y="65"/>
                    <a:pt x="162" y="80"/>
                  </a:cubicBezTo>
                  <a:cubicBezTo>
                    <a:pt x="177" y="109"/>
                    <a:pt x="235" y="109"/>
                    <a:pt x="279" y="138"/>
                  </a:cubicBezTo>
                  <a:cubicBezTo>
                    <a:pt x="294" y="153"/>
                    <a:pt x="308" y="197"/>
                    <a:pt x="308" y="211"/>
                  </a:cubicBezTo>
                  <a:cubicBezTo>
                    <a:pt x="308" y="226"/>
                    <a:pt x="308" y="255"/>
                    <a:pt x="279" y="270"/>
                  </a:cubicBezTo>
                  <a:cubicBezTo>
                    <a:pt x="235" y="285"/>
                    <a:pt x="220" y="285"/>
                    <a:pt x="206" y="285"/>
                  </a:cubicBezTo>
                  <a:cubicBezTo>
                    <a:pt x="177" y="285"/>
                    <a:pt x="147" y="255"/>
                    <a:pt x="147" y="226"/>
                  </a:cubicBezTo>
                  <a:cubicBezTo>
                    <a:pt x="118" y="182"/>
                    <a:pt x="147" y="124"/>
                    <a:pt x="118" y="109"/>
                  </a:cubicBezTo>
                  <a:lnTo>
                    <a:pt x="74" y="109"/>
                  </a:lnTo>
                  <a:cubicBezTo>
                    <a:pt x="59" y="124"/>
                    <a:pt x="16" y="153"/>
                    <a:pt x="16" y="211"/>
                  </a:cubicBezTo>
                  <a:cubicBezTo>
                    <a:pt x="1" y="270"/>
                    <a:pt x="16" y="358"/>
                    <a:pt x="89" y="416"/>
                  </a:cubicBezTo>
                  <a:cubicBezTo>
                    <a:pt x="125" y="446"/>
                    <a:pt x="177" y="460"/>
                    <a:pt x="228" y="460"/>
                  </a:cubicBezTo>
                  <a:cubicBezTo>
                    <a:pt x="279" y="460"/>
                    <a:pt x="330" y="446"/>
                    <a:pt x="367" y="416"/>
                  </a:cubicBezTo>
                  <a:cubicBezTo>
                    <a:pt x="440" y="358"/>
                    <a:pt x="484" y="255"/>
                    <a:pt x="455" y="153"/>
                  </a:cubicBezTo>
                  <a:cubicBezTo>
                    <a:pt x="440" y="65"/>
                    <a:pt x="367" y="36"/>
                    <a:pt x="308" y="6"/>
                  </a:cubicBezTo>
                  <a:cubicBezTo>
                    <a:pt x="293" y="3"/>
                    <a:pt x="278" y="1"/>
                    <a:pt x="2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a:off x="3331572" y="2233357"/>
              <a:ext cx="29906" cy="27558"/>
            </a:xfrm>
            <a:custGeom>
              <a:avLst/>
              <a:gdLst/>
              <a:ahLst/>
              <a:cxnLst/>
              <a:rect l="l" t="t" r="r" b="b"/>
              <a:pathLst>
                <a:path w="484" h="446" extrusionOk="0">
                  <a:moveTo>
                    <a:pt x="273" y="0"/>
                  </a:moveTo>
                  <a:cubicBezTo>
                    <a:pt x="253" y="0"/>
                    <a:pt x="235" y="4"/>
                    <a:pt x="220" y="11"/>
                  </a:cubicBezTo>
                  <a:cubicBezTo>
                    <a:pt x="176" y="11"/>
                    <a:pt x="176" y="26"/>
                    <a:pt x="176" y="55"/>
                  </a:cubicBezTo>
                  <a:cubicBezTo>
                    <a:pt x="176" y="70"/>
                    <a:pt x="235" y="85"/>
                    <a:pt x="264" y="128"/>
                  </a:cubicBezTo>
                  <a:cubicBezTo>
                    <a:pt x="293" y="143"/>
                    <a:pt x="308" y="187"/>
                    <a:pt x="308" y="202"/>
                  </a:cubicBezTo>
                  <a:cubicBezTo>
                    <a:pt x="308" y="216"/>
                    <a:pt x="308" y="231"/>
                    <a:pt x="264" y="260"/>
                  </a:cubicBezTo>
                  <a:lnTo>
                    <a:pt x="191" y="260"/>
                  </a:lnTo>
                  <a:cubicBezTo>
                    <a:pt x="176" y="260"/>
                    <a:pt x="161" y="216"/>
                    <a:pt x="161" y="202"/>
                  </a:cubicBezTo>
                  <a:cubicBezTo>
                    <a:pt x="147" y="143"/>
                    <a:pt x="176" y="85"/>
                    <a:pt x="161" y="70"/>
                  </a:cubicBezTo>
                  <a:cubicBezTo>
                    <a:pt x="161" y="63"/>
                    <a:pt x="158" y="59"/>
                    <a:pt x="147" y="59"/>
                  </a:cubicBezTo>
                  <a:cubicBezTo>
                    <a:pt x="136" y="59"/>
                    <a:pt x="117" y="63"/>
                    <a:pt x="88" y="70"/>
                  </a:cubicBezTo>
                  <a:cubicBezTo>
                    <a:pt x="44" y="85"/>
                    <a:pt x="30" y="128"/>
                    <a:pt x="15" y="172"/>
                  </a:cubicBezTo>
                  <a:cubicBezTo>
                    <a:pt x="0" y="231"/>
                    <a:pt x="0" y="304"/>
                    <a:pt x="73" y="377"/>
                  </a:cubicBezTo>
                  <a:cubicBezTo>
                    <a:pt x="119" y="423"/>
                    <a:pt x="182" y="446"/>
                    <a:pt x="241" y="446"/>
                  </a:cubicBezTo>
                  <a:cubicBezTo>
                    <a:pt x="276" y="446"/>
                    <a:pt x="310" y="438"/>
                    <a:pt x="337" y="421"/>
                  </a:cubicBezTo>
                  <a:cubicBezTo>
                    <a:pt x="439" y="377"/>
                    <a:pt x="483" y="275"/>
                    <a:pt x="469" y="172"/>
                  </a:cubicBezTo>
                  <a:cubicBezTo>
                    <a:pt x="454" y="85"/>
                    <a:pt x="396" y="26"/>
                    <a:pt x="337" y="11"/>
                  </a:cubicBezTo>
                  <a:cubicBezTo>
                    <a:pt x="315" y="4"/>
                    <a:pt x="293" y="0"/>
                    <a:pt x="2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2"/>
            <p:cNvSpPr/>
            <p:nvPr/>
          </p:nvSpPr>
          <p:spPr>
            <a:xfrm>
              <a:off x="3321623" y="2501288"/>
              <a:ext cx="29906" cy="27744"/>
            </a:xfrm>
            <a:custGeom>
              <a:avLst/>
              <a:gdLst/>
              <a:ahLst/>
              <a:cxnLst/>
              <a:rect l="l" t="t" r="r" b="b"/>
              <a:pathLst>
                <a:path w="484" h="449" extrusionOk="0">
                  <a:moveTo>
                    <a:pt x="215" y="1"/>
                  </a:moveTo>
                  <a:cubicBezTo>
                    <a:pt x="194" y="1"/>
                    <a:pt x="171" y="7"/>
                    <a:pt x="147" y="23"/>
                  </a:cubicBezTo>
                  <a:cubicBezTo>
                    <a:pt x="88" y="38"/>
                    <a:pt x="30" y="96"/>
                    <a:pt x="15" y="184"/>
                  </a:cubicBezTo>
                  <a:cubicBezTo>
                    <a:pt x="0" y="272"/>
                    <a:pt x="44" y="389"/>
                    <a:pt x="147" y="419"/>
                  </a:cubicBezTo>
                  <a:cubicBezTo>
                    <a:pt x="185" y="438"/>
                    <a:pt x="226" y="449"/>
                    <a:pt x="266" y="449"/>
                  </a:cubicBezTo>
                  <a:cubicBezTo>
                    <a:pt x="318" y="449"/>
                    <a:pt x="369" y="431"/>
                    <a:pt x="410" y="389"/>
                  </a:cubicBezTo>
                  <a:cubicBezTo>
                    <a:pt x="483" y="316"/>
                    <a:pt x="483" y="243"/>
                    <a:pt x="483" y="184"/>
                  </a:cubicBezTo>
                  <a:cubicBezTo>
                    <a:pt x="460" y="78"/>
                    <a:pt x="398" y="48"/>
                    <a:pt x="375" y="48"/>
                  </a:cubicBezTo>
                  <a:cubicBezTo>
                    <a:pt x="370" y="48"/>
                    <a:pt x="366" y="50"/>
                    <a:pt x="366" y="53"/>
                  </a:cubicBezTo>
                  <a:cubicBezTo>
                    <a:pt x="337" y="67"/>
                    <a:pt x="366" y="126"/>
                    <a:pt x="337" y="184"/>
                  </a:cubicBezTo>
                  <a:cubicBezTo>
                    <a:pt x="322" y="214"/>
                    <a:pt x="308" y="243"/>
                    <a:pt x="293" y="258"/>
                  </a:cubicBezTo>
                  <a:cubicBezTo>
                    <a:pt x="278" y="265"/>
                    <a:pt x="267" y="268"/>
                    <a:pt x="256" y="268"/>
                  </a:cubicBezTo>
                  <a:cubicBezTo>
                    <a:pt x="245" y="268"/>
                    <a:pt x="234" y="265"/>
                    <a:pt x="220" y="258"/>
                  </a:cubicBezTo>
                  <a:cubicBezTo>
                    <a:pt x="176" y="243"/>
                    <a:pt x="161" y="214"/>
                    <a:pt x="161" y="199"/>
                  </a:cubicBezTo>
                  <a:cubicBezTo>
                    <a:pt x="161" y="184"/>
                    <a:pt x="176" y="140"/>
                    <a:pt x="191" y="126"/>
                  </a:cubicBezTo>
                  <a:cubicBezTo>
                    <a:pt x="234" y="96"/>
                    <a:pt x="264" y="67"/>
                    <a:pt x="293" y="53"/>
                  </a:cubicBezTo>
                  <a:cubicBezTo>
                    <a:pt x="304" y="42"/>
                    <a:pt x="26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2"/>
            <p:cNvSpPr/>
            <p:nvPr/>
          </p:nvSpPr>
          <p:spPr>
            <a:xfrm>
              <a:off x="3318904" y="2660526"/>
              <a:ext cx="31698" cy="29536"/>
            </a:xfrm>
            <a:custGeom>
              <a:avLst/>
              <a:gdLst/>
              <a:ahLst/>
              <a:cxnLst/>
              <a:rect l="l" t="t" r="r" b="b"/>
              <a:pathLst>
                <a:path w="513" h="478" extrusionOk="0">
                  <a:moveTo>
                    <a:pt x="246" y="1"/>
                  </a:moveTo>
                  <a:cubicBezTo>
                    <a:pt x="220" y="1"/>
                    <a:pt x="191" y="8"/>
                    <a:pt x="161" y="23"/>
                  </a:cubicBezTo>
                  <a:cubicBezTo>
                    <a:pt x="117" y="37"/>
                    <a:pt x="44" y="96"/>
                    <a:pt x="15" y="184"/>
                  </a:cubicBezTo>
                  <a:cubicBezTo>
                    <a:pt x="0" y="301"/>
                    <a:pt x="59" y="389"/>
                    <a:pt x="147" y="447"/>
                  </a:cubicBezTo>
                  <a:cubicBezTo>
                    <a:pt x="179" y="467"/>
                    <a:pt x="222" y="477"/>
                    <a:pt x="266" y="477"/>
                  </a:cubicBezTo>
                  <a:cubicBezTo>
                    <a:pt x="324" y="477"/>
                    <a:pt x="384" y="459"/>
                    <a:pt x="425" y="418"/>
                  </a:cubicBezTo>
                  <a:cubicBezTo>
                    <a:pt x="498" y="374"/>
                    <a:pt x="513" y="272"/>
                    <a:pt x="498" y="228"/>
                  </a:cubicBezTo>
                  <a:cubicBezTo>
                    <a:pt x="483" y="169"/>
                    <a:pt x="454" y="125"/>
                    <a:pt x="425" y="111"/>
                  </a:cubicBezTo>
                  <a:cubicBezTo>
                    <a:pt x="410" y="103"/>
                    <a:pt x="396" y="100"/>
                    <a:pt x="385" y="100"/>
                  </a:cubicBezTo>
                  <a:cubicBezTo>
                    <a:pt x="374" y="100"/>
                    <a:pt x="366" y="103"/>
                    <a:pt x="366" y="111"/>
                  </a:cubicBezTo>
                  <a:cubicBezTo>
                    <a:pt x="352" y="125"/>
                    <a:pt x="381" y="184"/>
                    <a:pt x="366" y="242"/>
                  </a:cubicBezTo>
                  <a:cubicBezTo>
                    <a:pt x="352" y="272"/>
                    <a:pt x="337" y="301"/>
                    <a:pt x="308" y="316"/>
                  </a:cubicBezTo>
                  <a:cubicBezTo>
                    <a:pt x="300" y="323"/>
                    <a:pt x="293" y="327"/>
                    <a:pt x="282" y="327"/>
                  </a:cubicBezTo>
                  <a:cubicBezTo>
                    <a:pt x="271" y="327"/>
                    <a:pt x="257" y="323"/>
                    <a:pt x="235" y="316"/>
                  </a:cubicBezTo>
                  <a:cubicBezTo>
                    <a:pt x="205" y="301"/>
                    <a:pt x="176" y="257"/>
                    <a:pt x="176" y="242"/>
                  </a:cubicBezTo>
                  <a:cubicBezTo>
                    <a:pt x="176" y="228"/>
                    <a:pt x="205" y="184"/>
                    <a:pt x="220" y="169"/>
                  </a:cubicBezTo>
                  <a:cubicBezTo>
                    <a:pt x="278" y="111"/>
                    <a:pt x="308" y="111"/>
                    <a:pt x="337" y="96"/>
                  </a:cubicBezTo>
                  <a:cubicBezTo>
                    <a:pt x="352" y="81"/>
                    <a:pt x="337" y="52"/>
                    <a:pt x="308" y="23"/>
                  </a:cubicBezTo>
                  <a:cubicBezTo>
                    <a:pt x="293" y="8"/>
                    <a:pt x="271" y="1"/>
                    <a:pt x="2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2"/>
            <p:cNvSpPr/>
            <p:nvPr/>
          </p:nvSpPr>
          <p:spPr>
            <a:xfrm>
              <a:off x="3095463" y="2802092"/>
              <a:ext cx="344726" cy="77855"/>
            </a:xfrm>
            <a:custGeom>
              <a:avLst/>
              <a:gdLst/>
              <a:ahLst/>
              <a:cxnLst/>
              <a:rect l="l" t="t" r="r" b="b"/>
              <a:pathLst>
                <a:path w="5579" h="1260" extrusionOk="0">
                  <a:moveTo>
                    <a:pt x="88" y="1"/>
                  </a:moveTo>
                  <a:lnTo>
                    <a:pt x="0" y="630"/>
                  </a:lnTo>
                  <a:lnTo>
                    <a:pt x="5578" y="1260"/>
                  </a:lnTo>
                  <a:lnTo>
                    <a:pt x="5578" y="630"/>
                  </a:lnTo>
                  <a:lnTo>
                    <a:pt x="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32"/>
          <p:cNvGrpSpPr/>
          <p:nvPr/>
        </p:nvGrpSpPr>
        <p:grpSpPr>
          <a:xfrm>
            <a:off x="1417405" y="2902874"/>
            <a:ext cx="1874027" cy="1435453"/>
            <a:chOff x="1568769" y="2852762"/>
            <a:chExt cx="2156533" cy="1651845"/>
          </a:xfrm>
        </p:grpSpPr>
        <p:sp>
          <p:nvSpPr>
            <p:cNvPr id="452" name="Google Shape;452;p32"/>
            <p:cNvSpPr/>
            <p:nvPr/>
          </p:nvSpPr>
          <p:spPr>
            <a:xfrm>
              <a:off x="3409629" y="3209179"/>
              <a:ext cx="94106" cy="1295427"/>
            </a:xfrm>
            <a:custGeom>
              <a:avLst/>
              <a:gdLst/>
              <a:ahLst/>
              <a:cxnLst/>
              <a:rect l="l" t="t" r="r" b="b"/>
              <a:pathLst>
                <a:path w="1523" h="20965" extrusionOk="0">
                  <a:moveTo>
                    <a:pt x="0" y="1"/>
                  </a:moveTo>
                  <a:lnTo>
                    <a:pt x="879" y="20965"/>
                  </a:lnTo>
                  <a:lnTo>
                    <a:pt x="1523" y="20965"/>
                  </a:lnTo>
                  <a:lnTo>
                    <a:pt x="7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2"/>
            <p:cNvSpPr/>
            <p:nvPr/>
          </p:nvSpPr>
          <p:spPr>
            <a:xfrm>
              <a:off x="3444912" y="3192001"/>
              <a:ext cx="192723" cy="170108"/>
            </a:xfrm>
            <a:custGeom>
              <a:avLst/>
              <a:gdLst/>
              <a:ahLst/>
              <a:cxnLst/>
              <a:rect l="l" t="t" r="r" b="b"/>
              <a:pathLst>
                <a:path w="3119" h="2753" extrusionOk="0">
                  <a:moveTo>
                    <a:pt x="2899" y="1"/>
                  </a:moveTo>
                  <a:lnTo>
                    <a:pt x="0" y="2387"/>
                  </a:lnTo>
                  <a:lnTo>
                    <a:pt x="293" y="2753"/>
                  </a:lnTo>
                  <a:lnTo>
                    <a:pt x="3119" y="147"/>
                  </a:lnTo>
                  <a:lnTo>
                    <a:pt x="28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2"/>
            <p:cNvSpPr/>
            <p:nvPr/>
          </p:nvSpPr>
          <p:spPr>
            <a:xfrm>
              <a:off x="3243160" y="3201022"/>
              <a:ext cx="201806" cy="158368"/>
            </a:xfrm>
            <a:custGeom>
              <a:avLst/>
              <a:gdLst/>
              <a:ahLst/>
              <a:cxnLst/>
              <a:rect l="l" t="t" r="r" b="b"/>
              <a:pathLst>
                <a:path w="3266" h="2563" extrusionOk="0">
                  <a:moveTo>
                    <a:pt x="89" y="1"/>
                  </a:moveTo>
                  <a:lnTo>
                    <a:pt x="1" y="235"/>
                  </a:lnTo>
                  <a:lnTo>
                    <a:pt x="2958" y="2563"/>
                  </a:lnTo>
                  <a:lnTo>
                    <a:pt x="3265" y="2197"/>
                  </a:lnTo>
                  <a:lnTo>
                    <a:pt x="8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2"/>
            <p:cNvSpPr/>
            <p:nvPr/>
          </p:nvSpPr>
          <p:spPr>
            <a:xfrm>
              <a:off x="1568769" y="3150415"/>
              <a:ext cx="2156533" cy="83293"/>
            </a:xfrm>
            <a:custGeom>
              <a:avLst/>
              <a:gdLst/>
              <a:ahLst/>
              <a:cxnLst/>
              <a:rect l="l" t="t" r="r" b="b"/>
              <a:pathLst>
                <a:path w="34901" h="1348" extrusionOk="0">
                  <a:moveTo>
                    <a:pt x="0" y="0"/>
                  </a:moveTo>
                  <a:lnTo>
                    <a:pt x="146" y="1347"/>
                  </a:lnTo>
                  <a:lnTo>
                    <a:pt x="34901" y="952"/>
                  </a:lnTo>
                  <a:lnTo>
                    <a:pt x="349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2"/>
            <p:cNvSpPr/>
            <p:nvPr/>
          </p:nvSpPr>
          <p:spPr>
            <a:xfrm>
              <a:off x="1813900" y="3209179"/>
              <a:ext cx="94106" cy="1295427"/>
            </a:xfrm>
            <a:custGeom>
              <a:avLst/>
              <a:gdLst/>
              <a:ahLst/>
              <a:cxnLst/>
              <a:rect l="l" t="t" r="r" b="b"/>
              <a:pathLst>
                <a:path w="1523" h="20965" extrusionOk="0">
                  <a:moveTo>
                    <a:pt x="0" y="1"/>
                  </a:moveTo>
                  <a:lnTo>
                    <a:pt x="879" y="20965"/>
                  </a:lnTo>
                  <a:lnTo>
                    <a:pt x="1523" y="20965"/>
                  </a:lnTo>
                  <a:lnTo>
                    <a:pt x="7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2"/>
            <p:cNvSpPr/>
            <p:nvPr/>
          </p:nvSpPr>
          <p:spPr>
            <a:xfrm>
              <a:off x="1849184" y="3192001"/>
              <a:ext cx="193650" cy="170108"/>
            </a:xfrm>
            <a:custGeom>
              <a:avLst/>
              <a:gdLst/>
              <a:ahLst/>
              <a:cxnLst/>
              <a:rect l="l" t="t" r="r" b="b"/>
              <a:pathLst>
                <a:path w="3134" h="2753" extrusionOk="0">
                  <a:moveTo>
                    <a:pt x="2914" y="1"/>
                  </a:moveTo>
                  <a:lnTo>
                    <a:pt x="0" y="2387"/>
                  </a:lnTo>
                  <a:lnTo>
                    <a:pt x="293" y="2753"/>
                  </a:lnTo>
                  <a:lnTo>
                    <a:pt x="3133" y="147"/>
                  </a:lnTo>
                  <a:lnTo>
                    <a:pt x="29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2"/>
            <p:cNvSpPr/>
            <p:nvPr/>
          </p:nvSpPr>
          <p:spPr>
            <a:xfrm>
              <a:off x="1647431" y="3201022"/>
              <a:ext cx="201806" cy="158368"/>
            </a:xfrm>
            <a:custGeom>
              <a:avLst/>
              <a:gdLst/>
              <a:ahLst/>
              <a:cxnLst/>
              <a:rect l="l" t="t" r="r" b="b"/>
              <a:pathLst>
                <a:path w="3266" h="2563" extrusionOk="0">
                  <a:moveTo>
                    <a:pt x="103" y="1"/>
                  </a:moveTo>
                  <a:lnTo>
                    <a:pt x="1" y="235"/>
                  </a:lnTo>
                  <a:lnTo>
                    <a:pt x="2973" y="2563"/>
                  </a:lnTo>
                  <a:lnTo>
                    <a:pt x="3265" y="2197"/>
                  </a:lnTo>
                  <a:lnTo>
                    <a:pt x="1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2"/>
            <p:cNvSpPr/>
            <p:nvPr/>
          </p:nvSpPr>
          <p:spPr>
            <a:xfrm>
              <a:off x="1810254" y="2852762"/>
              <a:ext cx="695694" cy="299496"/>
            </a:xfrm>
            <a:custGeom>
              <a:avLst/>
              <a:gdLst/>
              <a:ahLst/>
              <a:cxnLst/>
              <a:rect l="l" t="t" r="r" b="b"/>
              <a:pathLst>
                <a:path w="11259" h="4847" extrusionOk="0">
                  <a:moveTo>
                    <a:pt x="5666" y="1"/>
                  </a:moveTo>
                  <a:lnTo>
                    <a:pt x="4466" y="4554"/>
                  </a:lnTo>
                  <a:lnTo>
                    <a:pt x="1" y="4554"/>
                  </a:lnTo>
                  <a:lnTo>
                    <a:pt x="1" y="4846"/>
                  </a:lnTo>
                  <a:lnTo>
                    <a:pt x="9721" y="4773"/>
                  </a:lnTo>
                  <a:lnTo>
                    <a:pt x="112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2"/>
            <p:cNvSpPr/>
            <p:nvPr/>
          </p:nvSpPr>
          <p:spPr>
            <a:xfrm>
              <a:off x="2270732" y="2977644"/>
              <a:ext cx="63397" cy="62470"/>
            </a:xfrm>
            <a:custGeom>
              <a:avLst/>
              <a:gdLst/>
              <a:ahLst/>
              <a:cxnLst/>
              <a:rect l="l" t="t" r="r" b="b"/>
              <a:pathLst>
                <a:path w="1026" h="1011" extrusionOk="0">
                  <a:moveTo>
                    <a:pt x="513" y="0"/>
                  </a:moveTo>
                  <a:cubicBezTo>
                    <a:pt x="235" y="0"/>
                    <a:pt x="0" y="220"/>
                    <a:pt x="0" y="512"/>
                  </a:cubicBezTo>
                  <a:cubicBezTo>
                    <a:pt x="0" y="791"/>
                    <a:pt x="235" y="1010"/>
                    <a:pt x="513" y="1010"/>
                  </a:cubicBezTo>
                  <a:cubicBezTo>
                    <a:pt x="791" y="1010"/>
                    <a:pt x="1025" y="791"/>
                    <a:pt x="1025" y="512"/>
                  </a:cubicBezTo>
                  <a:cubicBezTo>
                    <a:pt x="1025" y="220"/>
                    <a:pt x="791" y="0"/>
                    <a:pt x="5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1" name="Google Shape;461;p32"/>
          <p:cNvSpPr/>
          <p:nvPr/>
        </p:nvSpPr>
        <p:spPr>
          <a:xfrm>
            <a:off x="4590818" y="2361390"/>
            <a:ext cx="30833" cy="15880"/>
          </a:xfrm>
          <a:custGeom>
            <a:avLst/>
            <a:gdLst/>
            <a:ahLst/>
            <a:cxnLst/>
            <a:rect l="l" t="t" r="r" b="b"/>
            <a:pathLst>
              <a:path w="499" h="257" extrusionOk="0">
                <a:moveTo>
                  <a:pt x="458" y="1"/>
                </a:moveTo>
                <a:cubicBezTo>
                  <a:pt x="426" y="1"/>
                  <a:pt x="334" y="39"/>
                  <a:pt x="220" y="77"/>
                </a:cubicBezTo>
                <a:cubicBezTo>
                  <a:pt x="88" y="165"/>
                  <a:pt x="0" y="238"/>
                  <a:pt x="0" y="252"/>
                </a:cubicBezTo>
                <a:cubicBezTo>
                  <a:pt x="3" y="255"/>
                  <a:pt x="8" y="256"/>
                  <a:pt x="16" y="256"/>
                </a:cubicBezTo>
                <a:cubicBezTo>
                  <a:pt x="55" y="256"/>
                  <a:pt x="152" y="228"/>
                  <a:pt x="249" y="179"/>
                </a:cubicBezTo>
                <a:cubicBezTo>
                  <a:pt x="381" y="106"/>
                  <a:pt x="498" y="33"/>
                  <a:pt x="469" y="4"/>
                </a:cubicBezTo>
                <a:cubicBezTo>
                  <a:pt x="467" y="2"/>
                  <a:pt x="463"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32"/>
          <p:cNvGrpSpPr/>
          <p:nvPr/>
        </p:nvGrpSpPr>
        <p:grpSpPr>
          <a:xfrm>
            <a:off x="3231352" y="2472167"/>
            <a:ext cx="1074640" cy="1905453"/>
            <a:chOff x="3656165" y="2357127"/>
            <a:chExt cx="1236640" cy="2192697"/>
          </a:xfrm>
        </p:grpSpPr>
        <p:sp>
          <p:nvSpPr>
            <p:cNvPr id="463" name="Google Shape;463;p32"/>
            <p:cNvSpPr/>
            <p:nvPr/>
          </p:nvSpPr>
          <p:spPr>
            <a:xfrm>
              <a:off x="4663462" y="3758229"/>
              <a:ext cx="57959" cy="706507"/>
            </a:xfrm>
            <a:custGeom>
              <a:avLst/>
              <a:gdLst/>
              <a:ahLst/>
              <a:cxnLst/>
              <a:rect l="l" t="t" r="r" b="b"/>
              <a:pathLst>
                <a:path w="938" h="11434" extrusionOk="0">
                  <a:moveTo>
                    <a:pt x="484" y="0"/>
                  </a:moveTo>
                  <a:lnTo>
                    <a:pt x="1" y="11434"/>
                  </a:lnTo>
                  <a:lnTo>
                    <a:pt x="337" y="11434"/>
                  </a:lnTo>
                  <a:lnTo>
                    <a:pt x="937" y="59"/>
                  </a:lnTo>
                  <a:lnTo>
                    <a:pt x="4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2"/>
            <p:cNvSpPr/>
            <p:nvPr/>
          </p:nvSpPr>
          <p:spPr>
            <a:xfrm>
              <a:off x="3824298" y="4391501"/>
              <a:ext cx="330268" cy="102262"/>
            </a:xfrm>
            <a:custGeom>
              <a:avLst/>
              <a:gdLst/>
              <a:ahLst/>
              <a:cxnLst/>
              <a:rect l="l" t="t" r="r" b="b"/>
              <a:pathLst>
                <a:path w="5345" h="1655" extrusionOk="0">
                  <a:moveTo>
                    <a:pt x="1025" y="1"/>
                  </a:moveTo>
                  <a:lnTo>
                    <a:pt x="1245" y="1025"/>
                  </a:lnTo>
                  <a:cubicBezTo>
                    <a:pt x="1245" y="1025"/>
                    <a:pt x="1" y="1655"/>
                    <a:pt x="689" y="1655"/>
                  </a:cubicBezTo>
                  <a:lnTo>
                    <a:pt x="5344" y="1655"/>
                  </a:lnTo>
                  <a:lnTo>
                    <a:pt x="50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2"/>
            <p:cNvSpPr/>
            <p:nvPr/>
          </p:nvSpPr>
          <p:spPr>
            <a:xfrm>
              <a:off x="3656165" y="4448488"/>
              <a:ext cx="330268" cy="101336"/>
            </a:xfrm>
            <a:custGeom>
              <a:avLst/>
              <a:gdLst/>
              <a:ahLst/>
              <a:cxnLst/>
              <a:rect l="l" t="t" r="r" b="b"/>
              <a:pathLst>
                <a:path w="5345" h="1640" extrusionOk="0">
                  <a:moveTo>
                    <a:pt x="1025" y="0"/>
                  </a:moveTo>
                  <a:lnTo>
                    <a:pt x="1245" y="1025"/>
                  </a:lnTo>
                  <a:cubicBezTo>
                    <a:pt x="1245" y="1025"/>
                    <a:pt x="1" y="1640"/>
                    <a:pt x="703" y="1640"/>
                  </a:cubicBezTo>
                  <a:lnTo>
                    <a:pt x="5344" y="1640"/>
                  </a:lnTo>
                  <a:lnTo>
                    <a:pt x="50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2"/>
            <p:cNvSpPr/>
            <p:nvPr/>
          </p:nvSpPr>
          <p:spPr>
            <a:xfrm>
              <a:off x="3845255" y="3386522"/>
              <a:ext cx="980607" cy="1054755"/>
            </a:xfrm>
            <a:custGeom>
              <a:avLst/>
              <a:gdLst/>
              <a:ahLst/>
              <a:cxnLst/>
              <a:rect l="l" t="t" r="r" b="b"/>
              <a:pathLst>
                <a:path w="15870" h="17070" extrusionOk="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2"/>
            <p:cNvSpPr/>
            <p:nvPr/>
          </p:nvSpPr>
          <p:spPr>
            <a:xfrm>
              <a:off x="3845255" y="3386522"/>
              <a:ext cx="980607" cy="1054755"/>
            </a:xfrm>
            <a:custGeom>
              <a:avLst/>
              <a:gdLst/>
              <a:ahLst/>
              <a:cxnLst/>
              <a:rect l="l" t="t" r="r" b="b"/>
              <a:pathLst>
                <a:path w="15870" h="17070" extrusionOk="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rgbClr val="151F29">
                <a:alpha val="18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2"/>
            <p:cNvSpPr/>
            <p:nvPr/>
          </p:nvSpPr>
          <p:spPr>
            <a:xfrm>
              <a:off x="3673355" y="3427210"/>
              <a:ext cx="980607" cy="1054755"/>
            </a:xfrm>
            <a:custGeom>
              <a:avLst/>
              <a:gdLst/>
              <a:ahLst/>
              <a:cxnLst/>
              <a:rect l="l" t="t" r="r" b="b"/>
              <a:pathLst>
                <a:path w="15870" h="17070" extrusionOk="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2"/>
            <p:cNvSpPr/>
            <p:nvPr/>
          </p:nvSpPr>
          <p:spPr>
            <a:xfrm>
              <a:off x="3930282" y="3468830"/>
              <a:ext cx="810561" cy="1001431"/>
            </a:xfrm>
            <a:custGeom>
              <a:avLst/>
              <a:gdLst/>
              <a:ahLst/>
              <a:cxnLst/>
              <a:rect l="l" t="t" r="r" b="b"/>
              <a:pathLst>
                <a:path w="13118" h="16207" extrusionOk="0">
                  <a:moveTo>
                    <a:pt x="13000" y="0"/>
                  </a:moveTo>
                  <a:cubicBezTo>
                    <a:pt x="13000" y="1"/>
                    <a:pt x="13029" y="89"/>
                    <a:pt x="13044" y="278"/>
                  </a:cubicBezTo>
                  <a:cubicBezTo>
                    <a:pt x="13088" y="439"/>
                    <a:pt x="13088" y="718"/>
                    <a:pt x="13015" y="1040"/>
                  </a:cubicBezTo>
                  <a:cubicBezTo>
                    <a:pt x="12927" y="1376"/>
                    <a:pt x="12751" y="1757"/>
                    <a:pt x="12444" y="2123"/>
                  </a:cubicBezTo>
                  <a:cubicBezTo>
                    <a:pt x="12283" y="2313"/>
                    <a:pt x="12092" y="2489"/>
                    <a:pt x="11873" y="2650"/>
                  </a:cubicBezTo>
                  <a:cubicBezTo>
                    <a:pt x="11653" y="2826"/>
                    <a:pt x="11404" y="2972"/>
                    <a:pt x="11126" y="3075"/>
                  </a:cubicBezTo>
                  <a:cubicBezTo>
                    <a:pt x="10584" y="3309"/>
                    <a:pt x="9911" y="3441"/>
                    <a:pt x="9208" y="3514"/>
                  </a:cubicBezTo>
                  <a:cubicBezTo>
                    <a:pt x="8491" y="3587"/>
                    <a:pt x="7715" y="3646"/>
                    <a:pt x="6925" y="3675"/>
                  </a:cubicBezTo>
                  <a:cubicBezTo>
                    <a:pt x="6289" y="3703"/>
                    <a:pt x="5631" y="3719"/>
                    <a:pt x="4955" y="3719"/>
                  </a:cubicBezTo>
                  <a:cubicBezTo>
                    <a:pt x="3903" y="3719"/>
                    <a:pt x="2807" y="3682"/>
                    <a:pt x="1684" y="3602"/>
                  </a:cubicBezTo>
                  <a:cubicBezTo>
                    <a:pt x="1616" y="3597"/>
                    <a:pt x="1547" y="3594"/>
                    <a:pt x="1476" y="3594"/>
                  </a:cubicBezTo>
                  <a:cubicBezTo>
                    <a:pt x="1318" y="3594"/>
                    <a:pt x="1153" y="3610"/>
                    <a:pt x="981" y="3660"/>
                  </a:cubicBezTo>
                  <a:cubicBezTo>
                    <a:pt x="761" y="3719"/>
                    <a:pt x="542" y="3880"/>
                    <a:pt x="454" y="4099"/>
                  </a:cubicBezTo>
                  <a:cubicBezTo>
                    <a:pt x="366" y="4319"/>
                    <a:pt x="351" y="4553"/>
                    <a:pt x="337" y="4773"/>
                  </a:cubicBezTo>
                  <a:cubicBezTo>
                    <a:pt x="337" y="4992"/>
                    <a:pt x="308" y="5212"/>
                    <a:pt x="308" y="5432"/>
                  </a:cubicBezTo>
                  <a:cubicBezTo>
                    <a:pt x="293" y="6310"/>
                    <a:pt x="264" y="7159"/>
                    <a:pt x="234" y="7964"/>
                  </a:cubicBezTo>
                  <a:cubicBezTo>
                    <a:pt x="176" y="9575"/>
                    <a:pt x="146" y="11024"/>
                    <a:pt x="117" y="12239"/>
                  </a:cubicBezTo>
                  <a:cubicBezTo>
                    <a:pt x="73" y="13469"/>
                    <a:pt x="59" y="14435"/>
                    <a:pt x="44" y="15138"/>
                  </a:cubicBezTo>
                  <a:cubicBezTo>
                    <a:pt x="15" y="15489"/>
                    <a:pt x="15" y="15738"/>
                    <a:pt x="15" y="15928"/>
                  </a:cubicBezTo>
                  <a:cubicBezTo>
                    <a:pt x="29" y="15738"/>
                    <a:pt x="29" y="15474"/>
                    <a:pt x="59" y="15138"/>
                  </a:cubicBezTo>
                  <a:cubicBezTo>
                    <a:pt x="88" y="14435"/>
                    <a:pt x="132" y="13454"/>
                    <a:pt x="161" y="12239"/>
                  </a:cubicBezTo>
                  <a:cubicBezTo>
                    <a:pt x="205" y="11024"/>
                    <a:pt x="249" y="9575"/>
                    <a:pt x="308" y="7964"/>
                  </a:cubicBezTo>
                  <a:cubicBezTo>
                    <a:pt x="322" y="7159"/>
                    <a:pt x="351" y="6310"/>
                    <a:pt x="381" y="5432"/>
                  </a:cubicBezTo>
                  <a:cubicBezTo>
                    <a:pt x="381" y="5212"/>
                    <a:pt x="395" y="4992"/>
                    <a:pt x="395" y="4773"/>
                  </a:cubicBezTo>
                  <a:cubicBezTo>
                    <a:pt x="425" y="4553"/>
                    <a:pt x="439" y="4334"/>
                    <a:pt x="527" y="4143"/>
                  </a:cubicBezTo>
                  <a:cubicBezTo>
                    <a:pt x="615" y="3938"/>
                    <a:pt x="791" y="3792"/>
                    <a:pt x="1010" y="3733"/>
                  </a:cubicBezTo>
                  <a:cubicBezTo>
                    <a:pt x="1178" y="3689"/>
                    <a:pt x="1346" y="3670"/>
                    <a:pt x="1520" y="3670"/>
                  </a:cubicBezTo>
                  <a:cubicBezTo>
                    <a:pt x="1574" y="3670"/>
                    <a:pt x="1628" y="3671"/>
                    <a:pt x="1684" y="3675"/>
                  </a:cubicBezTo>
                  <a:cubicBezTo>
                    <a:pt x="2773" y="3761"/>
                    <a:pt x="3837" y="3796"/>
                    <a:pt x="4855" y="3796"/>
                  </a:cubicBezTo>
                  <a:cubicBezTo>
                    <a:pt x="5575" y="3796"/>
                    <a:pt x="6272" y="3778"/>
                    <a:pt x="6939" y="3748"/>
                  </a:cubicBezTo>
                  <a:cubicBezTo>
                    <a:pt x="7744" y="3719"/>
                    <a:pt x="8506" y="3660"/>
                    <a:pt x="9223" y="3587"/>
                  </a:cubicBezTo>
                  <a:cubicBezTo>
                    <a:pt x="9940" y="3514"/>
                    <a:pt x="10599" y="3367"/>
                    <a:pt x="11155" y="3133"/>
                  </a:cubicBezTo>
                  <a:cubicBezTo>
                    <a:pt x="11448" y="3016"/>
                    <a:pt x="11712" y="2870"/>
                    <a:pt x="11931" y="2709"/>
                  </a:cubicBezTo>
                  <a:cubicBezTo>
                    <a:pt x="12151" y="2548"/>
                    <a:pt x="12356" y="2343"/>
                    <a:pt x="12502" y="2167"/>
                  </a:cubicBezTo>
                  <a:cubicBezTo>
                    <a:pt x="12810" y="1772"/>
                    <a:pt x="12971" y="1376"/>
                    <a:pt x="13044" y="1040"/>
                  </a:cubicBezTo>
                  <a:cubicBezTo>
                    <a:pt x="13117" y="718"/>
                    <a:pt x="13102" y="439"/>
                    <a:pt x="13073" y="264"/>
                  </a:cubicBezTo>
                  <a:cubicBezTo>
                    <a:pt x="13030" y="89"/>
                    <a:pt x="13000" y="1"/>
                    <a:pt x="13000" y="0"/>
                  </a:cubicBezTo>
                  <a:close/>
                  <a:moveTo>
                    <a:pt x="15" y="15928"/>
                  </a:moveTo>
                  <a:cubicBezTo>
                    <a:pt x="15" y="16016"/>
                    <a:pt x="15" y="16074"/>
                    <a:pt x="0" y="16133"/>
                  </a:cubicBezTo>
                  <a:cubicBezTo>
                    <a:pt x="15" y="16177"/>
                    <a:pt x="15" y="16206"/>
                    <a:pt x="15" y="16206"/>
                  </a:cubicBezTo>
                  <a:lnTo>
                    <a:pt x="15" y="16133"/>
                  </a:lnTo>
                  <a:lnTo>
                    <a:pt x="15" y="15928"/>
                  </a:lnTo>
                  <a:close/>
                </a:path>
              </a:pathLst>
            </a:custGeom>
            <a:solidFill>
              <a:srgbClr val="9546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2"/>
            <p:cNvSpPr/>
            <p:nvPr/>
          </p:nvSpPr>
          <p:spPr>
            <a:xfrm>
              <a:off x="4331933" y="2366890"/>
              <a:ext cx="281330" cy="401511"/>
            </a:xfrm>
            <a:custGeom>
              <a:avLst/>
              <a:gdLst/>
              <a:ahLst/>
              <a:cxnLst/>
              <a:rect l="l" t="t" r="r" b="b"/>
              <a:pathLst>
                <a:path w="4553" h="6498" extrusionOk="0">
                  <a:moveTo>
                    <a:pt x="2505" y="0"/>
                  </a:moveTo>
                  <a:cubicBezTo>
                    <a:pt x="2462" y="0"/>
                    <a:pt x="2418" y="1"/>
                    <a:pt x="2372" y="2"/>
                  </a:cubicBezTo>
                  <a:lnTo>
                    <a:pt x="1039" y="32"/>
                  </a:lnTo>
                  <a:cubicBezTo>
                    <a:pt x="1039" y="32"/>
                    <a:pt x="278" y="32"/>
                    <a:pt x="249" y="398"/>
                  </a:cubicBezTo>
                  <a:cubicBezTo>
                    <a:pt x="249" y="398"/>
                    <a:pt x="0" y="4936"/>
                    <a:pt x="1449" y="5009"/>
                  </a:cubicBezTo>
                  <a:lnTo>
                    <a:pt x="2328" y="5009"/>
                  </a:lnTo>
                  <a:lnTo>
                    <a:pt x="2328" y="5653"/>
                  </a:lnTo>
                  <a:cubicBezTo>
                    <a:pt x="2328" y="5873"/>
                    <a:pt x="2430" y="6078"/>
                    <a:pt x="2620" y="6180"/>
                  </a:cubicBezTo>
                  <a:cubicBezTo>
                    <a:pt x="2852" y="6323"/>
                    <a:pt x="3208" y="6498"/>
                    <a:pt x="3567" y="6498"/>
                  </a:cubicBezTo>
                  <a:cubicBezTo>
                    <a:pt x="3798" y="6498"/>
                    <a:pt x="4030" y="6425"/>
                    <a:pt x="4231" y="6224"/>
                  </a:cubicBezTo>
                  <a:cubicBezTo>
                    <a:pt x="4450" y="6005"/>
                    <a:pt x="4553" y="5668"/>
                    <a:pt x="4524" y="5360"/>
                  </a:cubicBezTo>
                  <a:lnTo>
                    <a:pt x="4333" y="2945"/>
                  </a:lnTo>
                  <a:lnTo>
                    <a:pt x="3792" y="1613"/>
                  </a:lnTo>
                  <a:lnTo>
                    <a:pt x="3792" y="588"/>
                  </a:lnTo>
                  <a:cubicBezTo>
                    <a:pt x="3792" y="588"/>
                    <a:pt x="3737" y="0"/>
                    <a:pt x="2505"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2"/>
            <p:cNvSpPr/>
            <p:nvPr/>
          </p:nvSpPr>
          <p:spPr>
            <a:xfrm>
              <a:off x="4219718" y="2705202"/>
              <a:ext cx="547336" cy="757731"/>
            </a:xfrm>
            <a:custGeom>
              <a:avLst/>
              <a:gdLst/>
              <a:ahLst/>
              <a:cxnLst/>
              <a:rect l="l" t="t" r="r" b="b"/>
              <a:pathLst>
                <a:path w="8858" h="12263" extrusionOk="0">
                  <a:moveTo>
                    <a:pt x="4540" y="0"/>
                  </a:moveTo>
                  <a:cubicBezTo>
                    <a:pt x="4182" y="0"/>
                    <a:pt x="3906" y="20"/>
                    <a:pt x="3778" y="61"/>
                  </a:cubicBezTo>
                  <a:cubicBezTo>
                    <a:pt x="2416" y="544"/>
                    <a:pt x="996" y="3794"/>
                    <a:pt x="996" y="3794"/>
                  </a:cubicBezTo>
                  <a:lnTo>
                    <a:pt x="1" y="11319"/>
                  </a:lnTo>
                  <a:cubicBezTo>
                    <a:pt x="1256" y="12101"/>
                    <a:pt x="4090" y="12262"/>
                    <a:pt x="6216" y="12262"/>
                  </a:cubicBezTo>
                  <a:cubicBezTo>
                    <a:pt x="7712" y="12262"/>
                    <a:pt x="8858" y="12183"/>
                    <a:pt x="8858" y="12183"/>
                  </a:cubicBezTo>
                  <a:lnTo>
                    <a:pt x="8506" y="7000"/>
                  </a:lnTo>
                  <a:lnTo>
                    <a:pt x="8301" y="4350"/>
                  </a:lnTo>
                  <a:cubicBezTo>
                    <a:pt x="8536" y="3179"/>
                    <a:pt x="8418" y="2389"/>
                    <a:pt x="8418" y="2389"/>
                  </a:cubicBezTo>
                  <a:lnTo>
                    <a:pt x="8345" y="1950"/>
                  </a:lnTo>
                  <a:cubicBezTo>
                    <a:pt x="8199" y="998"/>
                    <a:pt x="7452" y="251"/>
                    <a:pt x="6501" y="134"/>
                  </a:cubicBezTo>
                  <a:cubicBezTo>
                    <a:pt x="5813" y="46"/>
                    <a:pt x="5083" y="0"/>
                    <a:pt x="45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2"/>
            <p:cNvSpPr/>
            <p:nvPr/>
          </p:nvSpPr>
          <p:spPr>
            <a:xfrm>
              <a:off x="4303879" y="2357127"/>
              <a:ext cx="316674" cy="277622"/>
            </a:xfrm>
            <a:custGeom>
              <a:avLst/>
              <a:gdLst/>
              <a:ahLst/>
              <a:cxnLst/>
              <a:rect l="l" t="t" r="r" b="b"/>
              <a:pathLst>
                <a:path w="5125" h="4493" extrusionOk="0">
                  <a:moveTo>
                    <a:pt x="2778" y="1"/>
                  </a:moveTo>
                  <a:cubicBezTo>
                    <a:pt x="2098" y="1"/>
                    <a:pt x="1417" y="81"/>
                    <a:pt x="761" y="234"/>
                  </a:cubicBezTo>
                  <a:cubicBezTo>
                    <a:pt x="586" y="263"/>
                    <a:pt x="395" y="307"/>
                    <a:pt x="249" y="409"/>
                  </a:cubicBezTo>
                  <a:cubicBezTo>
                    <a:pt x="103" y="497"/>
                    <a:pt x="0" y="687"/>
                    <a:pt x="15" y="863"/>
                  </a:cubicBezTo>
                  <a:cubicBezTo>
                    <a:pt x="29" y="1053"/>
                    <a:pt x="176" y="1200"/>
                    <a:pt x="337" y="1244"/>
                  </a:cubicBezTo>
                  <a:cubicBezTo>
                    <a:pt x="407" y="1265"/>
                    <a:pt x="475" y="1275"/>
                    <a:pt x="541" y="1275"/>
                  </a:cubicBezTo>
                  <a:cubicBezTo>
                    <a:pt x="656" y="1275"/>
                    <a:pt x="767" y="1246"/>
                    <a:pt x="879" y="1200"/>
                  </a:cubicBezTo>
                  <a:lnTo>
                    <a:pt x="879" y="1200"/>
                  </a:lnTo>
                  <a:cubicBezTo>
                    <a:pt x="732" y="1273"/>
                    <a:pt x="732" y="1507"/>
                    <a:pt x="849" y="1595"/>
                  </a:cubicBezTo>
                  <a:cubicBezTo>
                    <a:pt x="906" y="1639"/>
                    <a:pt x="973" y="1659"/>
                    <a:pt x="1041" y="1659"/>
                  </a:cubicBezTo>
                  <a:cubicBezTo>
                    <a:pt x="1131" y="1659"/>
                    <a:pt x="1222" y="1624"/>
                    <a:pt x="1288" y="1566"/>
                  </a:cubicBezTo>
                  <a:cubicBezTo>
                    <a:pt x="1406" y="1449"/>
                    <a:pt x="1479" y="1288"/>
                    <a:pt x="1508" y="1141"/>
                  </a:cubicBezTo>
                  <a:cubicBezTo>
                    <a:pt x="1684" y="1932"/>
                    <a:pt x="1859" y="2737"/>
                    <a:pt x="2313" y="3410"/>
                  </a:cubicBezTo>
                  <a:cubicBezTo>
                    <a:pt x="2715" y="4012"/>
                    <a:pt x="3409" y="4492"/>
                    <a:pt x="4141" y="4492"/>
                  </a:cubicBezTo>
                  <a:cubicBezTo>
                    <a:pt x="4209" y="4492"/>
                    <a:pt x="4279" y="4488"/>
                    <a:pt x="4348" y="4479"/>
                  </a:cubicBezTo>
                  <a:lnTo>
                    <a:pt x="4992" y="4333"/>
                  </a:lnTo>
                  <a:cubicBezTo>
                    <a:pt x="5124" y="3118"/>
                    <a:pt x="5007" y="2181"/>
                    <a:pt x="4904" y="966"/>
                  </a:cubicBezTo>
                  <a:cubicBezTo>
                    <a:pt x="4875" y="746"/>
                    <a:pt x="4421" y="482"/>
                    <a:pt x="4275" y="321"/>
                  </a:cubicBezTo>
                  <a:cubicBezTo>
                    <a:pt x="4099" y="102"/>
                    <a:pt x="3763" y="43"/>
                    <a:pt x="3470" y="29"/>
                  </a:cubicBezTo>
                  <a:cubicBezTo>
                    <a:pt x="3240" y="10"/>
                    <a:pt x="3009" y="1"/>
                    <a:pt x="27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2"/>
            <p:cNvSpPr/>
            <p:nvPr/>
          </p:nvSpPr>
          <p:spPr>
            <a:xfrm>
              <a:off x="4417824" y="2518837"/>
              <a:ext cx="73345" cy="80265"/>
            </a:xfrm>
            <a:custGeom>
              <a:avLst/>
              <a:gdLst/>
              <a:ahLst/>
              <a:cxnLst/>
              <a:rect l="l" t="t" r="r" b="b"/>
              <a:pathLst>
                <a:path w="1187" h="1299" extrusionOk="0">
                  <a:moveTo>
                    <a:pt x="59" y="47"/>
                  </a:moveTo>
                  <a:lnTo>
                    <a:pt x="31" y="110"/>
                  </a:lnTo>
                  <a:lnTo>
                    <a:pt x="31" y="110"/>
                  </a:lnTo>
                  <a:cubicBezTo>
                    <a:pt x="40" y="107"/>
                    <a:pt x="49" y="104"/>
                    <a:pt x="58" y="101"/>
                  </a:cubicBezTo>
                  <a:lnTo>
                    <a:pt x="58" y="101"/>
                  </a:lnTo>
                  <a:cubicBezTo>
                    <a:pt x="59" y="83"/>
                    <a:pt x="59" y="65"/>
                    <a:pt x="59" y="47"/>
                  </a:cubicBezTo>
                  <a:close/>
                  <a:moveTo>
                    <a:pt x="31" y="110"/>
                  </a:moveTo>
                  <a:cubicBezTo>
                    <a:pt x="21" y="113"/>
                    <a:pt x="11" y="117"/>
                    <a:pt x="1" y="120"/>
                  </a:cubicBezTo>
                  <a:lnTo>
                    <a:pt x="1" y="178"/>
                  </a:lnTo>
                  <a:lnTo>
                    <a:pt x="31" y="110"/>
                  </a:lnTo>
                  <a:close/>
                  <a:moveTo>
                    <a:pt x="605" y="1"/>
                  </a:moveTo>
                  <a:cubicBezTo>
                    <a:pt x="425" y="1"/>
                    <a:pt x="238" y="44"/>
                    <a:pt x="58" y="101"/>
                  </a:cubicBezTo>
                  <a:lnTo>
                    <a:pt x="58" y="101"/>
                  </a:lnTo>
                  <a:cubicBezTo>
                    <a:pt x="54" y="264"/>
                    <a:pt x="30" y="448"/>
                    <a:pt x="30" y="632"/>
                  </a:cubicBezTo>
                  <a:cubicBezTo>
                    <a:pt x="30" y="852"/>
                    <a:pt x="30" y="1086"/>
                    <a:pt x="206" y="1218"/>
                  </a:cubicBezTo>
                  <a:cubicBezTo>
                    <a:pt x="269" y="1273"/>
                    <a:pt x="354" y="1299"/>
                    <a:pt x="442" y="1299"/>
                  </a:cubicBezTo>
                  <a:cubicBezTo>
                    <a:pt x="516" y="1299"/>
                    <a:pt x="593" y="1281"/>
                    <a:pt x="660" y="1247"/>
                  </a:cubicBezTo>
                  <a:cubicBezTo>
                    <a:pt x="806" y="1174"/>
                    <a:pt x="908" y="1057"/>
                    <a:pt x="1011" y="925"/>
                  </a:cubicBezTo>
                  <a:cubicBezTo>
                    <a:pt x="1099" y="779"/>
                    <a:pt x="1187" y="618"/>
                    <a:pt x="1172" y="427"/>
                  </a:cubicBezTo>
                  <a:cubicBezTo>
                    <a:pt x="1128" y="193"/>
                    <a:pt x="908" y="47"/>
                    <a:pt x="674" y="3"/>
                  </a:cubicBezTo>
                  <a:cubicBezTo>
                    <a:pt x="651" y="1"/>
                    <a:pt x="628" y="1"/>
                    <a:pt x="605"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2"/>
            <p:cNvSpPr/>
            <p:nvPr/>
          </p:nvSpPr>
          <p:spPr>
            <a:xfrm>
              <a:off x="4436856" y="2531566"/>
              <a:ext cx="25396" cy="43438"/>
            </a:xfrm>
            <a:custGeom>
              <a:avLst/>
              <a:gdLst/>
              <a:ahLst/>
              <a:cxnLst/>
              <a:rect l="l" t="t" r="r" b="b"/>
              <a:pathLst>
                <a:path w="411" h="703" extrusionOk="0">
                  <a:moveTo>
                    <a:pt x="256" y="0"/>
                  </a:moveTo>
                  <a:cubicBezTo>
                    <a:pt x="221" y="0"/>
                    <a:pt x="136" y="86"/>
                    <a:pt x="0" y="221"/>
                  </a:cubicBezTo>
                  <a:lnTo>
                    <a:pt x="7" y="228"/>
                  </a:lnTo>
                  <a:lnTo>
                    <a:pt x="7" y="228"/>
                  </a:lnTo>
                  <a:cubicBezTo>
                    <a:pt x="5" y="231"/>
                    <a:pt x="2" y="233"/>
                    <a:pt x="0" y="236"/>
                  </a:cubicBezTo>
                  <a:lnTo>
                    <a:pt x="59" y="295"/>
                  </a:lnTo>
                  <a:cubicBezTo>
                    <a:pt x="73" y="278"/>
                    <a:pt x="86" y="261"/>
                    <a:pt x="99" y="245"/>
                  </a:cubicBezTo>
                  <a:lnTo>
                    <a:pt x="99" y="245"/>
                  </a:lnTo>
                  <a:cubicBezTo>
                    <a:pt x="114" y="239"/>
                    <a:pt x="132" y="236"/>
                    <a:pt x="150" y="236"/>
                  </a:cubicBezTo>
                  <a:cubicBezTo>
                    <a:pt x="191" y="236"/>
                    <a:pt x="234" y="251"/>
                    <a:pt x="264" y="280"/>
                  </a:cubicBezTo>
                  <a:cubicBezTo>
                    <a:pt x="293" y="338"/>
                    <a:pt x="308" y="412"/>
                    <a:pt x="278" y="456"/>
                  </a:cubicBezTo>
                  <a:cubicBezTo>
                    <a:pt x="264" y="514"/>
                    <a:pt x="205" y="558"/>
                    <a:pt x="161" y="587"/>
                  </a:cubicBezTo>
                  <a:cubicBezTo>
                    <a:pt x="73" y="675"/>
                    <a:pt x="0" y="675"/>
                    <a:pt x="0" y="675"/>
                  </a:cubicBezTo>
                  <a:cubicBezTo>
                    <a:pt x="0" y="691"/>
                    <a:pt x="22" y="703"/>
                    <a:pt x="64" y="703"/>
                  </a:cubicBezTo>
                  <a:cubicBezTo>
                    <a:pt x="98" y="703"/>
                    <a:pt x="146" y="695"/>
                    <a:pt x="205" y="675"/>
                  </a:cubicBezTo>
                  <a:cubicBezTo>
                    <a:pt x="264" y="661"/>
                    <a:pt x="337" y="602"/>
                    <a:pt x="366" y="529"/>
                  </a:cubicBezTo>
                  <a:cubicBezTo>
                    <a:pt x="410" y="456"/>
                    <a:pt x="410" y="338"/>
                    <a:pt x="337" y="236"/>
                  </a:cubicBezTo>
                  <a:cubicBezTo>
                    <a:pt x="288" y="187"/>
                    <a:pt x="225" y="165"/>
                    <a:pt x="165" y="165"/>
                  </a:cubicBezTo>
                  <a:cubicBezTo>
                    <a:pt x="164" y="165"/>
                    <a:pt x="163" y="165"/>
                    <a:pt x="163" y="165"/>
                  </a:cubicBezTo>
                  <a:lnTo>
                    <a:pt x="163" y="165"/>
                  </a:lnTo>
                  <a:cubicBezTo>
                    <a:pt x="234" y="73"/>
                    <a:pt x="274" y="12"/>
                    <a:pt x="264" y="2"/>
                  </a:cubicBezTo>
                  <a:cubicBezTo>
                    <a:pt x="262" y="1"/>
                    <a:pt x="259" y="0"/>
                    <a:pt x="2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2"/>
            <p:cNvSpPr/>
            <p:nvPr/>
          </p:nvSpPr>
          <p:spPr>
            <a:xfrm>
              <a:off x="4359060" y="2509939"/>
              <a:ext cx="5499" cy="16436"/>
            </a:xfrm>
            <a:custGeom>
              <a:avLst/>
              <a:gdLst/>
              <a:ahLst/>
              <a:cxnLst/>
              <a:rect l="l" t="t" r="r" b="b"/>
              <a:pathLst>
                <a:path w="89" h="266" extrusionOk="0">
                  <a:moveTo>
                    <a:pt x="29" y="0"/>
                  </a:moveTo>
                  <a:cubicBezTo>
                    <a:pt x="15" y="0"/>
                    <a:pt x="0" y="59"/>
                    <a:pt x="0" y="132"/>
                  </a:cubicBezTo>
                  <a:cubicBezTo>
                    <a:pt x="0" y="199"/>
                    <a:pt x="25" y="266"/>
                    <a:pt x="51" y="266"/>
                  </a:cubicBezTo>
                  <a:cubicBezTo>
                    <a:pt x="54" y="266"/>
                    <a:pt x="56" y="265"/>
                    <a:pt x="59" y="264"/>
                  </a:cubicBezTo>
                  <a:cubicBezTo>
                    <a:pt x="73" y="264"/>
                    <a:pt x="88" y="205"/>
                    <a:pt x="88" y="132"/>
                  </a:cubicBezTo>
                  <a:cubicBezTo>
                    <a:pt x="88" y="59"/>
                    <a:pt x="73"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2"/>
            <p:cNvSpPr/>
            <p:nvPr/>
          </p:nvSpPr>
          <p:spPr>
            <a:xfrm>
              <a:off x="4446805" y="2803946"/>
              <a:ext cx="446000" cy="1024046"/>
            </a:xfrm>
            <a:custGeom>
              <a:avLst/>
              <a:gdLst/>
              <a:ahLst/>
              <a:cxnLst/>
              <a:rect l="l" t="t" r="r" b="b"/>
              <a:pathLst>
                <a:path w="7218" h="16573" extrusionOk="0">
                  <a:moveTo>
                    <a:pt x="2152" y="0"/>
                  </a:moveTo>
                  <a:lnTo>
                    <a:pt x="0" y="16382"/>
                  </a:lnTo>
                  <a:lnTo>
                    <a:pt x="5051" y="16572"/>
                  </a:lnTo>
                  <a:lnTo>
                    <a:pt x="7218" y="205"/>
                  </a:lnTo>
                  <a:lnTo>
                    <a:pt x="21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2"/>
            <p:cNvSpPr/>
            <p:nvPr/>
          </p:nvSpPr>
          <p:spPr>
            <a:xfrm>
              <a:off x="4084948" y="3742013"/>
              <a:ext cx="597077" cy="86012"/>
            </a:xfrm>
            <a:custGeom>
              <a:avLst/>
              <a:gdLst/>
              <a:ahLst/>
              <a:cxnLst/>
              <a:rect l="l" t="t" r="r" b="b"/>
              <a:pathLst>
                <a:path w="9663" h="1392" extrusionOk="0">
                  <a:moveTo>
                    <a:pt x="0" y="0"/>
                  </a:moveTo>
                  <a:lnTo>
                    <a:pt x="191" y="908"/>
                  </a:lnTo>
                  <a:lnTo>
                    <a:pt x="9428" y="1391"/>
                  </a:lnTo>
                  <a:lnTo>
                    <a:pt x="9663" y="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2"/>
            <p:cNvSpPr/>
            <p:nvPr/>
          </p:nvSpPr>
          <p:spPr>
            <a:xfrm>
              <a:off x="4132899" y="3787245"/>
              <a:ext cx="28980" cy="706507"/>
            </a:xfrm>
            <a:custGeom>
              <a:avLst/>
              <a:gdLst/>
              <a:ahLst/>
              <a:cxnLst/>
              <a:rect l="l" t="t" r="r" b="b"/>
              <a:pathLst>
                <a:path w="469" h="11434" extrusionOk="0">
                  <a:moveTo>
                    <a:pt x="0" y="0"/>
                  </a:moveTo>
                  <a:lnTo>
                    <a:pt x="88" y="11434"/>
                  </a:lnTo>
                  <a:lnTo>
                    <a:pt x="425" y="11419"/>
                  </a:lnTo>
                  <a:lnTo>
                    <a:pt x="469" y="15"/>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2"/>
            <p:cNvSpPr/>
            <p:nvPr/>
          </p:nvSpPr>
          <p:spPr>
            <a:xfrm>
              <a:off x="4147359" y="3788172"/>
              <a:ext cx="552773" cy="499387"/>
            </a:xfrm>
            <a:custGeom>
              <a:avLst/>
              <a:gdLst/>
              <a:ahLst/>
              <a:cxnLst/>
              <a:rect l="l" t="t" r="r" b="b"/>
              <a:pathLst>
                <a:path w="8946" h="8082" extrusionOk="0">
                  <a:moveTo>
                    <a:pt x="235" y="0"/>
                  </a:moveTo>
                  <a:lnTo>
                    <a:pt x="1" y="205"/>
                  </a:lnTo>
                  <a:lnTo>
                    <a:pt x="8945" y="8081"/>
                  </a:lnTo>
                  <a:lnTo>
                    <a:pt x="8945" y="7583"/>
                  </a:lnTo>
                  <a:lnTo>
                    <a:pt x="2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2"/>
            <p:cNvSpPr/>
            <p:nvPr/>
          </p:nvSpPr>
          <p:spPr>
            <a:xfrm>
              <a:off x="4142848" y="3808069"/>
              <a:ext cx="587129" cy="432406"/>
            </a:xfrm>
            <a:custGeom>
              <a:avLst/>
              <a:gdLst/>
              <a:ahLst/>
              <a:cxnLst/>
              <a:rect l="l" t="t" r="r" b="b"/>
              <a:pathLst>
                <a:path w="9502" h="6998" extrusionOk="0">
                  <a:moveTo>
                    <a:pt x="9209" y="0"/>
                  </a:moveTo>
                  <a:lnTo>
                    <a:pt x="0" y="6720"/>
                  </a:lnTo>
                  <a:lnTo>
                    <a:pt x="74" y="6998"/>
                  </a:lnTo>
                  <a:lnTo>
                    <a:pt x="9443" y="425"/>
                  </a:lnTo>
                  <a:cubicBezTo>
                    <a:pt x="9501" y="366"/>
                    <a:pt x="9501" y="278"/>
                    <a:pt x="9443" y="220"/>
                  </a:cubicBezTo>
                  <a:lnTo>
                    <a:pt x="92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2"/>
            <p:cNvSpPr/>
            <p:nvPr/>
          </p:nvSpPr>
          <p:spPr>
            <a:xfrm>
              <a:off x="3708632" y="2702545"/>
              <a:ext cx="199952" cy="239066"/>
            </a:xfrm>
            <a:custGeom>
              <a:avLst/>
              <a:gdLst/>
              <a:ahLst/>
              <a:cxnLst/>
              <a:rect l="l" t="t" r="r" b="b"/>
              <a:pathLst>
                <a:path w="3236" h="3869" extrusionOk="0">
                  <a:moveTo>
                    <a:pt x="1037" y="1"/>
                  </a:moveTo>
                  <a:cubicBezTo>
                    <a:pt x="1007" y="1"/>
                    <a:pt x="983" y="10"/>
                    <a:pt x="967" y="31"/>
                  </a:cubicBezTo>
                  <a:cubicBezTo>
                    <a:pt x="791" y="309"/>
                    <a:pt x="1874" y="1436"/>
                    <a:pt x="1874" y="1436"/>
                  </a:cubicBezTo>
                  <a:cubicBezTo>
                    <a:pt x="1874" y="1436"/>
                    <a:pt x="943" y="600"/>
                    <a:pt x="601" y="600"/>
                  </a:cubicBezTo>
                  <a:cubicBezTo>
                    <a:pt x="564" y="600"/>
                    <a:pt x="534" y="610"/>
                    <a:pt x="513" y="631"/>
                  </a:cubicBezTo>
                  <a:cubicBezTo>
                    <a:pt x="293" y="851"/>
                    <a:pt x="1259" y="1832"/>
                    <a:pt x="1259" y="1832"/>
                  </a:cubicBezTo>
                  <a:cubicBezTo>
                    <a:pt x="1259" y="1832"/>
                    <a:pt x="450" y="1091"/>
                    <a:pt x="249" y="1091"/>
                  </a:cubicBezTo>
                  <a:cubicBezTo>
                    <a:pt x="224" y="1091"/>
                    <a:pt x="209" y="1103"/>
                    <a:pt x="205" y="1129"/>
                  </a:cubicBezTo>
                  <a:cubicBezTo>
                    <a:pt x="161" y="1363"/>
                    <a:pt x="747" y="2154"/>
                    <a:pt x="747" y="2154"/>
                  </a:cubicBezTo>
                  <a:cubicBezTo>
                    <a:pt x="747" y="2154"/>
                    <a:pt x="255" y="1651"/>
                    <a:pt x="94" y="1651"/>
                  </a:cubicBezTo>
                  <a:cubicBezTo>
                    <a:pt x="66" y="1651"/>
                    <a:pt x="49" y="1666"/>
                    <a:pt x="44" y="1700"/>
                  </a:cubicBezTo>
                  <a:cubicBezTo>
                    <a:pt x="0" y="1934"/>
                    <a:pt x="923" y="3808"/>
                    <a:pt x="923" y="3808"/>
                  </a:cubicBezTo>
                  <a:cubicBezTo>
                    <a:pt x="953" y="3850"/>
                    <a:pt x="1000" y="3868"/>
                    <a:pt x="1059" y="3868"/>
                  </a:cubicBezTo>
                  <a:cubicBezTo>
                    <a:pt x="1605" y="3868"/>
                    <a:pt x="3236" y="2285"/>
                    <a:pt x="3236" y="2285"/>
                  </a:cubicBezTo>
                  <a:cubicBezTo>
                    <a:pt x="3236" y="2285"/>
                    <a:pt x="3206" y="368"/>
                    <a:pt x="3060" y="324"/>
                  </a:cubicBezTo>
                  <a:cubicBezTo>
                    <a:pt x="3055" y="323"/>
                    <a:pt x="3049" y="322"/>
                    <a:pt x="3043" y="322"/>
                  </a:cubicBezTo>
                  <a:cubicBezTo>
                    <a:pt x="2888" y="322"/>
                    <a:pt x="2550" y="698"/>
                    <a:pt x="2606" y="1305"/>
                  </a:cubicBezTo>
                  <a:cubicBezTo>
                    <a:pt x="2606" y="1305"/>
                    <a:pt x="1389" y="1"/>
                    <a:pt x="1037"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2"/>
            <p:cNvSpPr/>
            <p:nvPr/>
          </p:nvSpPr>
          <p:spPr>
            <a:xfrm>
              <a:off x="3765605" y="2788560"/>
              <a:ext cx="782509" cy="518542"/>
            </a:xfrm>
            <a:custGeom>
              <a:avLst/>
              <a:gdLst/>
              <a:ahLst/>
              <a:cxnLst/>
              <a:rect l="l" t="t" r="r" b="b"/>
              <a:pathLst>
                <a:path w="12664" h="8392" extrusionOk="0">
                  <a:moveTo>
                    <a:pt x="10117" y="0"/>
                  </a:moveTo>
                  <a:cubicBezTo>
                    <a:pt x="10117" y="0"/>
                    <a:pt x="6953" y="4771"/>
                    <a:pt x="5826" y="4771"/>
                  </a:cubicBezTo>
                  <a:cubicBezTo>
                    <a:pt x="5741" y="4771"/>
                    <a:pt x="5667" y="4744"/>
                    <a:pt x="5608" y="4685"/>
                  </a:cubicBezTo>
                  <a:cubicBezTo>
                    <a:pt x="3763" y="2840"/>
                    <a:pt x="2314" y="893"/>
                    <a:pt x="2314" y="893"/>
                  </a:cubicBezTo>
                  <a:lnTo>
                    <a:pt x="1" y="2416"/>
                  </a:lnTo>
                  <a:cubicBezTo>
                    <a:pt x="1" y="2416"/>
                    <a:pt x="2358" y="5578"/>
                    <a:pt x="2958" y="6354"/>
                  </a:cubicBezTo>
                  <a:cubicBezTo>
                    <a:pt x="3366" y="6882"/>
                    <a:pt x="4580" y="8391"/>
                    <a:pt x="6195" y="8391"/>
                  </a:cubicBezTo>
                  <a:cubicBezTo>
                    <a:pt x="6954" y="8391"/>
                    <a:pt x="7802" y="8057"/>
                    <a:pt x="8697" y="7130"/>
                  </a:cubicBezTo>
                  <a:cubicBezTo>
                    <a:pt x="11507" y="4246"/>
                    <a:pt x="12664" y="1830"/>
                    <a:pt x="12664" y="1830"/>
                  </a:cubicBezTo>
                  <a:lnTo>
                    <a:pt x="10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2"/>
            <p:cNvSpPr/>
            <p:nvPr/>
          </p:nvSpPr>
          <p:spPr>
            <a:xfrm>
              <a:off x="4239615" y="2755315"/>
              <a:ext cx="323903" cy="523547"/>
            </a:xfrm>
            <a:custGeom>
              <a:avLst/>
              <a:gdLst/>
              <a:ahLst/>
              <a:cxnLst/>
              <a:rect l="l" t="t" r="r" b="b"/>
              <a:pathLst>
                <a:path w="5242" h="8473" extrusionOk="0">
                  <a:moveTo>
                    <a:pt x="3624" y="0"/>
                  </a:moveTo>
                  <a:cubicBezTo>
                    <a:pt x="3438" y="0"/>
                    <a:pt x="3259" y="37"/>
                    <a:pt x="3104" y="99"/>
                  </a:cubicBezTo>
                  <a:cubicBezTo>
                    <a:pt x="2812" y="202"/>
                    <a:pt x="2563" y="392"/>
                    <a:pt x="2387" y="553"/>
                  </a:cubicBezTo>
                  <a:cubicBezTo>
                    <a:pt x="2197" y="743"/>
                    <a:pt x="2065" y="904"/>
                    <a:pt x="1948" y="1036"/>
                  </a:cubicBezTo>
                  <a:cubicBezTo>
                    <a:pt x="1816" y="1153"/>
                    <a:pt x="1743" y="1270"/>
                    <a:pt x="1699" y="1344"/>
                  </a:cubicBezTo>
                  <a:cubicBezTo>
                    <a:pt x="1640" y="1417"/>
                    <a:pt x="1626" y="1446"/>
                    <a:pt x="1626" y="1446"/>
                  </a:cubicBezTo>
                  <a:lnTo>
                    <a:pt x="1699" y="1373"/>
                  </a:lnTo>
                  <a:cubicBezTo>
                    <a:pt x="1743" y="1300"/>
                    <a:pt x="1831" y="1197"/>
                    <a:pt x="1948" y="1065"/>
                  </a:cubicBezTo>
                  <a:cubicBezTo>
                    <a:pt x="2080" y="919"/>
                    <a:pt x="2226" y="773"/>
                    <a:pt x="2402" y="612"/>
                  </a:cubicBezTo>
                  <a:cubicBezTo>
                    <a:pt x="2607" y="451"/>
                    <a:pt x="2826" y="275"/>
                    <a:pt x="3119" y="172"/>
                  </a:cubicBezTo>
                  <a:cubicBezTo>
                    <a:pt x="3267" y="126"/>
                    <a:pt x="3439" y="92"/>
                    <a:pt x="3616" y="92"/>
                  </a:cubicBezTo>
                  <a:cubicBezTo>
                    <a:pt x="3773" y="92"/>
                    <a:pt x="3934" y="118"/>
                    <a:pt x="4085" y="187"/>
                  </a:cubicBezTo>
                  <a:cubicBezTo>
                    <a:pt x="4437" y="319"/>
                    <a:pt x="4715" y="612"/>
                    <a:pt x="4890" y="978"/>
                  </a:cubicBezTo>
                  <a:cubicBezTo>
                    <a:pt x="5081" y="1344"/>
                    <a:pt x="5169" y="1783"/>
                    <a:pt x="5095" y="2222"/>
                  </a:cubicBezTo>
                  <a:cubicBezTo>
                    <a:pt x="5037" y="2661"/>
                    <a:pt x="4861" y="3100"/>
                    <a:pt x="4598" y="3496"/>
                  </a:cubicBezTo>
                  <a:cubicBezTo>
                    <a:pt x="4349" y="3905"/>
                    <a:pt x="4056" y="4271"/>
                    <a:pt x="3763" y="4623"/>
                  </a:cubicBezTo>
                  <a:cubicBezTo>
                    <a:pt x="3470" y="4960"/>
                    <a:pt x="3178" y="5296"/>
                    <a:pt x="2899" y="5604"/>
                  </a:cubicBezTo>
                  <a:cubicBezTo>
                    <a:pt x="2343" y="6233"/>
                    <a:pt x="1831" y="6760"/>
                    <a:pt x="1377" y="7199"/>
                  </a:cubicBezTo>
                  <a:cubicBezTo>
                    <a:pt x="938" y="7639"/>
                    <a:pt x="557" y="7961"/>
                    <a:pt x="294" y="8209"/>
                  </a:cubicBezTo>
                  <a:cubicBezTo>
                    <a:pt x="191" y="8312"/>
                    <a:pt x="74" y="8400"/>
                    <a:pt x="1" y="8473"/>
                  </a:cubicBezTo>
                  <a:cubicBezTo>
                    <a:pt x="74" y="8429"/>
                    <a:pt x="191" y="8327"/>
                    <a:pt x="323" y="8224"/>
                  </a:cubicBezTo>
                  <a:cubicBezTo>
                    <a:pt x="586" y="8005"/>
                    <a:pt x="982" y="7668"/>
                    <a:pt x="1435" y="7229"/>
                  </a:cubicBezTo>
                  <a:cubicBezTo>
                    <a:pt x="1889" y="6789"/>
                    <a:pt x="2416" y="6262"/>
                    <a:pt x="2973" y="5648"/>
                  </a:cubicBezTo>
                  <a:cubicBezTo>
                    <a:pt x="3251" y="5325"/>
                    <a:pt x="3544" y="5003"/>
                    <a:pt x="3836" y="4652"/>
                  </a:cubicBezTo>
                  <a:cubicBezTo>
                    <a:pt x="4129" y="4301"/>
                    <a:pt x="4422" y="3964"/>
                    <a:pt x="4671" y="3539"/>
                  </a:cubicBezTo>
                  <a:cubicBezTo>
                    <a:pt x="4934" y="3115"/>
                    <a:pt x="5110" y="2676"/>
                    <a:pt x="5183" y="2222"/>
                  </a:cubicBezTo>
                  <a:cubicBezTo>
                    <a:pt x="5242" y="1768"/>
                    <a:pt x="5169" y="1300"/>
                    <a:pt x="4964" y="919"/>
                  </a:cubicBezTo>
                  <a:cubicBezTo>
                    <a:pt x="4788" y="553"/>
                    <a:pt x="4495" y="246"/>
                    <a:pt x="4129" y="99"/>
                  </a:cubicBezTo>
                  <a:cubicBezTo>
                    <a:pt x="3963" y="30"/>
                    <a:pt x="3791" y="0"/>
                    <a:pt x="36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2"/>
            <p:cNvSpPr/>
            <p:nvPr/>
          </p:nvSpPr>
          <p:spPr>
            <a:xfrm>
              <a:off x="3798169" y="2892556"/>
              <a:ext cx="140263" cy="89657"/>
            </a:xfrm>
            <a:custGeom>
              <a:avLst/>
              <a:gdLst/>
              <a:ahLst/>
              <a:cxnLst/>
              <a:rect l="l" t="t" r="r" b="b"/>
              <a:pathLst>
                <a:path w="2270" h="1451" extrusionOk="0">
                  <a:moveTo>
                    <a:pt x="2268" y="0"/>
                  </a:moveTo>
                  <a:cubicBezTo>
                    <a:pt x="2234" y="0"/>
                    <a:pt x="1745" y="332"/>
                    <a:pt x="1157" y="733"/>
                  </a:cubicBezTo>
                  <a:cubicBezTo>
                    <a:pt x="528" y="1128"/>
                    <a:pt x="1" y="1421"/>
                    <a:pt x="15" y="1450"/>
                  </a:cubicBezTo>
                  <a:cubicBezTo>
                    <a:pt x="30" y="1450"/>
                    <a:pt x="162" y="1392"/>
                    <a:pt x="381" y="1275"/>
                  </a:cubicBezTo>
                  <a:cubicBezTo>
                    <a:pt x="601" y="1172"/>
                    <a:pt x="894" y="996"/>
                    <a:pt x="1201" y="806"/>
                  </a:cubicBezTo>
                  <a:cubicBezTo>
                    <a:pt x="1523" y="601"/>
                    <a:pt x="1787" y="396"/>
                    <a:pt x="1977" y="250"/>
                  </a:cubicBezTo>
                  <a:cubicBezTo>
                    <a:pt x="2153" y="103"/>
                    <a:pt x="2270" y="16"/>
                    <a:pt x="2270" y="1"/>
                  </a:cubicBezTo>
                  <a:cubicBezTo>
                    <a:pt x="2270" y="1"/>
                    <a:pt x="2269" y="0"/>
                    <a:pt x="22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2"/>
            <p:cNvSpPr/>
            <p:nvPr/>
          </p:nvSpPr>
          <p:spPr>
            <a:xfrm>
              <a:off x="3886842" y="2867715"/>
              <a:ext cx="25396" cy="22677"/>
            </a:xfrm>
            <a:custGeom>
              <a:avLst/>
              <a:gdLst/>
              <a:ahLst/>
              <a:cxnLst/>
              <a:rect l="l" t="t" r="r" b="b"/>
              <a:pathLst>
                <a:path w="411" h="367" extrusionOk="0">
                  <a:moveTo>
                    <a:pt x="222" y="49"/>
                  </a:moveTo>
                  <a:cubicBezTo>
                    <a:pt x="226" y="50"/>
                    <a:pt x="230" y="51"/>
                    <a:pt x="235" y="52"/>
                  </a:cubicBezTo>
                  <a:cubicBezTo>
                    <a:pt x="264" y="95"/>
                    <a:pt x="308" y="125"/>
                    <a:pt x="308" y="169"/>
                  </a:cubicBezTo>
                  <a:cubicBezTo>
                    <a:pt x="308" y="198"/>
                    <a:pt x="264" y="242"/>
                    <a:pt x="205" y="257"/>
                  </a:cubicBezTo>
                  <a:cubicBezTo>
                    <a:pt x="147" y="257"/>
                    <a:pt x="118" y="242"/>
                    <a:pt x="103" y="198"/>
                  </a:cubicBezTo>
                  <a:cubicBezTo>
                    <a:pt x="74" y="169"/>
                    <a:pt x="118" y="125"/>
                    <a:pt x="132" y="95"/>
                  </a:cubicBezTo>
                  <a:cubicBezTo>
                    <a:pt x="162" y="66"/>
                    <a:pt x="196" y="55"/>
                    <a:pt x="222" y="49"/>
                  </a:cubicBezTo>
                  <a:close/>
                  <a:moveTo>
                    <a:pt x="187" y="0"/>
                  </a:moveTo>
                  <a:cubicBezTo>
                    <a:pt x="165" y="0"/>
                    <a:pt x="147" y="8"/>
                    <a:pt x="132" y="22"/>
                  </a:cubicBezTo>
                  <a:cubicBezTo>
                    <a:pt x="103" y="37"/>
                    <a:pt x="103" y="52"/>
                    <a:pt x="103" y="52"/>
                  </a:cubicBezTo>
                  <a:cubicBezTo>
                    <a:pt x="59" y="95"/>
                    <a:pt x="0" y="139"/>
                    <a:pt x="30" y="242"/>
                  </a:cubicBezTo>
                  <a:cubicBezTo>
                    <a:pt x="30" y="314"/>
                    <a:pt x="99" y="367"/>
                    <a:pt x="181" y="367"/>
                  </a:cubicBezTo>
                  <a:cubicBezTo>
                    <a:pt x="198" y="367"/>
                    <a:pt x="216" y="364"/>
                    <a:pt x="235" y="359"/>
                  </a:cubicBezTo>
                  <a:cubicBezTo>
                    <a:pt x="322" y="344"/>
                    <a:pt x="410" y="271"/>
                    <a:pt x="396" y="183"/>
                  </a:cubicBezTo>
                  <a:cubicBezTo>
                    <a:pt x="381" y="95"/>
                    <a:pt x="322" y="37"/>
                    <a:pt x="264" y="22"/>
                  </a:cubicBezTo>
                  <a:cubicBezTo>
                    <a:pt x="235" y="8"/>
                    <a:pt x="209" y="0"/>
                    <a:pt x="1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2"/>
            <p:cNvSpPr/>
            <p:nvPr/>
          </p:nvSpPr>
          <p:spPr>
            <a:xfrm>
              <a:off x="4389770" y="3082567"/>
              <a:ext cx="45292" cy="372717"/>
            </a:xfrm>
            <a:custGeom>
              <a:avLst/>
              <a:gdLst/>
              <a:ahLst/>
              <a:cxnLst/>
              <a:rect l="l" t="t" r="r" b="b"/>
              <a:pathLst>
                <a:path w="733" h="6032" extrusionOk="0">
                  <a:moveTo>
                    <a:pt x="733" y="0"/>
                  </a:moveTo>
                  <a:lnTo>
                    <a:pt x="733" y="0"/>
                  </a:lnTo>
                  <a:cubicBezTo>
                    <a:pt x="733" y="0"/>
                    <a:pt x="704" y="88"/>
                    <a:pt x="674" y="234"/>
                  </a:cubicBezTo>
                  <a:cubicBezTo>
                    <a:pt x="630" y="381"/>
                    <a:pt x="601" y="600"/>
                    <a:pt x="557" y="879"/>
                  </a:cubicBezTo>
                  <a:cubicBezTo>
                    <a:pt x="484" y="1406"/>
                    <a:pt x="382" y="2152"/>
                    <a:pt x="264" y="3001"/>
                  </a:cubicBezTo>
                  <a:cubicBezTo>
                    <a:pt x="177" y="3836"/>
                    <a:pt x="103" y="4597"/>
                    <a:pt x="45" y="5139"/>
                  </a:cubicBezTo>
                  <a:cubicBezTo>
                    <a:pt x="16" y="5417"/>
                    <a:pt x="1" y="5651"/>
                    <a:pt x="1" y="5797"/>
                  </a:cubicBezTo>
                  <a:lnTo>
                    <a:pt x="1" y="6032"/>
                  </a:lnTo>
                  <a:cubicBezTo>
                    <a:pt x="16" y="6032"/>
                    <a:pt x="16" y="5944"/>
                    <a:pt x="30" y="5783"/>
                  </a:cubicBezTo>
                  <a:cubicBezTo>
                    <a:pt x="45" y="5622"/>
                    <a:pt x="74" y="5402"/>
                    <a:pt x="103" y="5139"/>
                  </a:cubicBezTo>
                  <a:cubicBezTo>
                    <a:pt x="177" y="4568"/>
                    <a:pt x="264" y="3821"/>
                    <a:pt x="367" y="3001"/>
                  </a:cubicBezTo>
                  <a:cubicBezTo>
                    <a:pt x="469" y="2182"/>
                    <a:pt x="557" y="1450"/>
                    <a:pt x="630" y="879"/>
                  </a:cubicBezTo>
                  <a:cubicBezTo>
                    <a:pt x="660" y="615"/>
                    <a:pt x="689" y="395"/>
                    <a:pt x="704" y="234"/>
                  </a:cubicBezTo>
                  <a:cubicBezTo>
                    <a:pt x="733" y="88"/>
                    <a:pt x="733" y="0"/>
                    <a:pt x="7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2"/>
            <p:cNvSpPr/>
            <p:nvPr/>
          </p:nvSpPr>
          <p:spPr>
            <a:xfrm>
              <a:off x="4492037" y="2729177"/>
              <a:ext cx="194515" cy="38928"/>
            </a:xfrm>
            <a:custGeom>
              <a:avLst/>
              <a:gdLst/>
              <a:ahLst/>
              <a:cxnLst/>
              <a:rect l="l" t="t" r="r" b="b"/>
              <a:pathLst>
                <a:path w="3148" h="630" extrusionOk="0">
                  <a:moveTo>
                    <a:pt x="1911" y="0"/>
                  </a:moveTo>
                  <a:cubicBezTo>
                    <a:pt x="1786" y="0"/>
                    <a:pt x="1656" y="7"/>
                    <a:pt x="1523" y="24"/>
                  </a:cubicBezTo>
                  <a:cubicBezTo>
                    <a:pt x="1069" y="83"/>
                    <a:pt x="659" y="215"/>
                    <a:pt x="410" y="347"/>
                  </a:cubicBezTo>
                  <a:cubicBezTo>
                    <a:pt x="264" y="434"/>
                    <a:pt x="176" y="478"/>
                    <a:pt x="103" y="537"/>
                  </a:cubicBezTo>
                  <a:lnTo>
                    <a:pt x="0" y="625"/>
                  </a:lnTo>
                  <a:cubicBezTo>
                    <a:pt x="4" y="628"/>
                    <a:pt x="9" y="630"/>
                    <a:pt x="15" y="630"/>
                  </a:cubicBezTo>
                  <a:cubicBezTo>
                    <a:pt x="65" y="630"/>
                    <a:pt x="207" y="538"/>
                    <a:pt x="439" y="434"/>
                  </a:cubicBezTo>
                  <a:cubicBezTo>
                    <a:pt x="718" y="303"/>
                    <a:pt x="1098" y="171"/>
                    <a:pt x="1537" y="112"/>
                  </a:cubicBezTo>
                  <a:cubicBezTo>
                    <a:pt x="1684" y="98"/>
                    <a:pt x="1827" y="91"/>
                    <a:pt x="1964" y="91"/>
                  </a:cubicBezTo>
                  <a:cubicBezTo>
                    <a:pt x="2237" y="91"/>
                    <a:pt x="2484" y="117"/>
                    <a:pt x="2679" y="156"/>
                  </a:cubicBezTo>
                  <a:cubicBezTo>
                    <a:pt x="2934" y="207"/>
                    <a:pt x="3099" y="247"/>
                    <a:pt x="3139" y="247"/>
                  </a:cubicBezTo>
                  <a:cubicBezTo>
                    <a:pt x="3145" y="247"/>
                    <a:pt x="3148" y="246"/>
                    <a:pt x="3148" y="244"/>
                  </a:cubicBezTo>
                  <a:cubicBezTo>
                    <a:pt x="3148" y="229"/>
                    <a:pt x="3118" y="215"/>
                    <a:pt x="3031" y="185"/>
                  </a:cubicBezTo>
                  <a:cubicBezTo>
                    <a:pt x="2957" y="156"/>
                    <a:pt x="2840" y="112"/>
                    <a:pt x="2694" y="83"/>
                  </a:cubicBezTo>
                  <a:cubicBezTo>
                    <a:pt x="2487" y="42"/>
                    <a:pt x="2214" y="0"/>
                    <a:pt x="19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32"/>
          <p:cNvGrpSpPr/>
          <p:nvPr/>
        </p:nvGrpSpPr>
        <p:grpSpPr>
          <a:xfrm>
            <a:off x="686373" y="1968754"/>
            <a:ext cx="1182308" cy="2374600"/>
            <a:chOff x="727536" y="1777825"/>
            <a:chExt cx="1360539" cy="2732567"/>
          </a:xfrm>
        </p:grpSpPr>
        <p:sp>
          <p:nvSpPr>
            <p:cNvPr id="489" name="Google Shape;489;p32"/>
            <p:cNvSpPr/>
            <p:nvPr/>
          </p:nvSpPr>
          <p:spPr>
            <a:xfrm>
              <a:off x="1890840" y="2861845"/>
              <a:ext cx="197234" cy="123271"/>
            </a:xfrm>
            <a:custGeom>
              <a:avLst/>
              <a:gdLst/>
              <a:ahLst/>
              <a:cxnLst/>
              <a:rect l="l" t="t" r="r" b="b"/>
              <a:pathLst>
                <a:path w="3192" h="1995" extrusionOk="0">
                  <a:moveTo>
                    <a:pt x="1538" y="0"/>
                  </a:moveTo>
                  <a:lnTo>
                    <a:pt x="44" y="527"/>
                  </a:lnTo>
                  <a:cubicBezTo>
                    <a:pt x="44" y="527"/>
                    <a:pt x="0" y="952"/>
                    <a:pt x="44" y="1186"/>
                  </a:cubicBezTo>
                  <a:cubicBezTo>
                    <a:pt x="118" y="1449"/>
                    <a:pt x="776" y="1537"/>
                    <a:pt x="776" y="1537"/>
                  </a:cubicBezTo>
                  <a:cubicBezTo>
                    <a:pt x="776" y="1537"/>
                    <a:pt x="615" y="1611"/>
                    <a:pt x="557" y="1889"/>
                  </a:cubicBezTo>
                  <a:cubicBezTo>
                    <a:pt x="546" y="1964"/>
                    <a:pt x="583" y="1994"/>
                    <a:pt x="651" y="1994"/>
                  </a:cubicBezTo>
                  <a:cubicBezTo>
                    <a:pt x="850" y="1994"/>
                    <a:pt x="1309" y="1733"/>
                    <a:pt x="1582" y="1537"/>
                  </a:cubicBezTo>
                  <a:cubicBezTo>
                    <a:pt x="1977" y="1303"/>
                    <a:pt x="1991" y="732"/>
                    <a:pt x="1991" y="732"/>
                  </a:cubicBezTo>
                  <a:cubicBezTo>
                    <a:pt x="1991" y="732"/>
                    <a:pt x="2701" y="1326"/>
                    <a:pt x="2957" y="1326"/>
                  </a:cubicBezTo>
                  <a:cubicBezTo>
                    <a:pt x="2974" y="1326"/>
                    <a:pt x="2989" y="1323"/>
                    <a:pt x="3002" y="1318"/>
                  </a:cubicBezTo>
                  <a:cubicBezTo>
                    <a:pt x="3192" y="1230"/>
                    <a:pt x="1977" y="88"/>
                    <a:pt x="1977" y="88"/>
                  </a:cubicBezTo>
                  <a:lnTo>
                    <a:pt x="1538" y="0"/>
                  </a:ln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2"/>
            <p:cNvSpPr/>
            <p:nvPr/>
          </p:nvSpPr>
          <p:spPr>
            <a:xfrm>
              <a:off x="1249497" y="2814327"/>
              <a:ext cx="266871" cy="203351"/>
            </a:xfrm>
            <a:custGeom>
              <a:avLst/>
              <a:gdLst/>
              <a:ahLst/>
              <a:cxnLst/>
              <a:rect l="l" t="t" r="r" b="b"/>
              <a:pathLst>
                <a:path w="4319" h="3291" extrusionOk="0">
                  <a:moveTo>
                    <a:pt x="3153" y="0"/>
                  </a:moveTo>
                  <a:cubicBezTo>
                    <a:pt x="2756" y="0"/>
                    <a:pt x="1318" y="389"/>
                    <a:pt x="1318" y="389"/>
                  </a:cubicBezTo>
                  <a:cubicBezTo>
                    <a:pt x="1318" y="389"/>
                    <a:pt x="0" y="2863"/>
                    <a:pt x="512" y="3009"/>
                  </a:cubicBezTo>
                  <a:cubicBezTo>
                    <a:pt x="512" y="3009"/>
                    <a:pt x="2089" y="3291"/>
                    <a:pt x="2625" y="3291"/>
                  </a:cubicBezTo>
                  <a:cubicBezTo>
                    <a:pt x="2700" y="3291"/>
                    <a:pt x="2755" y="3285"/>
                    <a:pt x="2782" y="3273"/>
                  </a:cubicBezTo>
                  <a:cubicBezTo>
                    <a:pt x="3001" y="3185"/>
                    <a:pt x="2138" y="2731"/>
                    <a:pt x="2137" y="2731"/>
                  </a:cubicBezTo>
                  <a:lnTo>
                    <a:pt x="2137" y="2731"/>
                  </a:lnTo>
                  <a:cubicBezTo>
                    <a:pt x="2138" y="2731"/>
                    <a:pt x="2840" y="2980"/>
                    <a:pt x="3159" y="2980"/>
                  </a:cubicBezTo>
                  <a:cubicBezTo>
                    <a:pt x="3202" y="2980"/>
                    <a:pt x="3238" y="2976"/>
                    <a:pt x="3265" y="2965"/>
                  </a:cubicBezTo>
                  <a:cubicBezTo>
                    <a:pt x="3484" y="2877"/>
                    <a:pt x="2299" y="2145"/>
                    <a:pt x="2298" y="2145"/>
                  </a:cubicBezTo>
                  <a:lnTo>
                    <a:pt x="2298" y="2145"/>
                  </a:lnTo>
                  <a:cubicBezTo>
                    <a:pt x="2299" y="2145"/>
                    <a:pt x="3142" y="2603"/>
                    <a:pt x="3508" y="2603"/>
                  </a:cubicBezTo>
                  <a:cubicBezTo>
                    <a:pt x="3581" y="2603"/>
                    <a:pt x="3636" y="2584"/>
                    <a:pt x="3660" y="2541"/>
                  </a:cubicBezTo>
                  <a:cubicBezTo>
                    <a:pt x="3806" y="2277"/>
                    <a:pt x="2504" y="1472"/>
                    <a:pt x="2503" y="1472"/>
                  </a:cubicBezTo>
                  <a:lnTo>
                    <a:pt x="2503" y="1472"/>
                  </a:lnTo>
                  <a:cubicBezTo>
                    <a:pt x="2504" y="1472"/>
                    <a:pt x="3513" y="1998"/>
                    <a:pt x="3945" y="1998"/>
                  </a:cubicBezTo>
                  <a:cubicBezTo>
                    <a:pt x="4023" y="1998"/>
                    <a:pt x="4082" y="1981"/>
                    <a:pt x="4114" y="1940"/>
                  </a:cubicBezTo>
                  <a:cubicBezTo>
                    <a:pt x="4319" y="1691"/>
                    <a:pt x="2445" y="740"/>
                    <a:pt x="2445" y="740"/>
                  </a:cubicBezTo>
                  <a:cubicBezTo>
                    <a:pt x="3074" y="608"/>
                    <a:pt x="3352" y="154"/>
                    <a:pt x="3250" y="23"/>
                  </a:cubicBezTo>
                  <a:cubicBezTo>
                    <a:pt x="3240" y="7"/>
                    <a:pt x="3205" y="0"/>
                    <a:pt x="3153"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2"/>
            <p:cNvSpPr/>
            <p:nvPr/>
          </p:nvSpPr>
          <p:spPr>
            <a:xfrm>
              <a:off x="727536" y="2241266"/>
              <a:ext cx="603379" cy="761685"/>
            </a:xfrm>
            <a:custGeom>
              <a:avLst/>
              <a:gdLst/>
              <a:ahLst/>
              <a:cxnLst/>
              <a:rect l="l" t="t" r="r" b="b"/>
              <a:pathLst>
                <a:path w="9765" h="12327" extrusionOk="0">
                  <a:moveTo>
                    <a:pt x="6002" y="0"/>
                  </a:moveTo>
                  <a:cubicBezTo>
                    <a:pt x="6002" y="0"/>
                    <a:pt x="4011" y="1757"/>
                    <a:pt x="2006" y="5256"/>
                  </a:cubicBezTo>
                  <a:cubicBezTo>
                    <a:pt x="0" y="8726"/>
                    <a:pt x="3426" y="10190"/>
                    <a:pt x="4348" y="10556"/>
                  </a:cubicBezTo>
                  <a:cubicBezTo>
                    <a:pt x="5256" y="10922"/>
                    <a:pt x="8945" y="12327"/>
                    <a:pt x="8945" y="12327"/>
                  </a:cubicBezTo>
                  <a:lnTo>
                    <a:pt x="9765" y="9677"/>
                  </a:lnTo>
                  <a:cubicBezTo>
                    <a:pt x="9765" y="9677"/>
                    <a:pt x="7510" y="8799"/>
                    <a:pt x="5226" y="7540"/>
                  </a:cubicBezTo>
                  <a:cubicBezTo>
                    <a:pt x="4187" y="6954"/>
                    <a:pt x="7861" y="2694"/>
                    <a:pt x="7861" y="2694"/>
                  </a:cubicBezTo>
                  <a:lnTo>
                    <a:pt x="60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2"/>
            <p:cNvSpPr/>
            <p:nvPr/>
          </p:nvSpPr>
          <p:spPr>
            <a:xfrm>
              <a:off x="1026920" y="1965364"/>
              <a:ext cx="323347" cy="346086"/>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2"/>
            <p:cNvSpPr/>
            <p:nvPr/>
          </p:nvSpPr>
          <p:spPr>
            <a:xfrm>
              <a:off x="1264450" y="1777825"/>
              <a:ext cx="459100" cy="470407"/>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2"/>
            <p:cNvSpPr/>
            <p:nvPr/>
          </p:nvSpPr>
          <p:spPr>
            <a:xfrm>
              <a:off x="1052255" y="2162914"/>
              <a:ext cx="598004" cy="839417"/>
            </a:xfrm>
            <a:custGeom>
              <a:avLst/>
              <a:gdLst/>
              <a:ahLst/>
              <a:cxnLst/>
              <a:rect l="l" t="t" r="r" b="b"/>
              <a:pathLst>
                <a:path w="9678" h="13585" extrusionOk="0">
                  <a:moveTo>
                    <a:pt x="5478" y="0"/>
                  </a:moveTo>
                  <a:cubicBezTo>
                    <a:pt x="4158" y="0"/>
                    <a:pt x="2567" y="129"/>
                    <a:pt x="1713" y="610"/>
                  </a:cubicBezTo>
                  <a:cubicBezTo>
                    <a:pt x="1713" y="610"/>
                    <a:pt x="264" y="1225"/>
                    <a:pt x="1" y="2088"/>
                  </a:cubicBezTo>
                  <a:lnTo>
                    <a:pt x="2826" y="8222"/>
                  </a:lnTo>
                  <a:lnTo>
                    <a:pt x="689" y="13009"/>
                  </a:lnTo>
                  <a:cubicBezTo>
                    <a:pt x="689" y="13009"/>
                    <a:pt x="3730" y="13584"/>
                    <a:pt x="6387" y="13584"/>
                  </a:cubicBezTo>
                  <a:cubicBezTo>
                    <a:pt x="7730" y="13584"/>
                    <a:pt x="8974" y="13437"/>
                    <a:pt x="9677" y="12995"/>
                  </a:cubicBezTo>
                  <a:lnTo>
                    <a:pt x="8038" y="7856"/>
                  </a:lnTo>
                  <a:cubicBezTo>
                    <a:pt x="9556" y="4662"/>
                    <a:pt x="8327" y="179"/>
                    <a:pt x="7794" y="179"/>
                  </a:cubicBezTo>
                  <a:cubicBezTo>
                    <a:pt x="7782" y="179"/>
                    <a:pt x="7771" y="181"/>
                    <a:pt x="7760" y="185"/>
                  </a:cubicBezTo>
                  <a:cubicBezTo>
                    <a:pt x="7754" y="186"/>
                    <a:pt x="7749" y="187"/>
                    <a:pt x="7744" y="187"/>
                  </a:cubicBezTo>
                  <a:cubicBezTo>
                    <a:pt x="7690" y="187"/>
                    <a:pt x="7637" y="127"/>
                    <a:pt x="7584" y="127"/>
                  </a:cubicBezTo>
                  <a:cubicBezTo>
                    <a:pt x="7343" y="76"/>
                    <a:pt x="6490" y="0"/>
                    <a:pt x="54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2"/>
            <p:cNvSpPr/>
            <p:nvPr/>
          </p:nvSpPr>
          <p:spPr>
            <a:xfrm>
              <a:off x="1237694" y="2162420"/>
              <a:ext cx="194577" cy="387362"/>
            </a:xfrm>
            <a:custGeom>
              <a:avLst/>
              <a:gdLst/>
              <a:ahLst/>
              <a:cxnLst/>
              <a:rect l="l" t="t" r="r" b="b"/>
              <a:pathLst>
                <a:path w="3149" h="6269" extrusionOk="0">
                  <a:moveTo>
                    <a:pt x="2206" y="0"/>
                  </a:moveTo>
                  <a:cubicBezTo>
                    <a:pt x="1444" y="0"/>
                    <a:pt x="431" y="36"/>
                    <a:pt x="1" y="208"/>
                  </a:cubicBezTo>
                  <a:lnTo>
                    <a:pt x="3148" y="6269"/>
                  </a:lnTo>
                  <a:lnTo>
                    <a:pt x="3148" y="17"/>
                  </a:lnTo>
                  <a:cubicBezTo>
                    <a:pt x="3148" y="17"/>
                    <a:pt x="2739" y="0"/>
                    <a:pt x="2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2"/>
            <p:cNvSpPr/>
            <p:nvPr/>
          </p:nvSpPr>
          <p:spPr>
            <a:xfrm>
              <a:off x="873180" y="2878096"/>
              <a:ext cx="742716" cy="1570393"/>
            </a:xfrm>
            <a:custGeom>
              <a:avLst/>
              <a:gdLst/>
              <a:ahLst/>
              <a:cxnLst/>
              <a:rect l="l" t="t" r="r" b="b"/>
              <a:pathLst>
                <a:path w="12020" h="25415" extrusionOk="0">
                  <a:moveTo>
                    <a:pt x="12019" y="1"/>
                  </a:moveTo>
                  <a:lnTo>
                    <a:pt x="8154" y="718"/>
                  </a:lnTo>
                  <a:cubicBezTo>
                    <a:pt x="5973" y="10658"/>
                    <a:pt x="0" y="23380"/>
                    <a:pt x="0" y="23380"/>
                  </a:cubicBezTo>
                  <a:lnTo>
                    <a:pt x="3309" y="25415"/>
                  </a:lnTo>
                  <a:cubicBezTo>
                    <a:pt x="11009" y="10205"/>
                    <a:pt x="12019" y="1"/>
                    <a:pt x="12019"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2"/>
            <p:cNvSpPr/>
            <p:nvPr/>
          </p:nvSpPr>
          <p:spPr>
            <a:xfrm>
              <a:off x="1110155" y="2858199"/>
              <a:ext cx="789738" cy="1628290"/>
            </a:xfrm>
            <a:custGeom>
              <a:avLst/>
              <a:gdLst/>
              <a:ahLst/>
              <a:cxnLst/>
              <a:rect l="l" t="t" r="r" b="b"/>
              <a:pathLst>
                <a:path w="12781" h="26352" extrusionOk="0">
                  <a:moveTo>
                    <a:pt x="5168" y="1"/>
                  </a:moveTo>
                  <a:lnTo>
                    <a:pt x="1" y="1743"/>
                  </a:lnTo>
                  <a:cubicBezTo>
                    <a:pt x="1" y="1743"/>
                    <a:pt x="2855" y="15006"/>
                    <a:pt x="9794" y="26352"/>
                  </a:cubicBezTo>
                  <a:lnTo>
                    <a:pt x="12781" y="24741"/>
                  </a:lnTo>
                  <a:cubicBezTo>
                    <a:pt x="12781" y="24741"/>
                    <a:pt x="4905" y="8243"/>
                    <a:pt x="5168"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2"/>
            <p:cNvSpPr/>
            <p:nvPr/>
          </p:nvSpPr>
          <p:spPr>
            <a:xfrm>
              <a:off x="1235902" y="1833253"/>
              <a:ext cx="311236" cy="393170"/>
            </a:xfrm>
            <a:custGeom>
              <a:avLst/>
              <a:gdLst/>
              <a:ahLst/>
              <a:cxnLst/>
              <a:rect l="l" t="t" r="r" b="b"/>
              <a:pathLst>
                <a:path w="5037" h="6363" extrusionOk="0">
                  <a:moveTo>
                    <a:pt x="2619" y="0"/>
                  </a:moveTo>
                  <a:cubicBezTo>
                    <a:pt x="1389" y="0"/>
                    <a:pt x="1333" y="587"/>
                    <a:pt x="1333" y="587"/>
                  </a:cubicBezTo>
                  <a:lnTo>
                    <a:pt x="1333" y="1582"/>
                  </a:lnTo>
                  <a:cubicBezTo>
                    <a:pt x="1333" y="1582"/>
                    <a:pt x="999" y="1350"/>
                    <a:pt x="682" y="1350"/>
                  </a:cubicBezTo>
                  <a:cubicBezTo>
                    <a:pt x="447" y="1350"/>
                    <a:pt x="222" y="1477"/>
                    <a:pt x="147" y="1919"/>
                  </a:cubicBezTo>
                  <a:cubicBezTo>
                    <a:pt x="0" y="2724"/>
                    <a:pt x="791" y="2885"/>
                    <a:pt x="791" y="2885"/>
                  </a:cubicBezTo>
                  <a:lnTo>
                    <a:pt x="601" y="5242"/>
                  </a:lnTo>
                  <a:cubicBezTo>
                    <a:pt x="586" y="5564"/>
                    <a:pt x="674" y="5871"/>
                    <a:pt x="893" y="6091"/>
                  </a:cubicBezTo>
                  <a:cubicBezTo>
                    <a:pt x="1098" y="6290"/>
                    <a:pt x="1332" y="6362"/>
                    <a:pt x="1565" y="6362"/>
                  </a:cubicBezTo>
                  <a:cubicBezTo>
                    <a:pt x="1915" y="6362"/>
                    <a:pt x="2260" y="6197"/>
                    <a:pt x="2489" y="6047"/>
                  </a:cubicBezTo>
                  <a:cubicBezTo>
                    <a:pt x="2665" y="5930"/>
                    <a:pt x="2782" y="5740"/>
                    <a:pt x="2782" y="5520"/>
                  </a:cubicBezTo>
                  <a:lnTo>
                    <a:pt x="2782" y="4905"/>
                  </a:lnTo>
                  <a:lnTo>
                    <a:pt x="3646" y="4905"/>
                  </a:lnTo>
                  <a:cubicBezTo>
                    <a:pt x="5036" y="4832"/>
                    <a:pt x="4788" y="382"/>
                    <a:pt x="4788" y="382"/>
                  </a:cubicBezTo>
                  <a:cubicBezTo>
                    <a:pt x="4788" y="43"/>
                    <a:pt x="4135" y="30"/>
                    <a:pt x="4038" y="30"/>
                  </a:cubicBezTo>
                  <a:cubicBezTo>
                    <a:pt x="4030" y="30"/>
                    <a:pt x="4026" y="30"/>
                    <a:pt x="4026" y="30"/>
                  </a:cubicBezTo>
                  <a:lnTo>
                    <a:pt x="2709" y="1"/>
                  </a:lnTo>
                  <a:cubicBezTo>
                    <a:pt x="2678" y="0"/>
                    <a:pt x="2648" y="0"/>
                    <a:pt x="2619" y="0"/>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2"/>
            <p:cNvSpPr/>
            <p:nvPr/>
          </p:nvSpPr>
          <p:spPr>
            <a:xfrm>
              <a:off x="1467500" y="1960853"/>
              <a:ext cx="16313" cy="81439"/>
            </a:xfrm>
            <a:custGeom>
              <a:avLst/>
              <a:gdLst/>
              <a:ahLst/>
              <a:cxnLst/>
              <a:rect l="l" t="t" r="r" b="b"/>
              <a:pathLst>
                <a:path w="264" h="1318" extrusionOk="0">
                  <a:moveTo>
                    <a:pt x="205" y="0"/>
                  </a:moveTo>
                  <a:cubicBezTo>
                    <a:pt x="190" y="0"/>
                    <a:pt x="161" y="322"/>
                    <a:pt x="161" y="732"/>
                  </a:cubicBezTo>
                  <a:cubicBezTo>
                    <a:pt x="161" y="908"/>
                    <a:pt x="205" y="1113"/>
                    <a:pt x="147" y="1201"/>
                  </a:cubicBezTo>
                  <a:cubicBezTo>
                    <a:pt x="132" y="1245"/>
                    <a:pt x="88" y="1274"/>
                    <a:pt x="59" y="1274"/>
                  </a:cubicBezTo>
                  <a:cubicBezTo>
                    <a:pt x="15" y="1288"/>
                    <a:pt x="0" y="1288"/>
                    <a:pt x="0" y="1288"/>
                  </a:cubicBezTo>
                  <a:cubicBezTo>
                    <a:pt x="0" y="1288"/>
                    <a:pt x="15" y="1318"/>
                    <a:pt x="59" y="1318"/>
                  </a:cubicBezTo>
                  <a:cubicBezTo>
                    <a:pt x="88" y="1318"/>
                    <a:pt x="147" y="1274"/>
                    <a:pt x="205" y="1215"/>
                  </a:cubicBezTo>
                  <a:cubicBezTo>
                    <a:pt x="234" y="1171"/>
                    <a:pt x="264" y="1084"/>
                    <a:pt x="264" y="981"/>
                  </a:cubicBezTo>
                  <a:lnTo>
                    <a:pt x="264" y="718"/>
                  </a:lnTo>
                  <a:cubicBezTo>
                    <a:pt x="264" y="322"/>
                    <a:pt x="220" y="0"/>
                    <a:pt x="2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2"/>
            <p:cNvSpPr/>
            <p:nvPr/>
          </p:nvSpPr>
          <p:spPr>
            <a:xfrm>
              <a:off x="1418623" y="1962645"/>
              <a:ext cx="6426" cy="20885"/>
            </a:xfrm>
            <a:custGeom>
              <a:avLst/>
              <a:gdLst/>
              <a:ahLst/>
              <a:cxnLst/>
              <a:rect l="l" t="t" r="r" b="b"/>
              <a:pathLst>
                <a:path w="104" h="338" extrusionOk="0">
                  <a:moveTo>
                    <a:pt x="45" y="0"/>
                  </a:moveTo>
                  <a:cubicBezTo>
                    <a:pt x="30" y="0"/>
                    <a:pt x="1" y="103"/>
                    <a:pt x="1" y="176"/>
                  </a:cubicBezTo>
                  <a:cubicBezTo>
                    <a:pt x="1" y="264"/>
                    <a:pt x="45" y="337"/>
                    <a:pt x="59" y="337"/>
                  </a:cubicBezTo>
                  <a:cubicBezTo>
                    <a:pt x="74" y="337"/>
                    <a:pt x="103" y="264"/>
                    <a:pt x="103" y="176"/>
                  </a:cubicBezTo>
                  <a:cubicBezTo>
                    <a:pt x="103" y="74"/>
                    <a:pt x="5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2"/>
            <p:cNvSpPr/>
            <p:nvPr/>
          </p:nvSpPr>
          <p:spPr>
            <a:xfrm>
              <a:off x="1507295" y="1961719"/>
              <a:ext cx="6364" cy="20885"/>
            </a:xfrm>
            <a:custGeom>
              <a:avLst/>
              <a:gdLst/>
              <a:ahLst/>
              <a:cxnLst/>
              <a:rect l="l" t="t" r="r" b="b"/>
              <a:pathLst>
                <a:path w="103" h="338" extrusionOk="0">
                  <a:moveTo>
                    <a:pt x="59" y="1"/>
                  </a:moveTo>
                  <a:cubicBezTo>
                    <a:pt x="15" y="1"/>
                    <a:pt x="0" y="74"/>
                    <a:pt x="15" y="162"/>
                  </a:cubicBezTo>
                  <a:cubicBezTo>
                    <a:pt x="15" y="264"/>
                    <a:pt x="59" y="338"/>
                    <a:pt x="74" y="338"/>
                  </a:cubicBezTo>
                  <a:cubicBezTo>
                    <a:pt x="88" y="338"/>
                    <a:pt x="103" y="264"/>
                    <a:pt x="103" y="162"/>
                  </a:cubicBezTo>
                  <a:cubicBezTo>
                    <a:pt x="103"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2"/>
            <p:cNvSpPr/>
            <p:nvPr/>
          </p:nvSpPr>
          <p:spPr>
            <a:xfrm>
              <a:off x="1361650" y="2105571"/>
              <a:ext cx="48011" cy="86012"/>
            </a:xfrm>
            <a:custGeom>
              <a:avLst/>
              <a:gdLst/>
              <a:ahLst/>
              <a:cxnLst/>
              <a:rect l="l" t="t" r="r" b="b"/>
              <a:pathLst>
                <a:path w="777" h="1392" extrusionOk="0">
                  <a:moveTo>
                    <a:pt x="15" y="1"/>
                  </a:moveTo>
                  <a:lnTo>
                    <a:pt x="15" y="1"/>
                  </a:lnTo>
                  <a:cubicBezTo>
                    <a:pt x="0" y="235"/>
                    <a:pt x="0" y="498"/>
                    <a:pt x="74" y="733"/>
                  </a:cubicBezTo>
                  <a:cubicBezTo>
                    <a:pt x="147" y="967"/>
                    <a:pt x="293" y="1186"/>
                    <a:pt x="513" y="1303"/>
                  </a:cubicBezTo>
                  <a:cubicBezTo>
                    <a:pt x="586" y="1333"/>
                    <a:pt x="703" y="1391"/>
                    <a:pt x="703" y="1391"/>
                  </a:cubicBezTo>
                  <a:cubicBezTo>
                    <a:pt x="703" y="1377"/>
                    <a:pt x="747" y="1230"/>
                    <a:pt x="747" y="1201"/>
                  </a:cubicBezTo>
                  <a:cubicBezTo>
                    <a:pt x="776" y="967"/>
                    <a:pt x="776" y="762"/>
                    <a:pt x="747" y="469"/>
                  </a:cubicBezTo>
                  <a:cubicBezTo>
                    <a:pt x="454" y="396"/>
                    <a:pt x="191" y="220"/>
                    <a:pt x="15" y="1"/>
                  </a:cubicBezTo>
                  <a:close/>
                </a:path>
              </a:pathLst>
            </a:custGeom>
            <a:solidFill>
              <a:srgbClr val="BA6136">
                <a:alpha val="25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2"/>
            <p:cNvSpPr/>
            <p:nvPr/>
          </p:nvSpPr>
          <p:spPr>
            <a:xfrm>
              <a:off x="1272113" y="1940956"/>
              <a:ext cx="40720" cy="55240"/>
            </a:xfrm>
            <a:custGeom>
              <a:avLst/>
              <a:gdLst/>
              <a:ahLst/>
              <a:cxnLst/>
              <a:rect l="l" t="t" r="r" b="b"/>
              <a:pathLst>
                <a:path w="659" h="894" extrusionOk="0">
                  <a:moveTo>
                    <a:pt x="73" y="0"/>
                  </a:moveTo>
                  <a:cubicBezTo>
                    <a:pt x="73" y="29"/>
                    <a:pt x="132" y="44"/>
                    <a:pt x="220" y="103"/>
                  </a:cubicBezTo>
                  <a:cubicBezTo>
                    <a:pt x="276" y="140"/>
                    <a:pt x="337" y="189"/>
                    <a:pt x="397" y="261"/>
                  </a:cubicBezTo>
                  <a:lnTo>
                    <a:pt x="397" y="261"/>
                  </a:lnTo>
                  <a:cubicBezTo>
                    <a:pt x="383" y="256"/>
                    <a:pt x="368" y="252"/>
                    <a:pt x="351" y="249"/>
                  </a:cubicBezTo>
                  <a:cubicBezTo>
                    <a:pt x="332" y="245"/>
                    <a:pt x="312" y="243"/>
                    <a:pt x="293" y="243"/>
                  </a:cubicBezTo>
                  <a:cubicBezTo>
                    <a:pt x="240" y="243"/>
                    <a:pt x="189" y="257"/>
                    <a:pt x="146" y="278"/>
                  </a:cubicBezTo>
                  <a:cubicBezTo>
                    <a:pt x="88" y="322"/>
                    <a:pt x="59" y="381"/>
                    <a:pt x="29" y="425"/>
                  </a:cubicBezTo>
                  <a:cubicBezTo>
                    <a:pt x="0" y="542"/>
                    <a:pt x="29" y="644"/>
                    <a:pt x="88" y="717"/>
                  </a:cubicBezTo>
                  <a:cubicBezTo>
                    <a:pt x="176" y="864"/>
                    <a:pt x="293" y="893"/>
                    <a:pt x="293" y="893"/>
                  </a:cubicBezTo>
                  <a:cubicBezTo>
                    <a:pt x="307" y="864"/>
                    <a:pt x="220" y="820"/>
                    <a:pt x="146" y="703"/>
                  </a:cubicBezTo>
                  <a:cubicBezTo>
                    <a:pt x="103" y="630"/>
                    <a:pt x="88" y="556"/>
                    <a:pt x="132" y="469"/>
                  </a:cubicBezTo>
                  <a:cubicBezTo>
                    <a:pt x="145" y="379"/>
                    <a:pt x="213" y="334"/>
                    <a:pt x="289" y="334"/>
                  </a:cubicBezTo>
                  <a:cubicBezTo>
                    <a:pt x="300" y="334"/>
                    <a:pt x="311" y="335"/>
                    <a:pt x="322" y="337"/>
                  </a:cubicBezTo>
                  <a:cubicBezTo>
                    <a:pt x="395" y="351"/>
                    <a:pt x="454" y="395"/>
                    <a:pt x="512" y="425"/>
                  </a:cubicBezTo>
                  <a:lnTo>
                    <a:pt x="659" y="513"/>
                  </a:lnTo>
                  <a:lnTo>
                    <a:pt x="586" y="366"/>
                  </a:lnTo>
                  <a:cubicBezTo>
                    <a:pt x="498" y="190"/>
                    <a:pt x="366" y="103"/>
                    <a:pt x="249" y="44"/>
                  </a:cubicBezTo>
                  <a:cubicBezTo>
                    <a:pt x="146" y="0"/>
                    <a:pt x="73" y="0"/>
                    <a:pt x="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2"/>
            <p:cNvSpPr/>
            <p:nvPr/>
          </p:nvSpPr>
          <p:spPr>
            <a:xfrm>
              <a:off x="1426779" y="2036796"/>
              <a:ext cx="48011" cy="38372"/>
            </a:xfrm>
            <a:custGeom>
              <a:avLst/>
              <a:gdLst/>
              <a:ahLst/>
              <a:cxnLst/>
              <a:rect l="l" t="t" r="r" b="b"/>
              <a:pathLst>
                <a:path w="777" h="621" extrusionOk="0">
                  <a:moveTo>
                    <a:pt x="44" y="1"/>
                  </a:moveTo>
                  <a:cubicBezTo>
                    <a:pt x="15" y="1"/>
                    <a:pt x="0" y="45"/>
                    <a:pt x="15" y="162"/>
                  </a:cubicBezTo>
                  <a:cubicBezTo>
                    <a:pt x="44" y="264"/>
                    <a:pt x="118" y="411"/>
                    <a:pt x="235" y="513"/>
                  </a:cubicBezTo>
                  <a:cubicBezTo>
                    <a:pt x="339" y="595"/>
                    <a:pt x="453" y="621"/>
                    <a:pt x="554" y="621"/>
                  </a:cubicBezTo>
                  <a:cubicBezTo>
                    <a:pt x="580" y="621"/>
                    <a:pt x="606" y="619"/>
                    <a:pt x="630" y="616"/>
                  </a:cubicBezTo>
                  <a:cubicBezTo>
                    <a:pt x="718" y="616"/>
                    <a:pt x="776" y="572"/>
                    <a:pt x="776" y="557"/>
                  </a:cubicBezTo>
                  <a:cubicBezTo>
                    <a:pt x="776" y="550"/>
                    <a:pt x="762" y="550"/>
                    <a:pt x="734" y="550"/>
                  </a:cubicBezTo>
                  <a:cubicBezTo>
                    <a:pt x="707" y="550"/>
                    <a:pt x="666" y="550"/>
                    <a:pt x="615" y="543"/>
                  </a:cubicBezTo>
                  <a:cubicBezTo>
                    <a:pt x="527" y="543"/>
                    <a:pt x="396" y="513"/>
                    <a:pt x="293" y="425"/>
                  </a:cubicBezTo>
                  <a:cubicBezTo>
                    <a:pt x="191" y="338"/>
                    <a:pt x="132" y="235"/>
                    <a:pt x="88" y="147"/>
                  </a:cubicBezTo>
                  <a:cubicBezTo>
                    <a:pt x="59" y="45"/>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2"/>
            <p:cNvSpPr/>
            <p:nvPr/>
          </p:nvSpPr>
          <p:spPr>
            <a:xfrm>
              <a:off x="1415904" y="2033212"/>
              <a:ext cx="24469" cy="15447"/>
            </a:xfrm>
            <a:custGeom>
              <a:avLst/>
              <a:gdLst/>
              <a:ahLst/>
              <a:cxnLst/>
              <a:rect l="l" t="t" r="r" b="b"/>
              <a:pathLst>
                <a:path w="396" h="250" extrusionOk="0">
                  <a:moveTo>
                    <a:pt x="323" y="0"/>
                  </a:moveTo>
                  <a:cubicBezTo>
                    <a:pt x="279" y="0"/>
                    <a:pt x="220" y="0"/>
                    <a:pt x="132" y="30"/>
                  </a:cubicBezTo>
                  <a:cubicBezTo>
                    <a:pt x="59" y="74"/>
                    <a:pt x="30" y="132"/>
                    <a:pt x="15" y="176"/>
                  </a:cubicBezTo>
                  <a:cubicBezTo>
                    <a:pt x="1" y="220"/>
                    <a:pt x="1" y="249"/>
                    <a:pt x="15" y="249"/>
                  </a:cubicBezTo>
                  <a:cubicBezTo>
                    <a:pt x="30" y="249"/>
                    <a:pt x="74" y="161"/>
                    <a:pt x="176" y="103"/>
                  </a:cubicBezTo>
                  <a:cubicBezTo>
                    <a:pt x="294" y="59"/>
                    <a:pt x="396" y="59"/>
                    <a:pt x="396" y="30"/>
                  </a:cubicBezTo>
                  <a:lnTo>
                    <a:pt x="3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2"/>
            <p:cNvSpPr/>
            <p:nvPr/>
          </p:nvSpPr>
          <p:spPr>
            <a:xfrm>
              <a:off x="1094768" y="2737890"/>
              <a:ext cx="550981" cy="1049627"/>
            </a:xfrm>
            <a:custGeom>
              <a:avLst/>
              <a:gdLst/>
              <a:ahLst/>
              <a:cxnLst/>
              <a:rect l="l" t="t" r="r" b="b"/>
              <a:pathLst>
                <a:path w="8917" h="16987" extrusionOk="0">
                  <a:moveTo>
                    <a:pt x="7804" y="1"/>
                  </a:moveTo>
                  <a:lnTo>
                    <a:pt x="1" y="3543"/>
                  </a:lnTo>
                  <a:cubicBezTo>
                    <a:pt x="1" y="3543"/>
                    <a:pt x="777" y="6442"/>
                    <a:pt x="1977" y="10043"/>
                  </a:cubicBezTo>
                  <a:cubicBezTo>
                    <a:pt x="2094" y="12107"/>
                    <a:pt x="1260" y="13996"/>
                    <a:pt x="250" y="15855"/>
                  </a:cubicBezTo>
                  <a:lnTo>
                    <a:pt x="1538" y="16353"/>
                  </a:lnTo>
                  <a:cubicBezTo>
                    <a:pt x="2634" y="16774"/>
                    <a:pt x="3787" y="16986"/>
                    <a:pt x="4939" y="16986"/>
                  </a:cubicBezTo>
                  <a:cubicBezTo>
                    <a:pt x="6111" y="16986"/>
                    <a:pt x="7282" y="16767"/>
                    <a:pt x="8389" y="16324"/>
                  </a:cubicBezTo>
                  <a:cubicBezTo>
                    <a:pt x="8726" y="16192"/>
                    <a:pt x="8916" y="16075"/>
                    <a:pt x="8902" y="16045"/>
                  </a:cubicBezTo>
                  <a:cubicBezTo>
                    <a:pt x="8828" y="15884"/>
                    <a:pt x="8887" y="8711"/>
                    <a:pt x="8740" y="3338"/>
                  </a:cubicBezTo>
                  <a:cubicBezTo>
                    <a:pt x="8711" y="2387"/>
                    <a:pt x="7862" y="747"/>
                    <a:pt x="78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2"/>
            <p:cNvSpPr/>
            <p:nvPr/>
          </p:nvSpPr>
          <p:spPr>
            <a:xfrm>
              <a:off x="1093903" y="2939641"/>
              <a:ext cx="563587" cy="63458"/>
            </a:xfrm>
            <a:custGeom>
              <a:avLst/>
              <a:gdLst/>
              <a:ahLst/>
              <a:cxnLst/>
              <a:rect l="l" t="t" r="r" b="b"/>
              <a:pathLst>
                <a:path w="9121" h="1027" extrusionOk="0">
                  <a:moveTo>
                    <a:pt x="6149" y="0"/>
                  </a:moveTo>
                  <a:lnTo>
                    <a:pt x="6134" y="29"/>
                  </a:lnTo>
                  <a:cubicBezTo>
                    <a:pt x="5768" y="395"/>
                    <a:pt x="5241" y="630"/>
                    <a:pt x="4670" y="761"/>
                  </a:cubicBezTo>
                  <a:cubicBezTo>
                    <a:pt x="4144" y="893"/>
                    <a:pt x="3637" y="927"/>
                    <a:pt x="3158" y="927"/>
                  </a:cubicBezTo>
                  <a:cubicBezTo>
                    <a:pt x="3051" y="927"/>
                    <a:pt x="2945" y="925"/>
                    <a:pt x="2840" y="922"/>
                  </a:cubicBezTo>
                  <a:cubicBezTo>
                    <a:pt x="2269" y="879"/>
                    <a:pt x="1786" y="791"/>
                    <a:pt x="1362" y="703"/>
                  </a:cubicBezTo>
                  <a:cubicBezTo>
                    <a:pt x="937" y="615"/>
                    <a:pt x="615" y="498"/>
                    <a:pt x="366" y="439"/>
                  </a:cubicBezTo>
                  <a:cubicBezTo>
                    <a:pt x="264" y="410"/>
                    <a:pt x="176" y="395"/>
                    <a:pt x="103" y="366"/>
                  </a:cubicBezTo>
                  <a:cubicBezTo>
                    <a:pt x="44" y="352"/>
                    <a:pt x="0" y="352"/>
                    <a:pt x="0" y="352"/>
                  </a:cubicBezTo>
                  <a:lnTo>
                    <a:pt x="0" y="352"/>
                  </a:lnTo>
                  <a:cubicBezTo>
                    <a:pt x="0" y="352"/>
                    <a:pt x="44" y="366"/>
                    <a:pt x="103" y="395"/>
                  </a:cubicBezTo>
                  <a:cubicBezTo>
                    <a:pt x="146" y="410"/>
                    <a:pt x="249" y="439"/>
                    <a:pt x="351" y="483"/>
                  </a:cubicBezTo>
                  <a:cubicBezTo>
                    <a:pt x="586" y="571"/>
                    <a:pt x="922" y="659"/>
                    <a:pt x="1347" y="776"/>
                  </a:cubicBezTo>
                  <a:cubicBezTo>
                    <a:pt x="1757" y="864"/>
                    <a:pt x="2284" y="981"/>
                    <a:pt x="2840" y="1010"/>
                  </a:cubicBezTo>
                  <a:cubicBezTo>
                    <a:pt x="2980" y="1021"/>
                    <a:pt x="3124" y="1027"/>
                    <a:pt x="3272" y="1027"/>
                  </a:cubicBezTo>
                  <a:cubicBezTo>
                    <a:pt x="3726" y="1027"/>
                    <a:pt x="4209" y="974"/>
                    <a:pt x="4685" y="864"/>
                  </a:cubicBezTo>
                  <a:cubicBezTo>
                    <a:pt x="5247" y="734"/>
                    <a:pt x="5794" y="491"/>
                    <a:pt x="6174" y="135"/>
                  </a:cubicBezTo>
                  <a:lnTo>
                    <a:pt x="6174" y="135"/>
                  </a:lnTo>
                  <a:cubicBezTo>
                    <a:pt x="6931" y="457"/>
                    <a:pt x="7617" y="650"/>
                    <a:pt x="8146" y="650"/>
                  </a:cubicBezTo>
                  <a:cubicBezTo>
                    <a:pt x="8199" y="650"/>
                    <a:pt x="8251" y="648"/>
                    <a:pt x="8301" y="644"/>
                  </a:cubicBezTo>
                  <a:cubicBezTo>
                    <a:pt x="8593" y="630"/>
                    <a:pt x="8798" y="542"/>
                    <a:pt x="8916" y="469"/>
                  </a:cubicBezTo>
                  <a:cubicBezTo>
                    <a:pt x="8974" y="439"/>
                    <a:pt x="9033" y="410"/>
                    <a:pt x="9062" y="395"/>
                  </a:cubicBezTo>
                  <a:cubicBezTo>
                    <a:pt x="9106" y="366"/>
                    <a:pt x="9120" y="352"/>
                    <a:pt x="9120" y="352"/>
                  </a:cubicBezTo>
                  <a:cubicBezTo>
                    <a:pt x="9120" y="349"/>
                    <a:pt x="9118" y="348"/>
                    <a:pt x="9113" y="348"/>
                  </a:cubicBezTo>
                  <a:cubicBezTo>
                    <a:pt x="9092" y="348"/>
                    <a:pt x="9019" y="374"/>
                    <a:pt x="8886" y="410"/>
                  </a:cubicBezTo>
                  <a:cubicBezTo>
                    <a:pt x="8754" y="483"/>
                    <a:pt x="8550" y="556"/>
                    <a:pt x="8271" y="571"/>
                  </a:cubicBezTo>
                  <a:cubicBezTo>
                    <a:pt x="8252" y="572"/>
                    <a:pt x="8233" y="572"/>
                    <a:pt x="8214" y="572"/>
                  </a:cubicBezTo>
                  <a:cubicBezTo>
                    <a:pt x="7691" y="572"/>
                    <a:pt x="6968" y="382"/>
                    <a:pt x="6178" y="29"/>
                  </a:cubicBezTo>
                  <a:lnTo>
                    <a:pt x="6149" y="0"/>
                  </a:ln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2"/>
            <p:cNvSpPr/>
            <p:nvPr/>
          </p:nvSpPr>
          <p:spPr>
            <a:xfrm>
              <a:off x="1433082" y="2538857"/>
              <a:ext cx="43500" cy="405342"/>
            </a:xfrm>
            <a:custGeom>
              <a:avLst/>
              <a:gdLst/>
              <a:ahLst/>
              <a:cxnLst/>
              <a:rect l="l" t="t" r="r" b="b"/>
              <a:pathLst>
                <a:path w="704" h="6560" extrusionOk="0">
                  <a:moveTo>
                    <a:pt x="1" y="1"/>
                  </a:moveTo>
                  <a:cubicBezTo>
                    <a:pt x="1" y="1"/>
                    <a:pt x="1" y="89"/>
                    <a:pt x="30" y="250"/>
                  </a:cubicBezTo>
                  <a:cubicBezTo>
                    <a:pt x="45" y="440"/>
                    <a:pt x="59" y="660"/>
                    <a:pt x="103" y="952"/>
                  </a:cubicBezTo>
                  <a:cubicBezTo>
                    <a:pt x="162" y="1553"/>
                    <a:pt x="264" y="2358"/>
                    <a:pt x="352" y="3265"/>
                  </a:cubicBezTo>
                  <a:cubicBezTo>
                    <a:pt x="455" y="4158"/>
                    <a:pt x="528" y="4993"/>
                    <a:pt x="572" y="5593"/>
                  </a:cubicBezTo>
                  <a:cubicBezTo>
                    <a:pt x="616" y="5886"/>
                    <a:pt x="630" y="6120"/>
                    <a:pt x="645" y="6310"/>
                  </a:cubicBezTo>
                  <a:cubicBezTo>
                    <a:pt x="674" y="6472"/>
                    <a:pt x="689" y="6559"/>
                    <a:pt x="689" y="6559"/>
                  </a:cubicBezTo>
                  <a:cubicBezTo>
                    <a:pt x="704" y="6559"/>
                    <a:pt x="704" y="6472"/>
                    <a:pt x="704" y="6310"/>
                  </a:cubicBezTo>
                  <a:cubicBezTo>
                    <a:pt x="704" y="6149"/>
                    <a:pt x="689" y="5886"/>
                    <a:pt x="660" y="5593"/>
                  </a:cubicBezTo>
                  <a:cubicBezTo>
                    <a:pt x="630" y="5008"/>
                    <a:pt x="557" y="4188"/>
                    <a:pt x="469" y="3265"/>
                  </a:cubicBezTo>
                  <a:cubicBezTo>
                    <a:pt x="367" y="2358"/>
                    <a:pt x="264" y="1538"/>
                    <a:pt x="177" y="952"/>
                  </a:cubicBezTo>
                  <a:cubicBezTo>
                    <a:pt x="133" y="660"/>
                    <a:pt x="103" y="411"/>
                    <a:pt x="59" y="250"/>
                  </a:cubicBezTo>
                  <a:cubicBezTo>
                    <a:pt x="30" y="89"/>
                    <a:pt x="1" y="1"/>
                    <a:pt x="1"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2"/>
            <p:cNvSpPr/>
            <p:nvPr/>
          </p:nvSpPr>
          <p:spPr>
            <a:xfrm>
              <a:off x="1187951" y="2754203"/>
              <a:ext cx="120367" cy="132354"/>
            </a:xfrm>
            <a:custGeom>
              <a:avLst/>
              <a:gdLst/>
              <a:ahLst/>
              <a:cxnLst/>
              <a:rect l="l" t="t" r="r" b="b"/>
              <a:pathLst>
                <a:path w="1948" h="2142" extrusionOk="0">
                  <a:moveTo>
                    <a:pt x="191" y="44"/>
                  </a:moveTo>
                  <a:cubicBezTo>
                    <a:pt x="179" y="44"/>
                    <a:pt x="148" y="102"/>
                    <a:pt x="144" y="248"/>
                  </a:cubicBezTo>
                  <a:lnTo>
                    <a:pt x="144" y="248"/>
                  </a:lnTo>
                  <a:cubicBezTo>
                    <a:pt x="179" y="116"/>
                    <a:pt x="191" y="44"/>
                    <a:pt x="191" y="44"/>
                  </a:cubicBezTo>
                  <a:close/>
                  <a:moveTo>
                    <a:pt x="144" y="248"/>
                  </a:moveTo>
                  <a:cubicBezTo>
                    <a:pt x="141" y="262"/>
                    <a:pt x="137" y="277"/>
                    <a:pt x="132" y="293"/>
                  </a:cubicBezTo>
                  <a:cubicBezTo>
                    <a:pt x="117" y="386"/>
                    <a:pt x="97" y="496"/>
                    <a:pt x="80" y="625"/>
                  </a:cubicBezTo>
                  <a:lnTo>
                    <a:pt x="80" y="625"/>
                  </a:lnTo>
                  <a:cubicBezTo>
                    <a:pt x="99" y="527"/>
                    <a:pt x="122" y="441"/>
                    <a:pt x="147" y="366"/>
                  </a:cubicBezTo>
                  <a:cubicBezTo>
                    <a:pt x="144" y="321"/>
                    <a:pt x="144" y="282"/>
                    <a:pt x="144" y="248"/>
                  </a:cubicBezTo>
                  <a:close/>
                  <a:moveTo>
                    <a:pt x="118" y="0"/>
                  </a:moveTo>
                  <a:cubicBezTo>
                    <a:pt x="118" y="0"/>
                    <a:pt x="206" y="29"/>
                    <a:pt x="367" y="44"/>
                  </a:cubicBezTo>
                  <a:cubicBezTo>
                    <a:pt x="557" y="44"/>
                    <a:pt x="791" y="73"/>
                    <a:pt x="1084" y="88"/>
                  </a:cubicBezTo>
                  <a:cubicBezTo>
                    <a:pt x="1230" y="117"/>
                    <a:pt x="1391" y="117"/>
                    <a:pt x="1582" y="132"/>
                  </a:cubicBezTo>
                  <a:cubicBezTo>
                    <a:pt x="1669" y="146"/>
                    <a:pt x="1757" y="146"/>
                    <a:pt x="1801" y="205"/>
                  </a:cubicBezTo>
                  <a:cubicBezTo>
                    <a:pt x="1831" y="264"/>
                    <a:pt x="1831" y="366"/>
                    <a:pt x="1831" y="469"/>
                  </a:cubicBezTo>
                  <a:cubicBezTo>
                    <a:pt x="1816" y="659"/>
                    <a:pt x="1816" y="878"/>
                    <a:pt x="1772" y="1083"/>
                  </a:cubicBezTo>
                  <a:cubicBezTo>
                    <a:pt x="1728" y="1288"/>
                    <a:pt x="1655" y="1508"/>
                    <a:pt x="1494" y="1654"/>
                  </a:cubicBezTo>
                  <a:cubicBezTo>
                    <a:pt x="1318" y="1815"/>
                    <a:pt x="1128" y="1903"/>
                    <a:pt x="923" y="1962"/>
                  </a:cubicBezTo>
                  <a:cubicBezTo>
                    <a:pt x="826" y="1989"/>
                    <a:pt x="726" y="2004"/>
                    <a:pt x="630" y="2004"/>
                  </a:cubicBezTo>
                  <a:cubicBezTo>
                    <a:pt x="524" y="2004"/>
                    <a:pt x="422" y="1986"/>
                    <a:pt x="337" y="1947"/>
                  </a:cubicBezTo>
                  <a:cubicBezTo>
                    <a:pt x="162" y="1859"/>
                    <a:pt x="74" y="1669"/>
                    <a:pt x="59" y="1508"/>
                  </a:cubicBezTo>
                  <a:cubicBezTo>
                    <a:pt x="30" y="1318"/>
                    <a:pt x="44" y="1157"/>
                    <a:pt x="44" y="1010"/>
                  </a:cubicBezTo>
                  <a:cubicBezTo>
                    <a:pt x="51" y="866"/>
                    <a:pt x="65" y="738"/>
                    <a:pt x="80" y="625"/>
                  </a:cubicBezTo>
                  <a:lnTo>
                    <a:pt x="80" y="625"/>
                  </a:lnTo>
                  <a:cubicBezTo>
                    <a:pt x="53" y="756"/>
                    <a:pt x="32" y="908"/>
                    <a:pt x="15" y="1083"/>
                  </a:cubicBezTo>
                  <a:cubicBezTo>
                    <a:pt x="1" y="1230"/>
                    <a:pt x="1" y="1391"/>
                    <a:pt x="15" y="1581"/>
                  </a:cubicBezTo>
                  <a:cubicBezTo>
                    <a:pt x="44" y="1757"/>
                    <a:pt x="132" y="1962"/>
                    <a:pt x="337" y="2079"/>
                  </a:cubicBezTo>
                  <a:cubicBezTo>
                    <a:pt x="432" y="2123"/>
                    <a:pt x="535" y="2141"/>
                    <a:pt x="641" y="2141"/>
                  </a:cubicBezTo>
                  <a:cubicBezTo>
                    <a:pt x="747" y="2141"/>
                    <a:pt x="857" y="2123"/>
                    <a:pt x="967" y="2094"/>
                  </a:cubicBezTo>
                  <a:cubicBezTo>
                    <a:pt x="1186" y="2035"/>
                    <a:pt x="1406" y="1932"/>
                    <a:pt x="1582" y="1757"/>
                  </a:cubicBezTo>
                  <a:cubicBezTo>
                    <a:pt x="1757" y="1581"/>
                    <a:pt x="1845" y="1362"/>
                    <a:pt x="1889" y="1142"/>
                  </a:cubicBezTo>
                  <a:cubicBezTo>
                    <a:pt x="1918" y="922"/>
                    <a:pt x="1918" y="703"/>
                    <a:pt x="1918" y="498"/>
                  </a:cubicBezTo>
                  <a:cubicBezTo>
                    <a:pt x="1918" y="395"/>
                    <a:pt x="1948" y="278"/>
                    <a:pt x="1874" y="190"/>
                  </a:cubicBezTo>
                  <a:cubicBezTo>
                    <a:pt x="1831" y="132"/>
                    <a:pt x="1772" y="88"/>
                    <a:pt x="1728" y="88"/>
                  </a:cubicBezTo>
                  <a:cubicBezTo>
                    <a:pt x="1669" y="73"/>
                    <a:pt x="1611" y="73"/>
                    <a:pt x="1582" y="73"/>
                  </a:cubicBezTo>
                  <a:cubicBezTo>
                    <a:pt x="1391" y="59"/>
                    <a:pt x="1230" y="44"/>
                    <a:pt x="1084" y="44"/>
                  </a:cubicBezTo>
                  <a:cubicBezTo>
                    <a:pt x="791" y="15"/>
                    <a:pt x="557" y="0"/>
                    <a:pt x="367"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2"/>
            <p:cNvSpPr/>
            <p:nvPr/>
          </p:nvSpPr>
          <p:spPr>
            <a:xfrm>
              <a:off x="1432217" y="2163470"/>
              <a:ext cx="61543" cy="310309"/>
            </a:xfrm>
            <a:custGeom>
              <a:avLst/>
              <a:gdLst/>
              <a:ahLst/>
              <a:cxnLst/>
              <a:rect l="l" t="t" r="r" b="b"/>
              <a:pathLst>
                <a:path w="996" h="5022" extrusionOk="0">
                  <a:moveTo>
                    <a:pt x="0" y="0"/>
                  </a:moveTo>
                  <a:lnTo>
                    <a:pt x="0" y="5022"/>
                  </a:lnTo>
                  <a:cubicBezTo>
                    <a:pt x="0" y="5022"/>
                    <a:pt x="996" y="2079"/>
                    <a:pt x="776" y="1552"/>
                  </a:cubicBezTo>
                  <a:cubicBezTo>
                    <a:pt x="586" y="1025"/>
                    <a:pt x="0" y="0"/>
                    <a:pt x="0"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2"/>
            <p:cNvSpPr/>
            <p:nvPr/>
          </p:nvSpPr>
          <p:spPr>
            <a:xfrm>
              <a:off x="1715350" y="4380944"/>
              <a:ext cx="281392" cy="105599"/>
            </a:xfrm>
            <a:custGeom>
              <a:avLst/>
              <a:gdLst/>
              <a:ahLst/>
              <a:cxnLst/>
              <a:rect l="l" t="t" r="r" b="b"/>
              <a:pathLst>
                <a:path w="4554" h="1709" extrusionOk="0">
                  <a:moveTo>
                    <a:pt x="4060" y="1"/>
                  </a:moveTo>
                  <a:cubicBezTo>
                    <a:pt x="3618" y="1"/>
                    <a:pt x="2987" y="98"/>
                    <a:pt x="2987" y="98"/>
                  </a:cubicBezTo>
                  <a:lnTo>
                    <a:pt x="0" y="1709"/>
                  </a:lnTo>
                  <a:cubicBezTo>
                    <a:pt x="0" y="1709"/>
                    <a:pt x="4553" y="303"/>
                    <a:pt x="4480" y="98"/>
                  </a:cubicBezTo>
                  <a:cubicBezTo>
                    <a:pt x="4456" y="25"/>
                    <a:pt x="4282" y="1"/>
                    <a:pt x="40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2"/>
            <p:cNvSpPr/>
            <p:nvPr/>
          </p:nvSpPr>
          <p:spPr>
            <a:xfrm>
              <a:off x="871327" y="4314641"/>
              <a:ext cx="243391" cy="195751"/>
            </a:xfrm>
            <a:custGeom>
              <a:avLst/>
              <a:gdLst/>
              <a:ahLst/>
              <a:cxnLst/>
              <a:rect l="l" t="t" r="r" b="b"/>
              <a:pathLst>
                <a:path w="3939" h="3168" extrusionOk="0">
                  <a:moveTo>
                    <a:pt x="1" y="0"/>
                  </a:moveTo>
                  <a:lnTo>
                    <a:pt x="1" y="132"/>
                  </a:lnTo>
                  <a:cubicBezTo>
                    <a:pt x="1" y="132"/>
                    <a:pt x="3451" y="3168"/>
                    <a:pt x="3820" y="3168"/>
                  </a:cubicBezTo>
                  <a:cubicBezTo>
                    <a:pt x="3837" y="3168"/>
                    <a:pt x="3848" y="3161"/>
                    <a:pt x="3851" y="3148"/>
                  </a:cubicBezTo>
                  <a:cubicBezTo>
                    <a:pt x="3939" y="2840"/>
                    <a:pt x="3324" y="2167"/>
                    <a:pt x="3324" y="2167"/>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2"/>
            <p:cNvSpPr/>
            <p:nvPr/>
          </p:nvSpPr>
          <p:spPr>
            <a:xfrm>
              <a:off x="1299239" y="1803407"/>
              <a:ext cx="255131" cy="136803"/>
            </a:xfrm>
            <a:custGeom>
              <a:avLst/>
              <a:gdLst/>
              <a:ahLst/>
              <a:cxnLst/>
              <a:rect l="l" t="t" r="r" b="b"/>
              <a:pathLst>
                <a:path w="4129" h="2214" extrusionOk="0">
                  <a:moveTo>
                    <a:pt x="2123" y="1"/>
                  </a:moveTo>
                  <a:cubicBezTo>
                    <a:pt x="1742" y="1"/>
                    <a:pt x="1376" y="30"/>
                    <a:pt x="1010" y="162"/>
                  </a:cubicBezTo>
                  <a:cubicBezTo>
                    <a:pt x="659" y="294"/>
                    <a:pt x="322" y="528"/>
                    <a:pt x="161" y="879"/>
                  </a:cubicBezTo>
                  <a:cubicBezTo>
                    <a:pt x="0" y="1231"/>
                    <a:pt x="30" y="1670"/>
                    <a:pt x="293" y="1933"/>
                  </a:cubicBezTo>
                  <a:lnTo>
                    <a:pt x="293" y="1992"/>
                  </a:lnTo>
                  <a:cubicBezTo>
                    <a:pt x="381" y="2094"/>
                    <a:pt x="469" y="2168"/>
                    <a:pt x="586" y="2197"/>
                  </a:cubicBezTo>
                  <a:cubicBezTo>
                    <a:pt x="613" y="2208"/>
                    <a:pt x="644" y="2214"/>
                    <a:pt x="677" y="2214"/>
                  </a:cubicBezTo>
                  <a:cubicBezTo>
                    <a:pt x="770" y="2214"/>
                    <a:pt x="872" y="2170"/>
                    <a:pt x="893" y="2094"/>
                  </a:cubicBezTo>
                  <a:cubicBezTo>
                    <a:pt x="952" y="1977"/>
                    <a:pt x="893" y="1846"/>
                    <a:pt x="864" y="1743"/>
                  </a:cubicBezTo>
                  <a:cubicBezTo>
                    <a:pt x="791" y="1538"/>
                    <a:pt x="805" y="1304"/>
                    <a:pt x="879" y="1099"/>
                  </a:cubicBezTo>
                  <a:cubicBezTo>
                    <a:pt x="1098" y="1377"/>
                    <a:pt x="1391" y="1582"/>
                    <a:pt x="1713" y="1626"/>
                  </a:cubicBezTo>
                  <a:cubicBezTo>
                    <a:pt x="1765" y="1635"/>
                    <a:pt x="1819" y="1640"/>
                    <a:pt x="1873" y="1640"/>
                  </a:cubicBezTo>
                  <a:cubicBezTo>
                    <a:pt x="2163" y="1640"/>
                    <a:pt x="2455" y="1507"/>
                    <a:pt x="2591" y="1260"/>
                  </a:cubicBezTo>
                  <a:cubicBezTo>
                    <a:pt x="2635" y="1582"/>
                    <a:pt x="2899" y="1802"/>
                    <a:pt x="3206" y="1889"/>
                  </a:cubicBezTo>
                  <a:cubicBezTo>
                    <a:pt x="3291" y="1920"/>
                    <a:pt x="3389" y="1938"/>
                    <a:pt x="3487" y="1938"/>
                  </a:cubicBezTo>
                  <a:cubicBezTo>
                    <a:pt x="3627" y="1938"/>
                    <a:pt x="3768" y="1902"/>
                    <a:pt x="3880" y="1816"/>
                  </a:cubicBezTo>
                  <a:cubicBezTo>
                    <a:pt x="4055" y="1684"/>
                    <a:pt x="4129" y="1450"/>
                    <a:pt x="4114" y="1231"/>
                  </a:cubicBezTo>
                  <a:cubicBezTo>
                    <a:pt x="4099" y="791"/>
                    <a:pt x="3763" y="425"/>
                    <a:pt x="3382" y="221"/>
                  </a:cubicBezTo>
                  <a:cubicBezTo>
                    <a:pt x="3001" y="30"/>
                    <a:pt x="2547" y="1"/>
                    <a:pt x="2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2"/>
            <p:cNvSpPr/>
            <p:nvPr/>
          </p:nvSpPr>
          <p:spPr>
            <a:xfrm>
              <a:off x="1256726" y="1996137"/>
              <a:ext cx="35344" cy="40225"/>
            </a:xfrm>
            <a:custGeom>
              <a:avLst/>
              <a:gdLst/>
              <a:ahLst/>
              <a:cxnLst/>
              <a:rect l="l" t="t" r="r" b="b"/>
              <a:pathLst>
                <a:path w="572" h="651" extrusionOk="0">
                  <a:moveTo>
                    <a:pt x="381" y="0"/>
                  </a:moveTo>
                  <a:cubicBezTo>
                    <a:pt x="337" y="0"/>
                    <a:pt x="322" y="15"/>
                    <a:pt x="322" y="15"/>
                  </a:cubicBezTo>
                  <a:cubicBezTo>
                    <a:pt x="322" y="15"/>
                    <a:pt x="410" y="15"/>
                    <a:pt x="469" y="147"/>
                  </a:cubicBezTo>
                  <a:cubicBezTo>
                    <a:pt x="483" y="190"/>
                    <a:pt x="483" y="264"/>
                    <a:pt x="469" y="337"/>
                  </a:cubicBezTo>
                  <a:cubicBezTo>
                    <a:pt x="439" y="439"/>
                    <a:pt x="410" y="527"/>
                    <a:pt x="337" y="556"/>
                  </a:cubicBezTo>
                  <a:cubicBezTo>
                    <a:pt x="315" y="569"/>
                    <a:pt x="294" y="575"/>
                    <a:pt x="273" y="575"/>
                  </a:cubicBezTo>
                  <a:cubicBezTo>
                    <a:pt x="222" y="575"/>
                    <a:pt x="173" y="544"/>
                    <a:pt x="132" y="513"/>
                  </a:cubicBezTo>
                  <a:cubicBezTo>
                    <a:pt x="88" y="439"/>
                    <a:pt x="88" y="366"/>
                    <a:pt x="88" y="308"/>
                  </a:cubicBezTo>
                  <a:cubicBezTo>
                    <a:pt x="103" y="176"/>
                    <a:pt x="117" y="88"/>
                    <a:pt x="103" y="88"/>
                  </a:cubicBezTo>
                  <a:cubicBezTo>
                    <a:pt x="103" y="87"/>
                    <a:pt x="102" y="86"/>
                    <a:pt x="101" y="86"/>
                  </a:cubicBezTo>
                  <a:cubicBezTo>
                    <a:pt x="93" y="86"/>
                    <a:pt x="43" y="159"/>
                    <a:pt x="29" y="293"/>
                  </a:cubicBezTo>
                  <a:cubicBezTo>
                    <a:pt x="0" y="366"/>
                    <a:pt x="29" y="454"/>
                    <a:pt x="73" y="542"/>
                  </a:cubicBezTo>
                  <a:cubicBezTo>
                    <a:pt x="103" y="586"/>
                    <a:pt x="147" y="615"/>
                    <a:pt x="205" y="630"/>
                  </a:cubicBezTo>
                  <a:cubicBezTo>
                    <a:pt x="231" y="643"/>
                    <a:pt x="261" y="650"/>
                    <a:pt x="290" y="650"/>
                  </a:cubicBezTo>
                  <a:cubicBezTo>
                    <a:pt x="327" y="650"/>
                    <a:pt x="363" y="639"/>
                    <a:pt x="395" y="615"/>
                  </a:cubicBezTo>
                  <a:cubicBezTo>
                    <a:pt x="498" y="542"/>
                    <a:pt x="542" y="439"/>
                    <a:pt x="556" y="337"/>
                  </a:cubicBezTo>
                  <a:cubicBezTo>
                    <a:pt x="571" y="249"/>
                    <a:pt x="556" y="161"/>
                    <a:pt x="513" y="88"/>
                  </a:cubicBezTo>
                  <a:cubicBezTo>
                    <a:pt x="483" y="29"/>
                    <a:pt x="410" y="0"/>
                    <a:pt x="3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2"/>
            <p:cNvSpPr/>
            <p:nvPr/>
          </p:nvSpPr>
          <p:spPr>
            <a:xfrm>
              <a:off x="1204264" y="2175210"/>
              <a:ext cx="195442" cy="310371"/>
            </a:xfrm>
            <a:custGeom>
              <a:avLst/>
              <a:gdLst/>
              <a:ahLst/>
              <a:cxnLst/>
              <a:rect l="l" t="t" r="r" b="b"/>
              <a:pathLst>
                <a:path w="3163" h="5023" extrusionOk="0">
                  <a:moveTo>
                    <a:pt x="542" y="1"/>
                  </a:moveTo>
                  <a:cubicBezTo>
                    <a:pt x="439" y="15"/>
                    <a:pt x="0" y="1816"/>
                    <a:pt x="454" y="2328"/>
                  </a:cubicBezTo>
                  <a:cubicBezTo>
                    <a:pt x="966" y="2914"/>
                    <a:pt x="3162" y="5022"/>
                    <a:pt x="3162" y="5022"/>
                  </a:cubicBezTo>
                  <a:lnTo>
                    <a:pt x="542" y="1"/>
                  </a:ln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2"/>
            <p:cNvSpPr/>
            <p:nvPr/>
          </p:nvSpPr>
          <p:spPr>
            <a:xfrm>
              <a:off x="1532630" y="2211421"/>
              <a:ext cx="453230" cy="761685"/>
            </a:xfrm>
            <a:custGeom>
              <a:avLst/>
              <a:gdLst/>
              <a:ahLst/>
              <a:cxnLst/>
              <a:rect l="l" t="t" r="r" b="b"/>
              <a:pathLst>
                <a:path w="7335" h="12327" extrusionOk="0">
                  <a:moveTo>
                    <a:pt x="439" y="0"/>
                  </a:moveTo>
                  <a:lnTo>
                    <a:pt x="0" y="5710"/>
                  </a:lnTo>
                  <a:cubicBezTo>
                    <a:pt x="0" y="5710"/>
                    <a:pt x="161" y="7745"/>
                    <a:pt x="425" y="8272"/>
                  </a:cubicBezTo>
                  <a:cubicBezTo>
                    <a:pt x="703" y="8813"/>
                    <a:pt x="5944" y="12327"/>
                    <a:pt x="5944" y="12327"/>
                  </a:cubicBezTo>
                  <a:lnTo>
                    <a:pt x="7335" y="10321"/>
                  </a:lnTo>
                  <a:cubicBezTo>
                    <a:pt x="7335" y="10321"/>
                    <a:pt x="2972" y="7013"/>
                    <a:pt x="2445" y="6647"/>
                  </a:cubicBezTo>
                  <a:cubicBezTo>
                    <a:pt x="1903" y="6281"/>
                    <a:pt x="439" y="0"/>
                    <a:pt x="4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1545297" y="2222296"/>
              <a:ext cx="36209" cy="481282"/>
            </a:xfrm>
            <a:custGeom>
              <a:avLst/>
              <a:gdLst/>
              <a:ahLst/>
              <a:cxnLst/>
              <a:rect l="l" t="t" r="r" b="b"/>
              <a:pathLst>
                <a:path w="586" h="7789" extrusionOk="0">
                  <a:moveTo>
                    <a:pt x="0" y="0"/>
                  </a:moveTo>
                  <a:lnTo>
                    <a:pt x="88" y="264"/>
                  </a:lnTo>
                  <a:cubicBezTo>
                    <a:pt x="161" y="454"/>
                    <a:pt x="264" y="732"/>
                    <a:pt x="337" y="1069"/>
                  </a:cubicBezTo>
                  <a:cubicBezTo>
                    <a:pt x="410" y="1420"/>
                    <a:pt x="454" y="1845"/>
                    <a:pt x="454" y="2313"/>
                  </a:cubicBezTo>
                  <a:cubicBezTo>
                    <a:pt x="483" y="2796"/>
                    <a:pt x="439" y="3309"/>
                    <a:pt x="381" y="3850"/>
                  </a:cubicBezTo>
                  <a:cubicBezTo>
                    <a:pt x="337" y="4407"/>
                    <a:pt x="278" y="4919"/>
                    <a:pt x="234" y="5387"/>
                  </a:cubicBezTo>
                  <a:cubicBezTo>
                    <a:pt x="205" y="5870"/>
                    <a:pt x="190" y="6295"/>
                    <a:pt x="205" y="6661"/>
                  </a:cubicBezTo>
                  <a:cubicBezTo>
                    <a:pt x="220" y="6998"/>
                    <a:pt x="264" y="7291"/>
                    <a:pt x="293" y="7495"/>
                  </a:cubicBezTo>
                  <a:cubicBezTo>
                    <a:pt x="322" y="7583"/>
                    <a:pt x="337" y="7657"/>
                    <a:pt x="352" y="7715"/>
                  </a:cubicBezTo>
                  <a:cubicBezTo>
                    <a:pt x="352" y="7774"/>
                    <a:pt x="366" y="7788"/>
                    <a:pt x="366" y="7788"/>
                  </a:cubicBezTo>
                  <a:cubicBezTo>
                    <a:pt x="366" y="7788"/>
                    <a:pt x="352" y="7686"/>
                    <a:pt x="337" y="7481"/>
                  </a:cubicBezTo>
                  <a:cubicBezTo>
                    <a:pt x="308" y="7276"/>
                    <a:pt x="278" y="6983"/>
                    <a:pt x="278" y="6632"/>
                  </a:cubicBezTo>
                  <a:cubicBezTo>
                    <a:pt x="278" y="6295"/>
                    <a:pt x="293" y="5870"/>
                    <a:pt x="337" y="5387"/>
                  </a:cubicBezTo>
                  <a:cubicBezTo>
                    <a:pt x="366" y="4919"/>
                    <a:pt x="439" y="4407"/>
                    <a:pt x="498" y="3850"/>
                  </a:cubicBezTo>
                  <a:cubicBezTo>
                    <a:pt x="556" y="3309"/>
                    <a:pt x="586" y="2796"/>
                    <a:pt x="571" y="2313"/>
                  </a:cubicBezTo>
                  <a:cubicBezTo>
                    <a:pt x="556" y="1859"/>
                    <a:pt x="513" y="1420"/>
                    <a:pt x="425" y="1069"/>
                  </a:cubicBezTo>
                  <a:cubicBezTo>
                    <a:pt x="337" y="732"/>
                    <a:pt x="234" y="454"/>
                    <a:pt x="147" y="264"/>
                  </a:cubicBezTo>
                  <a:cubicBezTo>
                    <a:pt x="117" y="176"/>
                    <a:pt x="59" y="117"/>
                    <a:pt x="44" y="73"/>
                  </a:cubicBezTo>
                  <a:cubicBezTo>
                    <a:pt x="29" y="15"/>
                    <a:pt x="0" y="0"/>
                    <a:pt x="0"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1617656" y="2606582"/>
              <a:ext cx="62470" cy="87062"/>
            </a:xfrm>
            <a:custGeom>
              <a:avLst/>
              <a:gdLst/>
              <a:ahLst/>
              <a:cxnLst/>
              <a:rect l="l" t="t" r="r" b="b"/>
              <a:pathLst>
                <a:path w="1011" h="1409" extrusionOk="0">
                  <a:moveTo>
                    <a:pt x="992" y="1"/>
                  </a:moveTo>
                  <a:cubicBezTo>
                    <a:pt x="954" y="1"/>
                    <a:pt x="690" y="271"/>
                    <a:pt x="425" y="662"/>
                  </a:cubicBezTo>
                  <a:cubicBezTo>
                    <a:pt x="176" y="1042"/>
                    <a:pt x="0" y="1394"/>
                    <a:pt x="30" y="1408"/>
                  </a:cubicBezTo>
                  <a:cubicBezTo>
                    <a:pt x="30" y="1409"/>
                    <a:pt x="31" y="1409"/>
                    <a:pt x="32" y="1409"/>
                  </a:cubicBezTo>
                  <a:cubicBezTo>
                    <a:pt x="68" y="1409"/>
                    <a:pt x="269" y="1092"/>
                    <a:pt x="513" y="706"/>
                  </a:cubicBezTo>
                  <a:cubicBezTo>
                    <a:pt x="791" y="325"/>
                    <a:pt x="1010" y="17"/>
                    <a:pt x="996" y="3"/>
                  </a:cubicBezTo>
                  <a:cubicBezTo>
                    <a:pt x="995" y="1"/>
                    <a:pt x="994" y="1"/>
                    <a:pt x="992"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1652940" y="2613008"/>
              <a:ext cx="19958" cy="72480"/>
            </a:xfrm>
            <a:custGeom>
              <a:avLst/>
              <a:gdLst/>
              <a:ahLst/>
              <a:cxnLst/>
              <a:rect l="l" t="t" r="r" b="b"/>
              <a:pathLst>
                <a:path w="323" h="1173" extrusionOk="0">
                  <a:moveTo>
                    <a:pt x="306" y="1"/>
                  </a:moveTo>
                  <a:cubicBezTo>
                    <a:pt x="287" y="1"/>
                    <a:pt x="188" y="245"/>
                    <a:pt x="88" y="572"/>
                  </a:cubicBezTo>
                  <a:cubicBezTo>
                    <a:pt x="15" y="894"/>
                    <a:pt x="0" y="1172"/>
                    <a:pt x="15" y="1172"/>
                  </a:cubicBezTo>
                  <a:cubicBezTo>
                    <a:pt x="44" y="1172"/>
                    <a:pt x="88" y="924"/>
                    <a:pt x="191" y="587"/>
                  </a:cubicBezTo>
                  <a:cubicBezTo>
                    <a:pt x="249" y="279"/>
                    <a:pt x="322" y="16"/>
                    <a:pt x="308" y="1"/>
                  </a:cubicBezTo>
                  <a:cubicBezTo>
                    <a:pt x="307" y="1"/>
                    <a:pt x="307" y="1"/>
                    <a:pt x="306"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520;p32"/>
          <p:cNvGrpSpPr/>
          <p:nvPr/>
        </p:nvGrpSpPr>
        <p:grpSpPr>
          <a:xfrm>
            <a:off x="207132" y="2528281"/>
            <a:ext cx="1252325" cy="1877968"/>
            <a:chOff x="176050" y="2421699"/>
            <a:chExt cx="1441111" cy="2161067"/>
          </a:xfrm>
        </p:grpSpPr>
        <p:sp>
          <p:nvSpPr>
            <p:cNvPr id="521" name="Google Shape;521;p32"/>
            <p:cNvSpPr/>
            <p:nvPr/>
          </p:nvSpPr>
          <p:spPr>
            <a:xfrm>
              <a:off x="1286893" y="4431304"/>
              <a:ext cx="330268" cy="102262"/>
            </a:xfrm>
            <a:custGeom>
              <a:avLst/>
              <a:gdLst/>
              <a:ahLst/>
              <a:cxnLst/>
              <a:rect l="l" t="t" r="r" b="b"/>
              <a:pathLst>
                <a:path w="5345" h="1655" extrusionOk="0">
                  <a:moveTo>
                    <a:pt x="294" y="1"/>
                  </a:moveTo>
                  <a:lnTo>
                    <a:pt x="1" y="1655"/>
                  </a:lnTo>
                  <a:lnTo>
                    <a:pt x="4642" y="1655"/>
                  </a:lnTo>
                  <a:cubicBezTo>
                    <a:pt x="5344" y="1655"/>
                    <a:pt x="4085" y="1025"/>
                    <a:pt x="4085" y="1025"/>
                  </a:cubicBezTo>
                  <a:lnTo>
                    <a:pt x="43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1126331" y="4480504"/>
              <a:ext cx="330268" cy="102262"/>
            </a:xfrm>
            <a:custGeom>
              <a:avLst/>
              <a:gdLst/>
              <a:ahLst/>
              <a:cxnLst/>
              <a:rect l="l" t="t" r="r" b="b"/>
              <a:pathLst>
                <a:path w="5345" h="1655" extrusionOk="0">
                  <a:moveTo>
                    <a:pt x="294" y="1"/>
                  </a:moveTo>
                  <a:lnTo>
                    <a:pt x="1" y="1655"/>
                  </a:lnTo>
                  <a:lnTo>
                    <a:pt x="4642" y="1655"/>
                  </a:lnTo>
                  <a:cubicBezTo>
                    <a:pt x="5344" y="1655"/>
                    <a:pt x="4085" y="1025"/>
                    <a:pt x="4085" y="1025"/>
                  </a:cubicBezTo>
                  <a:lnTo>
                    <a:pt x="43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1074327" y="3400982"/>
              <a:ext cx="123086" cy="314882"/>
            </a:xfrm>
            <a:custGeom>
              <a:avLst/>
              <a:gdLst/>
              <a:ahLst/>
              <a:cxnLst/>
              <a:rect l="l" t="t" r="r" b="b"/>
              <a:pathLst>
                <a:path w="1992" h="5096" extrusionOk="0">
                  <a:moveTo>
                    <a:pt x="16" y="0"/>
                  </a:moveTo>
                  <a:cubicBezTo>
                    <a:pt x="15" y="0"/>
                    <a:pt x="15" y="0"/>
                    <a:pt x="15" y="0"/>
                  </a:cubicBezTo>
                  <a:cubicBezTo>
                    <a:pt x="1" y="30"/>
                    <a:pt x="396" y="1157"/>
                    <a:pt x="952" y="2562"/>
                  </a:cubicBezTo>
                  <a:cubicBezTo>
                    <a:pt x="1490" y="3973"/>
                    <a:pt x="1942" y="5095"/>
                    <a:pt x="1976" y="5095"/>
                  </a:cubicBezTo>
                  <a:cubicBezTo>
                    <a:pt x="1977" y="5095"/>
                    <a:pt x="1977" y="5095"/>
                    <a:pt x="1977" y="5095"/>
                  </a:cubicBezTo>
                  <a:cubicBezTo>
                    <a:pt x="1992" y="5095"/>
                    <a:pt x="1567" y="3938"/>
                    <a:pt x="1040" y="2533"/>
                  </a:cubicBezTo>
                  <a:cubicBezTo>
                    <a:pt x="487" y="1136"/>
                    <a:pt x="36" y="0"/>
                    <a:pt x="16" y="0"/>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1090640" y="3450724"/>
              <a:ext cx="38928" cy="218984"/>
            </a:xfrm>
            <a:custGeom>
              <a:avLst/>
              <a:gdLst/>
              <a:ahLst/>
              <a:cxnLst/>
              <a:rect l="l" t="t" r="r" b="b"/>
              <a:pathLst>
                <a:path w="630" h="3544" extrusionOk="0">
                  <a:moveTo>
                    <a:pt x="29" y="0"/>
                  </a:moveTo>
                  <a:cubicBezTo>
                    <a:pt x="0" y="0"/>
                    <a:pt x="44" y="205"/>
                    <a:pt x="117" y="513"/>
                  </a:cubicBezTo>
                  <a:cubicBezTo>
                    <a:pt x="176" y="835"/>
                    <a:pt x="264" y="1274"/>
                    <a:pt x="351" y="1757"/>
                  </a:cubicBezTo>
                  <a:cubicBezTo>
                    <a:pt x="425" y="2255"/>
                    <a:pt x="498" y="2694"/>
                    <a:pt x="542" y="3031"/>
                  </a:cubicBezTo>
                  <a:cubicBezTo>
                    <a:pt x="571" y="3338"/>
                    <a:pt x="586" y="3543"/>
                    <a:pt x="615" y="3543"/>
                  </a:cubicBezTo>
                  <a:cubicBezTo>
                    <a:pt x="630" y="3543"/>
                    <a:pt x="630" y="3338"/>
                    <a:pt x="630" y="3002"/>
                  </a:cubicBezTo>
                  <a:cubicBezTo>
                    <a:pt x="586" y="2680"/>
                    <a:pt x="556" y="2240"/>
                    <a:pt x="469" y="1743"/>
                  </a:cubicBezTo>
                  <a:cubicBezTo>
                    <a:pt x="366" y="1245"/>
                    <a:pt x="278" y="806"/>
                    <a:pt x="190" y="498"/>
                  </a:cubicBezTo>
                  <a:cubicBezTo>
                    <a:pt x="103" y="191"/>
                    <a:pt x="44" y="0"/>
                    <a:pt x="29" y="0"/>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176050" y="2816613"/>
              <a:ext cx="380874" cy="1023119"/>
            </a:xfrm>
            <a:custGeom>
              <a:avLst/>
              <a:gdLst/>
              <a:ahLst/>
              <a:cxnLst/>
              <a:rect l="l" t="t" r="r" b="b"/>
              <a:pathLst>
                <a:path w="6164" h="16558" extrusionOk="0">
                  <a:moveTo>
                    <a:pt x="4392" y="0"/>
                  </a:moveTo>
                  <a:lnTo>
                    <a:pt x="1" y="161"/>
                  </a:lnTo>
                  <a:lnTo>
                    <a:pt x="2972" y="16557"/>
                  </a:lnTo>
                  <a:lnTo>
                    <a:pt x="6164" y="16074"/>
                  </a:lnTo>
                  <a:lnTo>
                    <a:pt x="439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1276079" y="3120507"/>
              <a:ext cx="201744" cy="252227"/>
            </a:xfrm>
            <a:custGeom>
              <a:avLst/>
              <a:gdLst/>
              <a:ahLst/>
              <a:cxnLst/>
              <a:rect l="l" t="t" r="r" b="b"/>
              <a:pathLst>
                <a:path w="3265" h="4082" extrusionOk="0">
                  <a:moveTo>
                    <a:pt x="1223" y="0"/>
                  </a:moveTo>
                  <a:cubicBezTo>
                    <a:pt x="1054" y="0"/>
                    <a:pt x="0" y="1538"/>
                    <a:pt x="0" y="1538"/>
                  </a:cubicBezTo>
                  <a:cubicBezTo>
                    <a:pt x="0" y="1538"/>
                    <a:pt x="585" y="4082"/>
                    <a:pt x="1060" y="4082"/>
                  </a:cubicBezTo>
                  <a:cubicBezTo>
                    <a:pt x="1078" y="4082"/>
                    <a:pt x="1095" y="4078"/>
                    <a:pt x="1113" y="4071"/>
                  </a:cubicBezTo>
                  <a:cubicBezTo>
                    <a:pt x="1113" y="4071"/>
                    <a:pt x="2913" y="3002"/>
                    <a:pt x="3001" y="2783"/>
                  </a:cubicBezTo>
                  <a:cubicBezTo>
                    <a:pt x="3040" y="2709"/>
                    <a:pt x="2961" y="2685"/>
                    <a:pt x="2837" y="2685"/>
                  </a:cubicBezTo>
                  <a:cubicBezTo>
                    <a:pt x="2590" y="2685"/>
                    <a:pt x="2167" y="2783"/>
                    <a:pt x="2167" y="2783"/>
                  </a:cubicBezTo>
                  <a:cubicBezTo>
                    <a:pt x="2167" y="2783"/>
                    <a:pt x="3089" y="2461"/>
                    <a:pt x="3192" y="2241"/>
                  </a:cubicBezTo>
                  <a:cubicBezTo>
                    <a:pt x="3221" y="2168"/>
                    <a:pt x="3088" y="2143"/>
                    <a:pt x="2897" y="2143"/>
                  </a:cubicBezTo>
                  <a:cubicBezTo>
                    <a:pt x="2515" y="2143"/>
                    <a:pt x="1903" y="2241"/>
                    <a:pt x="1903" y="2241"/>
                  </a:cubicBezTo>
                  <a:cubicBezTo>
                    <a:pt x="1903" y="2241"/>
                    <a:pt x="3265" y="1948"/>
                    <a:pt x="3206" y="1655"/>
                  </a:cubicBezTo>
                  <a:cubicBezTo>
                    <a:pt x="3178" y="1543"/>
                    <a:pt x="2938" y="1508"/>
                    <a:pt x="2653" y="1508"/>
                  </a:cubicBezTo>
                  <a:cubicBezTo>
                    <a:pt x="2196" y="1508"/>
                    <a:pt x="1625" y="1597"/>
                    <a:pt x="1625" y="1597"/>
                  </a:cubicBezTo>
                  <a:cubicBezTo>
                    <a:pt x="1625" y="1597"/>
                    <a:pt x="3162" y="1231"/>
                    <a:pt x="3148" y="909"/>
                  </a:cubicBezTo>
                  <a:cubicBezTo>
                    <a:pt x="3144" y="824"/>
                    <a:pt x="3011" y="792"/>
                    <a:pt x="2815" y="792"/>
                  </a:cubicBezTo>
                  <a:cubicBezTo>
                    <a:pt x="2234" y="792"/>
                    <a:pt x="1098" y="1070"/>
                    <a:pt x="1098" y="1070"/>
                  </a:cubicBezTo>
                  <a:cubicBezTo>
                    <a:pt x="1464" y="572"/>
                    <a:pt x="1376" y="60"/>
                    <a:pt x="1230" y="1"/>
                  </a:cubicBezTo>
                  <a:cubicBezTo>
                    <a:pt x="1228" y="0"/>
                    <a:pt x="1226" y="0"/>
                    <a:pt x="1223" y="0"/>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689854" y="2915172"/>
              <a:ext cx="655901" cy="585769"/>
            </a:xfrm>
            <a:custGeom>
              <a:avLst/>
              <a:gdLst/>
              <a:ahLst/>
              <a:cxnLst/>
              <a:rect l="l" t="t" r="r" b="b"/>
              <a:pathLst>
                <a:path w="10615" h="9480" extrusionOk="0">
                  <a:moveTo>
                    <a:pt x="338" y="1"/>
                  </a:moveTo>
                  <a:cubicBezTo>
                    <a:pt x="338" y="1"/>
                    <a:pt x="1" y="2636"/>
                    <a:pt x="747" y="6589"/>
                  </a:cubicBezTo>
                  <a:cubicBezTo>
                    <a:pt x="1188" y="8921"/>
                    <a:pt x="2607" y="9479"/>
                    <a:pt x="3886" y="9479"/>
                  </a:cubicBezTo>
                  <a:cubicBezTo>
                    <a:pt x="4774" y="9479"/>
                    <a:pt x="5596" y="9209"/>
                    <a:pt x="5974" y="9077"/>
                  </a:cubicBezTo>
                  <a:cubicBezTo>
                    <a:pt x="6911" y="8770"/>
                    <a:pt x="10614" y="7409"/>
                    <a:pt x="10614" y="7409"/>
                  </a:cubicBezTo>
                  <a:lnTo>
                    <a:pt x="9487" y="4861"/>
                  </a:lnTo>
                  <a:cubicBezTo>
                    <a:pt x="9487" y="4861"/>
                    <a:pt x="7218" y="5666"/>
                    <a:pt x="4656" y="6223"/>
                  </a:cubicBezTo>
                  <a:cubicBezTo>
                    <a:pt x="4632" y="6228"/>
                    <a:pt x="4608" y="6230"/>
                    <a:pt x="4585" y="6230"/>
                  </a:cubicBezTo>
                  <a:cubicBezTo>
                    <a:pt x="3484" y="6230"/>
                    <a:pt x="3470" y="616"/>
                    <a:pt x="3470" y="616"/>
                  </a:cubicBezTo>
                  <a:lnTo>
                    <a:pt x="3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2"/>
            <p:cNvSpPr/>
            <p:nvPr/>
          </p:nvSpPr>
          <p:spPr>
            <a:xfrm>
              <a:off x="432056" y="3405493"/>
              <a:ext cx="1159675" cy="1055682"/>
            </a:xfrm>
            <a:custGeom>
              <a:avLst/>
              <a:gdLst/>
              <a:ahLst/>
              <a:cxnLst/>
              <a:rect l="l" t="t" r="r" b="b"/>
              <a:pathLst>
                <a:path w="18768" h="17085" extrusionOk="0">
                  <a:moveTo>
                    <a:pt x="16009" y="0"/>
                  </a:moveTo>
                  <a:cubicBezTo>
                    <a:pt x="16006" y="0"/>
                    <a:pt x="16004" y="0"/>
                    <a:pt x="16002" y="1"/>
                  </a:cubicBezTo>
                  <a:cubicBezTo>
                    <a:pt x="13850" y="59"/>
                    <a:pt x="967" y="776"/>
                    <a:pt x="967" y="776"/>
                  </a:cubicBezTo>
                  <a:cubicBezTo>
                    <a:pt x="967" y="776"/>
                    <a:pt x="1" y="4656"/>
                    <a:pt x="3778" y="5403"/>
                  </a:cubicBezTo>
                  <a:cubicBezTo>
                    <a:pt x="4534" y="5557"/>
                    <a:pt x="5376" y="5615"/>
                    <a:pt x="6241" y="5615"/>
                  </a:cubicBezTo>
                  <a:cubicBezTo>
                    <a:pt x="8748" y="5615"/>
                    <a:pt x="11443" y="5132"/>
                    <a:pt x="12757" y="5132"/>
                  </a:cubicBezTo>
                  <a:cubicBezTo>
                    <a:pt x="13263" y="5132"/>
                    <a:pt x="13565" y="5204"/>
                    <a:pt x="13571" y="5403"/>
                  </a:cubicBezTo>
                  <a:cubicBezTo>
                    <a:pt x="13615" y="6296"/>
                    <a:pt x="13850" y="17085"/>
                    <a:pt x="13850" y="17085"/>
                  </a:cubicBezTo>
                  <a:lnTo>
                    <a:pt x="18256" y="17085"/>
                  </a:lnTo>
                  <a:cubicBezTo>
                    <a:pt x="18256" y="17085"/>
                    <a:pt x="18768" y="0"/>
                    <a:pt x="160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2"/>
            <p:cNvSpPr/>
            <p:nvPr/>
          </p:nvSpPr>
          <p:spPr>
            <a:xfrm>
              <a:off x="307235" y="2763843"/>
              <a:ext cx="570816" cy="774538"/>
            </a:xfrm>
            <a:custGeom>
              <a:avLst/>
              <a:gdLst/>
              <a:ahLst/>
              <a:cxnLst/>
              <a:rect l="l" t="t" r="r" b="b"/>
              <a:pathLst>
                <a:path w="9238" h="12535" extrusionOk="0">
                  <a:moveTo>
                    <a:pt x="5453" y="1"/>
                  </a:moveTo>
                  <a:cubicBezTo>
                    <a:pt x="3946" y="1"/>
                    <a:pt x="1974" y="118"/>
                    <a:pt x="1391" y="561"/>
                  </a:cubicBezTo>
                  <a:cubicBezTo>
                    <a:pt x="1391" y="561"/>
                    <a:pt x="147" y="986"/>
                    <a:pt x="74" y="3079"/>
                  </a:cubicBezTo>
                  <a:cubicBezTo>
                    <a:pt x="0" y="5217"/>
                    <a:pt x="308" y="6988"/>
                    <a:pt x="308" y="6988"/>
                  </a:cubicBezTo>
                  <a:lnTo>
                    <a:pt x="425" y="11512"/>
                  </a:lnTo>
                  <a:cubicBezTo>
                    <a:pt x="425" y="11512"/>
                    <a:pt x="1856" y="12535"/>
                    <a:pt x="4313" y="12535"/>
                  </a:cubicBezTo>
                  <a:cubicBezTo>
                    <a:pt x="5666" y="12535"/>
                    <a:pt x="7330" y="12225"/>
                    <a:pt x="9238" y="11263"/>
                  </a:cubicBezTo>
                  <a:lnTo>
                    <a:pt x="8111" y="6915"/>
                  </a:lnTo>
                  <a:lnTo>
                    <a:pt x="7847" y="1820"/>
                  </a:lnTo>
                  <a:cubicBezTo>
                    <a:pt x="7847" y="1820"/>
                    <a:pt x="7759" y="195"/>
                    <a:pt x="7247" y="78"/>
                  </a:cubicBezTo>
                  <a:cubicBezTo>
                    <a:pt x="7053" y="41"/>
                    <a:pt x="6332" y="1"/>
                    <a:pt x="5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273744" y="3427182"/>
              <a:ext cx="1159675" cy="1054817"/>
            </a:xfrm>
            <a:custGeom>
              <a:avLst/>
              <a:gdLst/>
              <a:ahLst/>
              <a:cxnLst/>
              <a:rect l="l" t="t" r="r" b="b"/>
              <a:pathLst>
                <a:path w="18768" h="17071" extrusionOk="0">
                  <a:moveTo>
                    <a:pt x="16009" y="1"/>
                  </a:moveTo>
                  <a:cubicBezTo>
                    <a:pt x="16006" y="1"/>
                    <a:pt x="16004" y="1"/>
                    <a:pt x="16002" y="1"/>
                  </a:cubicBezTo>
                  <a:cubicBezTo>
                    <a:pt x="13850" y="59"/>
                    <a:pt x="967" y="777"/>
                    <a:pt x="967" y="777"/>
                  </a:cubicBezTo>
                  <a:cubicBezTo>
                    <a:pt x="967" y="777"/>
                    <a:pt x="1" y="4642"/>
                    <a:pt x="3778" y="5403"/>
                  </a:cubicBezTo>
                  <a:cubicBezTo>
                    <a:pt x="4527" y="5553"/>
                    <a:pt x="5362" y="5609"/>
                    <a:pt x="6219" y="5609"/>
                  </a:cubicBezTo>
                  <a:cubicBezTo>
                    <a:pt x="8723" y="5609"/>
                    <a:pt x="11417" y="5130"/>
                    <a:pt x="12740" y="5130"/>
                  </a:cubicBezTo>
                  <a:cubicBezTo>
                    <a:pt x="13254" y="5130"/>
                    <a:pt x="13562" y="5203"/>
                    <a:pt x="13571" y="5403"/>
                  </a:cubicBezTo>
                  <a:cubicBezTo>
                    <a:pt x="13615" y="6296"/>
                    <a:pt x="13850" y="17071"/>
                    <a:pt x="13850" y="17071"/>
                  </a:cubicBezTo>
                  <a:lnTo>
                    <a:pt x="18256" y="17071"/>
                  </a:lnTo>
                  <a:cubicBezTo>
                    <a:pt x="18256" y="17071"/>
                    <a:pt x="18768" y="1"/>
                    <a:pt x="16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714324" y="2768663"/>
              <a:ext cx="190004" cy="207182"/>
            </a:xfrm>
            <a:custGeom>
              <a:avLst/>
              <a:gdLst/>
              <a:ahLst/>
              <a:cxnLst/>
              <a:rect l="l" t="t" r="r" b="b"/>
              <a:pathLst>
                <a:path w="3075" h="3353" extrusionOk="0">
                  <a:moveTo>
                    <a:pt x="304" y="0"/>
                  </a:moveTo>
                  <a:cubicBezTo>
                    <a:pt x="116" y="0"/>
                    <a:pt x="0" y="15"/>
                    <a:pt x="0" y="15"/>
                  </a:cubicBezTo>
                  <a:lnTo>
                    <a:pt x="600" y="3353"/>
                  </a:lnTo>
                  <a:lnTo>
                    <a:pt x="3074" y="3206"/>
                  </a:lnTo>
                  <a:lnTo>
                    <a:pt x="3060" y="2211"/>
                  </a:lnTo>
                  <a:cubicBezTo>
                    <a:pt x="2724" y="210"/>
                    <a:pt x="1010" y="0"/>
                    <a:pt x="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879866" y="3147634"/>
              <a:ext cx="200879" cy="252289"/>
            </a:xfrm>
            <a:custGeom>
              <a:avLst/>
              <a:gdLst/>
              <a:ahLst/>
              <a:cxnLst/>
              <a:rect l="l" t="t" r="r" b="b"/>
              <a:pathLst>
                <a:path w="3251" h="4083" extrusionOk="0">
                  <a:moveTo>
                    <a:pt x="1209" y="0"/>
                  </a:moveTo>
                  <a:cubicBezTo>
                    <a:pt x="1040" y="0"/>
                    <a:pt x="0" y="1538"/>
                    <a:pt x="0" y="1538"/>
                  </a:cubicBezTo>
                  <a:cubicBezTo>
                    <a:pt x="0" y="1538"/>
                    <a:pt x="571" y="4082"/>
                    <a:pt x="1058" y="4082"/>
                  </a:cubicBezTo>
                  <a:cubicBezTo>
                    <a:pt x="1077" y="4082"/>
                    <a:pt x="1095" y="4078"/>
                    <a:pt x="1113" y="4071"/>
                  </a:cubicBezTo>
                  <a:cubicBezTo>
                    <a:pt x="1113" y="4071"/>
                    <a:pt x="2899" y="3002"/>
                    <a:pt x="3001" y="2783"/>
                  </a:cubicBezTo>
                  <a:cubicBezTo>
                    <a:pt x="3035" y="2710"/>
                    <a:pt x="2952" y="2685"/>
                    <a:pt x="2827" y="2685"/>
                  </a:cubicBezTo>
                  <a:cubicBezTo>
                    <a:pt x="2575" y="2685"/>
                    <a:pt x="2152" y="2783"/>
                    <a:pt x="2152" y="2783"/>
                  </a:cubicBezTo>
                  <a:cubicBezTo>
                    <a:pt x="2152" y="2783"/>
                    <a:pt x="3089" y="2461"/>
                    <a:pt x="3177" y="2241"/>
                  </a:cubicBezTo>
                  <a:cubicBezTo>
                    <a:pt x="3206" y="2168"/>
                    <a:pt x="3074" y="2144"/>
                    <a:pt x="2886" y="2144"/>
                  </a:cubicBezTo>
                  <a:cubicBezTo>
                    <a:pt x="2508" y="2144"/>
                    <a:pt x="1903" y="2241"/>
                    <a:pt x="1903" y="2241"/>
                  </a:cubicBezTo>
                  <a:cubicBezTo>
                    <a:pt x="1903" y="2241"/>
                    <a:pt x="3250" y="1948"/>
                    <a:pt x="3192" y="1656"/>
                  </a:cubicBezTo>
                  <a:cubicBezTo>
                    <a:pt x="3163" y="1543"/>
                    <a:pt x="2925" y="1508"/>
                    <a:pt x="2643" y="1508"/>
                  </a:cubicBezTo>
                  <a:cubicBezTo>
                    <a:pt x="2191" y="1508"/>
                    <a:pt x="1625" y="1597"/>
                    <a:pt x="1625" y="1597"/>
                  </a:cubicBezTo>
                  <a:cubicBezTo>
                    <a:pt x="1625" y="1597"/>
                    <a:pt x="3162" y="1231"/>
                    <a:pt x="3148" y="909"/>
                  </a:cubicBezTo>
                  <a:cubicBezTo>
                    <a:pt x="3140" y="824"/>
                    <a:pt x="3006" y="792"/>
                    <a:pt x="2809" y="792"/>
                  </a:cubicBezTo>
                  <a:cubicBezTo>
                    <a:pt x="2226" y="792"/>
                    <a:pt x="1098" y="1070"/>
                    <a:pt x="1098" y="1070"/>
                  </a:cubicBezTo>
                  <a:cubicBezTo>
                    <a:pt x="1464" y="572"/>
                    <a:pt x="1362" y="60"/>
                    <a:pt x="1215" y="1"/>
                  </a:cubicBezTo>
                  <a:cubicBezTo>
                    <a:pt x="1213" y="1"/>
                    <a:pt x="1211" y="0"/>
                    <a:pt x="1209" y="0"/>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46103" y="3753753"/>
              <a:ext cx="597077" cy="86012"/>
            </a:xfrm>
            <a:custGeom>
              <a:avLst/>
              <a:gdLst/>
              <a:ahLst/>
              <a:cxnLst/>
              <a:rect l="l" t="t" r="r" b="b"/>
              <a:pathLst>
                <a:path w="9663" h="1392" extrusionOk="0">
                  <a:moveTo>
                    <a:pt x="9663" y="1"/>
                  </a:moveTo>
                  <a:lnTo>
                    <a:pt x="1" y="425"/>
                  </a:lnTo>
                  <a:lnTo>
                    <a:pt x="220" y="1391"/>
                  </a:lnTo>
                  <a:lnTo>
                    <a:pt x="9473" y="908"/>
                  </a:lnTo>
                  <a:lnTo>
                    <a:pt x="96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9594" y="3819809"/>
              <a:ext cx="57959" cy="705642"/>
            </a:xfrm>
            <a:custGeom>
              <a:avLst/>
              <a:gdLst/>
              <a:ahLst/>
              <a:cxnLst/>
              <a:rect l="l" t="t" r="r" b="b"/>
              <a:pathLst>
                <a:path w="938" h="11420" extrusionOk="0">
                  <a:moveTo>
                    <a:pt x="484" y="0"/>
                  </a:moveTo>
                  <a:lnTo>
                    <a:pt x="1" y="30"/>
                  </a:lnTo>
                  <a:lnTo>
                    <a:pt x="630" y="11419"/>
                  </a:lnTo>
                  <a:lnTo>
                    <a:pt x="937" y="11419"/>
                  </a:lnTo>
                  <a:lnTo>
                    <a:pt x="4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2"/>
            <p:cNvSpPr/>
            <p:nvPr/>
          </p:nvSpPr>
          <p:spPr>
            <a:xfrm>
              <a:off x="895252" y="3798985"/>
              <a:ext cx="28053" cy="706569"/>
            </a:xfrm>
            <a:custGeom>
              <a:avLst/>
              <a:gdLst/>
              <a:ahLst/>
              <a:cxnLst/>
              <a:rect l="l" t="t" r="r" b="b"/>
              <a:pathLst>
                <a:path w="454" h="11435" extrusionOk="0">
                  <a:moveTo>
                    <a:pt x="454" y="1"/>
                  </a:moveTo>
                  <a:lnTo>
                    <a:pt x="0" y="30"/>
                  </a:lnTo>
                  <a:lnTo>
                    <a:pt x="44" y="11420"/>
                  </a:lnTo>
                  <a:lnTo>
                    <a:pt x="366" y="11434"/>
                  </a:lnTo>
                  <a:lnTo>
                    <a:pt x="4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2"/>
            <p:cNvSpPr/>
            <p:nvPr/>
          </p:nvSpPr>
          <p:spPr>
            <a:xfrm>
              <a:off x="409440" y="3800777"/>
              <a:ext cx="500314" cy="450573"/>
            </a:xfrm>
            <a:custGeom>
              <a:avLst/>
              <a:gdLst/>
              <a:ahLst/>
              <a:cxnLst/>
              <a:rect l="l" t="t" r="r" b="b"/>
              <a:pathLst>
                <a:path w="8097" h="7292" extrusionOk="0">
                  <a:moveTo>
                    <a:pt x="7847" y="1"/>
                  </a:moveTo>
                  <a:lnTo>
                    <a:pt x="1" y="6808"/>
                  </a:lnTo>
                  <a:lnTo>
                    <a:pt x="1" y="7291"/>
                  </a:lnTo>
                  <a:lnTo>
                    <a:pt x="8096" y="191"/>
                  </a:lnTo>
                  <a:lnTo>
                    <a:pt x="78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2"/>
            <p:cNvSpPr/>
            <p:nvPr/>
          </p:nvSpPr>
          <p:spPr>
            <a:xfrm>
              <a:off x="402210" y="3819809"/>
              <a:ext cx="518356" cy="431541"/>
            </a:xfrm>
            <a:custGeom>
              <a:avLst/>
              <a:gdLst/>
              <a:ahLst/>
              <a:cxnLst/>
              <a:rect l="l" t="t" r="r" b="b"/>
              <a:pathLst>
                <a:path w="8389" h="6984" extrusionOk="0">
                  <a:moveTo>
                    <a:pt x="235" y="0"/>
                  </a:moveTo>
                  <a:lnTo>
                    <a:pt x="0" y="220"/>
                  </a:lnTo>
                  <a:lnTo>
                    <a:pt x="8316" y="6983"/>
                  </a:lnTo>
                  <a:lnTo>
                    <a:pt x="8389" y="6705"/>
                  </a:lnTo>
                  <a:lnTo>
                    <a:pt x="2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2"/>
            <p:cNvSpPr/>
            <p:nvPr/>
          </p:nvSpPr>
          <p:spPr>
            <a:xfrm>
              <a:off x="531542" y="2759888"/>
              <a:ext cx="182528" cy="297395"/>
            </a:xfrm>
            <a:custGeom>
              <a:avLst/>
              <a:gdLst/>
              <a:ahLst/>
              <a:cxnLst/>
              <a:rect l="l" t="t" r="r" b="b"/>
              <a:pathLst>
                <a:path w="2954" h="4813" extrusionOk="0">
                  <a:moveTo>
                    <a:pt x="1619" y="1"/>
                  </a:moveTo>
                  <a:cubicBezTo>
                    <a:pt x="1182" y="1"/>
                    <a:pt x="640" y="40"/>
                    <a:pt x="1" y="157"/>
                  </a:cubicBezTo>
                  <a:lnTo>
                    <a:pt x="2197" y="4812"/>
                  </a:lnTo>
                  <a:lnTo>
                    <a:pt x="2943" y="157"/>
                  </a:lnTo>
                  <a:cubicBezTo>
                    <a:pt x="2953" y="157"/>
                    <a:pt x="2495" y="1"/>
                    <a:pt x="16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2"/>
            <p:cNvSpPr/>
            <p:nvPr/>
          </p:nvSpPr>
          <p:spPr>
            <a:xfrm>
              <a:off x="518009" y="2433007"/>
              <a:ext cx="310309" cy="393417"/>
            </a:xfrm>
            <a:custGeom>
              <a:avLst/>
              <a:gdLst/>
              <a:ahLst/>
              <a:cxnLst/>
              <a:rect l="l" t="t" r="r" b="b"/>
              <a:pathLst>
                <a:path w="5022" h="6367" extrusionOk="0">
                  <a:moveTo>
                    <a:pt x="2647" y="1"/>
                  </a:moveTo>
                  <a:cubicBezTo>
                    <a:pt x="1375" y="1"/>
                    <a:pt x="1333" y="587"/>
                    <a:pt x="1333" y="587"/>
                  </a:cubicBezTo>
                  <a:lnTo>
                    <a:pt x="1333" y="1597"/>
                  </a:lnTo>
                  <a:cubicBezTo>
                    <a:pt x="1333" y="1597"/>
                    <a:pt x="997" y="1358"/>
                    <a:pt x="679" y="1358"/>
                  </a:cubicBezTo>
                  <a:cubicBezTo>
                    <a:pt x="445" y="1358"/>
                    <a:pt x="221" y="1487"/>
                    <a:pt x="147" y="1933"/>
                  </a:cubicBezTo>
                  <a:cubicBezTo>
                    <a:pt x="0" y="2739"/>
                    <a:pt x="776" y="2900"/>
                    <a:pt x="776" y="2900"/>
                  </a:cubicBezTo>
                  <a:lnTo>
                    <a:pt x="601" y="5257"/>
                  </a:lnTo>
                  <a:cubicBezTo>
                    <a:pt x="586" y="5564"/>
                    <a:pt x="674" y="5886"/>
                    <a:pt x="893" y="6106"/>
                  </a:cubicBezTo>
                  <a:cubicBezTo>
                    <a:pt x="1096" y="6297"/>
                    <a:pt x="1326" y="6366"/>
                    <a:pt x="1555" y="6366"/>
                  </a:cubicBezTo>
                  <a:cubicBezTo>
                    <a:pt x="1904" y="6366"/>
                    <a:pt x="2250" y="6203"/>
                    <a:pt x="2489" y="6062"/>
                  </a:cubicBezTo>
                  <a:cubicBezTo>
                    <a:pt x="2665" y="5930"/>
                    <a:pt x="2782" y="5754"/>
                    <a:pt x="2782" y="5535"/>
                  </a:cubicBezTo>
                  <a:lnTo>
                    <a:pt x="2782" y="4905"/>
                  </a:lnTo>
                  <a:lnTo>
                    <a:pt x="3631" y="4905"/>
                  </a:lnTo>
                  <a:cubicBezTo>
                    <a:pt x="5022" y="4832"/>
                    <a:pt x="4787" y="396"/>
                    <a:pt x="4787" y="396"/>
                  </a:cubicBezTo>
                  <a:cubicBezTo>
                    <a:pt x="4787" y="57"/>
                    <a:pt x="4135" y="45"/>
                    <a:pt x="4038" y="45"/>
                  </a:cubicBezTo>
                  <a:cubicBezTo>
                    <a:pt x="4030" y="45"/>
                    <a:pt x="4026" y="45"/>
                    <a:pt x="4026" y="45"/>
                  </a:cubicBezTo>
                  <a:lnTo>
                    <a:pt x="2694" y="1"/>
                  </a:lnTo>
                  <a:cubicBezTo>
                    <a:pt x="2678" y="1"/>
                    <a:pt x="2662" y="1"/>
                    <a:pt x="2647" y="1"/>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2"/>
            <p:cNvSpPr/>
            <p:nvPr/>
          </p:nvSpPr>
          <p:spPr>
            <a:xfrm>
              <a:off x="749608" y="2562400"/>
              <a:ext cx="15386" cy="81501"/>
            </a:xfrm>
            <a:custGeom>
              <a:avLst/>
              <a:gdLst/>
              <a:ahLst/>
              <a:cxnLst/>
              <a:rect l="l" t="t" r="r" b="b"/>
              <a:pathLst>
                <a:path w="249" h="1319" extrusionOk="0">
                  <a:moveTo>
                    <a:pt x="205" y="0"/>
                  </a:moveTo>
                  <a:cubicBezTo>
                    <a:pt x="161" y="0"/>
                    <a:pt x="146" y="308"/>
                    <a:pt x="161" y="732"/>
                  </a:cubicBezTo>
                  <a:cubicBezTo>
                    <a:pt x="161" y="908"/>
                    <a:pt x="205" y="1113"/>
                    <a:pt x="146" y="1201"/>
                  </a:cubicBezTo>
                  <a:cubicBezTo>
                    <a:pt x="132" y="1245"/>
                    <a:pt x="88" y="1274"/>
                    <a:pt x="59" y="1274"/>
                  </a:cubicBezTo>
                  <a:cubicBezTo>
                    <a:pt x="15" y="1303"/>
                    <a:pt x="0" y="1303"/>
                    <a:pt x="0" y="1303"/>
                  </a:cubicBezTo>
                  <a:cubicBezTo>
                    <a:pt x="0" y="1303"/>
                    <a:pt x="15" y="1318"/>
                    <a:pt x="59" y="1318"/>
                  </a:cubicBezTo>
                  <a:cubicBezTo>
                    <a:pt x="88" y="1318"/>
                    <a:pt x="146" y="1274"/>
                    <a:pt x="205" y="1230"/>
                  </a:cubicBezTo>
                  <a:cubicBezTo>
                    <a:pt x="234" y="1172"/>
                    <a:pt x="249" y="1084"/>
                    <a:pt x="249" y="981"/>
                  </a:cubicBezTo>
                  <a:lnTo>
                    <a:pt x="249" y="718"/>
                  </a:lnTo>
                  <a:cubicBezTo>
                    <a:pt x="249" y="323"/>
                    <a:pt x="220" y="0"/>
                    <a:pt x="2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2"/>
            <p:cNvSpPr/>
            <p:nvPr/>
          </p:nvSpPr>
          <p:spPr>
            <a:xfrm>
              <a:off x="700730" y="2564192"/>
              <a:ext cx="5499" cy="20885"/>
            </a:xfrm>
            <a:custGeom>
              <a:avLst/>
              <a:gdLst/>
              <a:ahLst/>
              <a:cxnLst/>
              <a:rect l="l" t="t" r="r" b="b"/>
              <a:pathLst>
                <a:path w="89" h="338" extrusionOk="0">
                  <a:moveTo>
                    <a:pt x="44" y="1"/>
                  </a:moveTo>
                  <a:cubicBezTo>
                    <a:pt x="15" y="1"/>
                    <a:pt x="1" y="74"/>
                    <a:pt x="1" y="176"/>
                  </a:cubicBezTo>
                  <a:cubicBezTo>
                    <a:pt x="1" y="264"/>
                    <a:pt x="44" y="337"/>
                    <a:pt x="59" y="337"/>
                  </a:cubicBezTo>
                  <a:cubicBezTo>
                    <a:pt x="74" y="337"/>
                    <a:pt x="88" y="264"/>
                    <a:pt x="88" y="176"/>
                  </a:cubicBezTo>
                  <a:cubicBezTo>
                    <a:pt x="88" y="74"/>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2"/>
            <p:cNvSpPr/>
            <p:nvPr/>
          </p:nvSpPr>
          <p:spPr>
            <a:xfrm>
              <a:off x="789402" y="2562400"/>
              <a:ext cx="5499" cy="19958"/>
            </a:xfrm>
            <a:custGeom>
              <a:avLst/>
              <a:gdLst/>
              <a:ahLst/>
              <a:cxnLst/>
              <a:rect l="l" t="t" r="r" b="b"/>
              <a:pathLst>
                <a:path w="89" h="323" extrusionOk="0">
                  <a:moveTo>
                    <a:pt x="29" y="0"/>
                  </a:moveTo>
                  <a:cubicBezTo>
                    <a:pt x="15" y="0"/>
                    <a:pt x="0" y="74"/>
                    <a:pt x="0" y="162"/>
                  </a:cubicBezTo>
                  <a:cubicBezTo>
                    <a:pt x="0" y="249"/>
                    <a:pt x="29" y="323"/>
                    <a:pt x="44" y="323"/>
                  </a:cubicBezTo>
                  <a:cubicBezTo>
                    <a:pt x="73" y="323"/>
                    <a:pt x="88" y="249"/>
                    <a:pt x="88" y="162"/>
                  </a:cubicBezTo>
                  <a:cubicBezTo>
                    <a:pt x="88" y="74"/>
                    <a:pt x="4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2"/>
            <p:cNvSpPr/>
            <p:nvPr/>
          </p:nvSpPr>
          <p:spPr>
            <a:xfrm>
              <a:off x="554158" y="2541576"/>
              <a:ext cx="40781" cy="54375"/>
            </a:xfrm>
            <a:custGeom>
              <a:avLst/>
              <a:gdLst/>
              <a:ahLst/>
              <a:cxnLst/>
              <a:rect l="l" t="t" r="r" b="b"/>
              <a:pathLst>
                <a:path w="660" h="880" extrusionOk="0">
                  <a:moveTo>
                    <a:pt x="74" y="1"/>
                  </a:moveTo>
                  <a:cubicBezTo>
                    <a:pt x="74" y="15"/>
                    <a:pt x="118" y="45"/>
                    <a:pt x="221" y="89"/>
                  </a:cubicBezTo>
                  <a:cubicBezTo>
                    <a:pt x="281" y="129"/>
                    <a:pt x="348" y="182"/>
                    <a:pt x="407" y="269"/>
                  </a:cubicBezTo>
                  <a:lnTo>
                    <a:pt x="407" y="269"/>
                  </a:lnTo>
                  <a:cubicBezTo>
                    <a:pt x="387" y="260"/>
                    <a:pt x="364" y="253"/>
                    <a:pt x="338" y="250"/>
                  </a:cubicBezTo>
                  <a:cubicBezTo>
                    <a:pt x="316" y="241"/>
                    <a:pt x="295" y="238"/>
                    <a:pt x="274" y="238"/>
                  </a:cubicBezTo>
                  <a:cubicBezTo>
                    <a:pt x="224" y="238"/>
                    <a:pt x="178" y="258"/>
                    <a:pt x="147" y="279"/>
                  </a:cubicBezTo>
                  <a:cubicBezTo>
                    <a:pt x="89" y="323"/>
                    <a:pt x="45" y="367"/>
                    <a:pt x="30" y="425"/>
                  </a:cubicBezTo>
                  <a:cubicBezTo>
                    <a:pt x="1" y="542"/>
                    <a:pt x="30" y="645"/>
                    <a:pt x="89" y="718"/>
                  </a:cubicBezTo>
                  <a:cubicBezTo>
                    <a:pt x="177" y="865"/>
                    <a:pt x="294" y="879"/>
                    <a:pt x="294" y="879"/>
                  </a:cubicBezTo>
                  <a:cubicBezTo>
                    <a:pt x="294" y="865"/>
                    <a:pt x="191" y="806"/>
                    <a:pt x="147" y="703"/>
                  </a:cubicBezTo>
                  <a:cubicBezTo>
                    <a:pt x="103" y="630"/>
                    <a:pt x="89" y="557"/>
                    <a:pt x="118" y="455"/>
                  </a:cubicBezTo>
                  <a:cubicBezTo>
                    <a:pt x="144" y="378"/>
                    <a:pt x="214" y="335"/>
                    <a:pt x="290" y="335"/>
                  </a:cubicBezTo>
                  <a:cubicBezTo>
                    <a:pt x="301" y="335"/>
                    <a:pt x="312" y="336"/>
                    <a:pt x="323" y="337"/>
                  </a:cubicBezTo>
                  <a:cubicBezTo>
                    <a:pt x="383" y="349"/>
                    <a:pt x="432" y="371"/>
                    <a:pt x="480" y="402"/>
                  </a:cubicBezTo>
                  <a:lnTo>
                    <a:pt x="480" y="402"/>
                  </a:lnTo>
                  <a:cubicBezTo>
                    <a:pt x="482" y="405"/>
                    <a:pt x="483" y="408"/>
                    <a:pt x="484" y="411"/>
                  </a:cubicBezTo>
                  <a:lnTo>
                    <a:pt x="488" y="407"/>
                  </a:lnTo>
                  <a:lnTo>
                    <a:pt x="488" y="407"/>
                  </a:lnTo>
                  <a:cubicBezTo>
                    <a:pt x="497" y="413"/>
                    <a:pt x="505" y="419"/>
                    <a:pt x="513" y="425"/>
                  </a:cubicBezTo>
                  <a:lnTo>
                    <a:pt x="660" y="513"/>
                  </a:lnTo>
                  <a:lnTo>
                    <a:pt x="587" y="367"/>
                  </a:lnTo>
                  <a:cubicBezTo>
                    <a:pt x="484" y="191"/>
                    <a:pt x="367" y="89"/>
                    <a:pt x="250" y="45"/>
                  </a:cubicBezTo>
                  <a:cubicBezTo>
                    <a:pt x="147" y="1"/>
                    <a:pt x="74" y="1"/>
                    <a:pt x="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2"/>
            <p:cNvSpPr/>
            <p:nvPr/>
          </p:nvSpPr>
          <p:spPr>
            <a:xfrm>
              <a:off x="592160" y="2421699"/>
              <a:ext cx="245245" cy="111963"/>
            </a:xfrm>
            <a:custGeom>
              <a:avLst/>
              <a:gdLst/>
              <a:ahLst/>
              <a:cxnLst/>
              <a:rect l="l" t="t" r="r" b="b"/>
              <a:pathLst>
                <a:path w="3969" h="1812" extrusionOk="0">
                  <a:moveTo>
                    <a:pt x="2068" y="0"/>
                  </a:moveTo>
                  <a:cubicBezTo>
                    <a:pt x="1112" y="0"/>
                    <a:pt x="374" y="160"/>
                    <a:pt x="133" y="389"/>
                  </a:cubicBezTo>
                  <a:cubicBezTo>
                    <a:pt x="1" y="521"/>
                    <a:pt x="74" y="1794"/>
                    <a:pt x="74" y="1794"/>
                  </a:cubicBezTo>
                  <a:cubicBezTo>
                    <a:pt x="112" y="1806"/>
                    <a:pt x="159" y="1811"/>
                    <a:pt x="213" y="1811"/>
                  </a:cubicBezTo>
                  <a:cubicBezTo>
                    <a:pt x="491" y="1811"/>
                    <a:pt x="923" y="1677"/>
                    <a:pt x="923" y="1677"/>
                  </a:cubicBezTo>
                  <a:cubicBezTo>
                    <a:pt x="1187" y="1560"/>
                    <a:pt x="1392" y="1267"/>
                    <a:pt x="1377" y="975"/>
                  </a:cubicBezTo>
                  <a:lnTo>
                    <a:pt x="1377" y="975"/>
                  </a:lnTo>
                  <a:cubicBezTo>
                    <a:pt x="1405" y="1294"/>
                    <a:pt x="1696" y="1548"/>
                    <a:pt x="2001" y="1548"/>
                  </a:cubicBezTo>
                  <a:cubicBezTo>
                    <a:pt x="2017" y="1548"/>
                    <a:pt x="2034" y="1547"/>
                    <a:pt x="2050" y="1546"/>
                  </a:cubicBezTo>
                  <a:cubicBezTo>
                    <a:pt x="2387" y="1502"/>
                    <a:pt x="2651" y="1194"/>
                    <a:pt x="2621" y="872"/>
                  </a:cubicBezTo>
                  <a:lnTo>
                    <a:pt x="2621" y="872"/>
                  </a:lnTo>
                  <a:cubicBezTo>
                    <a:pt x="2709" y="1062"/>
                    <a:pt x="2826" y="1311"/>
                    <a:pt x="3046" y="1399"/>
                  </a:cubicBezTo>
                  <a:cubicBezTo>
                    <a:pt x="3093" y="1417"/>
                    <a:pt x="3143" y="1425"/>
                    <a:pt x="3193" y="1425"/>
                  </a:cubicBezTo>
                  <a:cubicBezTo>
                    <a:pt x="3391" y="1425"/>
                    <a:pt x="3599" y="1296"/>
                    <a:pt x="3705" y="1121"/>
                  </a:cubicBezTo>
                  <a:cubicBezTo>
                    <a:pt x="3822" y="916"/>
                    <a:pt x="3851" y="653"/>
                    <a:pt x="3807" y="389"/>
                  </a:cubicBezTo>
                  <a:cubicBezTo>
                    <a:pt x="3807" y="389"/>
                    <a:pt x="3968" y="111"/>
                    <a:pt x="2709" y="23"/>
                  </a:cubicBezTo>
                  <a:cubicBezTo>
                    <a:pt x="2487" y="8"/>
                    <a:pt x="2273" y="0"/>
                    <a:pt x="20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2"/>
            <p:cNvSpPr/>
            <p:nvPr/>
          </p:nvSpPr>
          <p:spPr>
            <a:xfrm>
              <a:off x="692573" y="2640938"/>
              <a:ext cx="101397" cy="27373"/>
            </a:xfrm>
            <a:custGeom>
              <a:avLst/>
              <a:gdLst/>
              <a:ahLst/>
              <a:cxnLst/>
              <a:rect l="l" t="t" r="r" b="b"/>
              <a:pathLst>
                <a:path w="1641" h="443" extrusionOk="0">
                  <a:moveTo>
                    <a:pt x="1078" y="1"/>
                  </a:moveTo>
                  <a:cubicBezTo>
                    <a:pt x="851" y="1"/>
                    <a:pt x="606" y="55"/>
                    <a:pt x="396" y="120"/>
                  </a:cubicBezTo>
                  <a:lnTo>
                    <a:pt x="479" y="116"/>
                  </a:lnTo>
                  <a:lnTo>
                    <a:pt x="479" y="116"/>
                  </a:lnTo>
                  <a:cubicBezTo>
                    <a:pt x="284" y="156"/>
                    <a:pt x="107" y="272"/>
                    <a:pt x="1" y="442"/>
                  </a:cubicBezTo>
                  <a:cubicBezTo>
                    <a:pt x="557" y="442"/>
                    <a:pt x="1084" y="413"/>
                    <a:pt x="1640" y="340"/>
                  </a:cubicBezTo>
                  <a:cubicBezTo>
                    <a:pt x="1640" y="223"/>
                    <a:pt x="1567" y="135"/>
                    <a:pt x="1465" y="76"/>
                  </a:cubicBezTo>
                  <a:cubicBezTo>
                    <a:pt x="1377" y="32"/>
                    <a:pt x="1274" y="3"/>
                    <a:pt x="1157" y="3"/>
                  </a:cubicBezTo>
                  <a:cubicBezTo>
                    <a:pt x="1131" y="2"/>
                    <a:pt x="1105" y="1"/>
                    <a:pt x="10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2"/>
            <p:cNvSpPr/>
            <p:nvPr/>
          </p:nvSpPr>
          <p:spPr>
            <a:xfrm>
              <a:off x="713397" y="2672390"/>
              <a:ext cx="32625" cy="7786"/>
            </a:xfrm>
            <a:custGeom>
              <a:avLst/>
              <a:gdLst/>
              <a:ahLst/>
              <a:cxnLst/>
              <a:rect l="l" t="t" r="r" b="b"/>
              <a:pathLst>
                <a:path w="528" h="126" extrusionOk="0">
                  <a:moveTo>
                    <a:pt x="47" y="1"/>
                  </a:moveTo>
                  <a:cubicBezTo>
                    <a:pt x="30" y="1"/>
                    <a:pt x="19" y="3"/>
                    <a:pt x="15" y="7"/>
                  </a:cubicBezTo>
                  <a:cubicBezTo>
                    <a:pt x="0" y="36"/>
                    <a:pt x="103" y="109"/>
                    <a:pt x="279" y="124"/>
                  </a:cubicBezTo>
                  <a:cubicBezTo>
                    <a:pt x="295" y="125"/>
                    <a:pt x="310" y="126"/>
                    <a:pt x="325" y="126"/>
                  </a:cubicBezTo>
                  <a:cubicBezTo>
                    <a:pt x="446" y="126"/>
                    <a:pt x="527" y="78"/>
                    <a:pt x="527" y="65"/>
                  </a:cubicBezTo>
                  <a:cubicBezTo>
                    <a:pt x="513" y="50"/>
                    <a:pt x="396" y="50"/>
                    <a:pt x="279" y="36"/>
                  </a:cubicBezTo>
                  <a:cubicBezTo>
                    <a:pt x="182" y="14"/>
                    <a:pt x="94" y="1"/>
                    <a:pt x="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2"/>
            <p:cNvSpPr/>
            <p:nvPr/>
          </p:nvSpPr>
          <p:spPr>
            <a:xfrm>
              <a:off x="669957" y="2539537"/>
              <a:ext cx="67042" cy="67660"/>
            </a:xfrm>
            <a:custGeom>
              <a:avLst/>
              <a:gdLst/>
              <a:ahLst/>
              <a:cxnLst/>
              <a:rect l="l" t="t" r="r" b="b"/>
              <a:pathLst>
                <a:path w="1085" h="1095" extrusionOk="0">
                  <a:moveTo>
                    <a:pt x="1084" y="575"/>
                  </a:moveTo>
                  <a:cubicBezTo>
                    <a:pt x="1084" y="576"/>
                    <a:pt x="1084" y="605"/>
                    <a:pt x="1069" y="693"/>
                  </a:cubicBezTo>
                  <a:cubicBezTo>
                    <a:pt x="1084" y="620"/>
                    <a:pt x="1084" y="576"/>
                    <a:pt x="1084" y="575"/>
                  </a:cubicBezTo>
                  <a:close/>
                  <a:moveTo>
                    <a:pt x="558" y="1"/>
                  </a:moveTo>
                  <a:cubicBezTo>
                    <a:pt x="497" y="1"/>
                    <a:pt x="432" y="11"/>
                    <a:pt x="367" y="34"/>
                  </a:cubicBezTo>
                  <a:cubicBezTo>
                    <a:pt x="176" y="92"/>
                    <a:pt x="1" y="312"/>
                    <a:pt x="1" y="546"/>
                  </a:cubicBezTo>
                  <a:cubicBezTo>
                    <a:pt x="1" y="795"/>
                    <a:pt x="176" y="985"/>
                    <a:pt x="367" y="1059"/>
                  </a:cubicBezTo>
                  <a:cubicBezTo>
                    <a:pt x="437" y="1084"/>
                    <a:pt x="507" y="1095"/>
                    <a:pt x="573" y="1095"/>
                  </a:cubicBezTo>
                  <a:cubicBezTo>
                    <a:pt x="700" y="1095"/>
                    <a:pt x="812" y="1053"/>
                    <a:pt x="879" y="985"/>
                  </a:cubicBezTo>
                  <a:cubicBezTo>
                    <a:pt x="996" y="898"/>
                    <a:pt x="1055" y="766"/>
                    <a:pt x="1069" y="693"/>
                  </a:cubicBezTo>
                  <a:lnTo>
                    <a:pt x="1069" y="693"/>
                  </a:lnTo>
                  <a:cubicBezTo>
                    <a:pt x="1026" y="766"/>
                    <a:pt x="982" y="883"/>
                    <a:pt x="865" y="971"/>
                  </a:cubicBezTo>
                  <a:cubicBezTo>
                    <a:pt x="774" y="1031"/>
                    <a:pt x="664" y="1077"/>
                    <a:pt x="542" y="1077"/>
                  </a:cubicBezTo>
                  <a:cubicBezTo>
                    <a:pt x="486" y="1077"/>
                    <a:pt x="427" y="1067"/>
                    <a:pt x="367" y="1044"/>
                  </a:cubicBezTo>
                  <a:cubicBezTo>
                    <a:pt x="191" y="985"/>
                    <a:pt x="45" y="780"/>
                    <a:pt x="45" y="561"/>
                  </a:cubicBezTo>
                  <a:cubicBezTo>
                    <a:pt x="30" y="356"/>
                    <a:pt x="191" y="151"/>
                    <a:pt x="367" y="92"/>
                  </a:cubicBezTo>
                  <a:cubicBezTo>
                    <a:pt x="427" y="69"/>
                    <a:pt x="489" y="59"/>
                    <a:pt x="548" y="59"/>
                  </a:cubicBezTo>
                  <a:cubicBezTo>
                    <a:pt x="677" y="59"/>
                    <a:pt x="794" y="106"/>
                    <a:pt x="865" y="166"/>
                  </a:cubicBezTo>
                  <a:cubicBezTo>
                    <a:pt x="996" y="239"/>
                    <a:pt x="1055" y="370"/>
                    <a:pt x="1069" y="444"/>
                  </a:cubicBezTo>
                  <a:cubicBezTo>
                    <a:pt x="1084" y="516"/>
                    <a:pt x="1084" y="575"/>
                    <a:pt x="1084" y="575"/>
                  </a:cubicBezTo>
                  <a:lnTo>
                    <a:pt x="1084" y="575"/>
                  </a:lnTo>
                  <a:cubicBezTo>
                    <a:pt x="1084" y="575"/>
                    <a:pt x="1084" y="516"/>
                    <a:pt x="1069" y="400"/>
                  </a:cubicBezTo>
                  <a:cubicBezTo>
                    <a:pt x="1069" y="327"/>
                    <a:pt x="1011" y="209"/>
                    <a:pt x="879" y="107"/>
                  </a:cubicBezTo>
                  <a:cubicBezTo>
                    <a:pt x="809" y="47"/>
                    <a:pt x="691" y="1"/>
                    <a:pt x="5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2"/>
            <p:cNvSpPr/>
            <p:nvPr/>
          </p:nvSpPr>
          <p:spPr>
            <a:xfrm>
              <a:off x="767651" y="2537745"/>
              <a:ext cx="67042" cy="67475"/>
            </a:xfrm>
            <a:custGeom>
              <a:avLst/>
              <a:gdLst/>
              <a:ahLst/>
              <a:cxnLst/>
              <a:rect l="l" t="t" r="r" b="b"/>
              <a:pathLst>
                <a:path w="1085" h="1092" extrusionOk="0">
                  <a:moveTo>
                    <a:pt x="1072" y="480"/>
                  </a:moveTo>
                  <a:lnTo>
                    <a:pt x="1072" y="480"/>
                  </a:lnTo>
                  <a:cubicBezTo>
                    <a:pt x="1084" y="544"/>
                    <a:pt x="1084" y="561"/>
                    <a:pt x="1084" y="561"/>
                  </a:cubicBezTo>
                  <a:cubicBezTo>
                    <a:pt x="1084" y="561"/>
                    <a:pt x="1084" y="528"/>
                    <a:pt x="1072" y="480"/>
                  </a:cubicBezTo>
                  <a:close/>
                  <a:moveTo>
                    <a:pt x="555" y="0"/>
                  </a:moveTo>
                  <a:cubicBezTo>
                    <a:pt x="495" y="0"/>
                    <a:pt x="432" y="10"/>
                    <a:pt x="367" y="34"/>
                  </a:cubicBezTo>
                  <a:cubicBezTo>
                    <a:pt x="162" y="92"/>
                    <a:pt x="1" y="312"/>
                    <a:pt x="1" y="546"/>
                  </a:cubicBezTo>
                  <a:cubicBezTo>
                    <a:pt x="1" y="780"/>
                    <a:pt x="162" y="985"/>
                    <a:pt x="367" y="1058"/>
                  </a:cubicBezTo>
                  <a:cubicBezTo>
                    <a:pt x="432" y="1081"/>
                    <a:pt x="495" y="1091"/>
                    <a:pt x="555" y="1091"/>
                  </a:cubicBezTo>
                  <a:cubicBezTo>
                    <a:pt x="685" y="1091"/>
                    <a:pt x="799" y="1045"/>
                    <a:pt x="879" y="985"/>
                  </a:cubicBezTo>
                  <a:cubicBezTo>
                    <a:pt x="982" y="897"/>
                    <a:pt x="1040" y="765"/>
                    <a:pt x="1055" y="692"/>
                  </a:cubicBezTo>
                  <a:lnTo>
                    <a:pt x="1055" y="692"/>
                  </a:lnTo>
                  <a:cubicBezTo>
                    <a:pt x="1026" y="765"/>
                    <a:pt x="967" y="868"/>
                    <a:pt x="865" y="956"/>
                  </a:cubicBezTo>
                  <a:cubicBezTo>
                    <a:pt x="778" y="1023"/>
                    <a:pt x="665" y="1072"/>
                    <a:pt x="549" y="1072"/>
                  </a:cubicBezTo>
                  <a:cubicBezTo>
                    <a:pt x="488" y="1072"/>
                    <a:pt x="427" y="1059"/>
                    <a:pt x="367" y="1029"/>
                  </a:cubicBezTo>
                  <a:cubicBezTo>
                    <a:pt x="177" y="985"/>
                    <a:pt x="30" y="780"/>
                    <a:pt x="30" y="561"/>
                  </a:cubicBezTo>
                  <a:cubicBezTo>
                    <a:pt x="15" y="341"/>
                    <a:pt x="177" y="136"/>
                    <a:pt x="367" y="92"/>
                  </a:cubicBezTo>
                  <a:cubicBezTo>
                    <a:pt x="427" y="67"/>
                    <a:pt x="490" y="56"/>
                    <a:pt x="552" y="56"/>
                  </a:cubicBezTo>
                  <a:cubicBezTo>
                    <a:pt x="672" y="56"/>
                    <a:pt x="787" y="98"/>
                    <a:pt x="865" y="165"/>
                  </a:cubicBezTo>
                  <a:cubicBezTo>
                    <a:pt x="982" y="238"/>
                    <a:pt x="1040" y="356"/>
                    <a:pt x="1055" y="429"/>
                  </a:cubicBezTo>
                  <a:cubicBezTo>
                    <a:pt x="1062" y="447"/>
                    <a:pt x="1068" y="464"/>
                    <a:pt x="1072" y="480"/>
                  </a:cubicBezTo>
                  <a:lnTo>
                    <a:pt x="1072" y="480"/>
                  </a:lnTo>
                  <a:cubicBezTo>
                    <a:pt x="1068" y="459"/>
                    <a:pt x="1062" y="432"/>
                    <a:pt x="1055" y="399"/>
                  </a:cubicBezTo>
                  <a:cubicBezTo>
                    <a:pt x="1055" y="326"/>
                    <a:pt x="1011" y="195"/>
                    <a:pt x="879" y="107"/>
                  </a:cubicBezTo>
                  <a:cubicBezTo>
                    <a:pt x="799" y="47"/>
                    <a:pt x="685" y="0"/>
                    <a:pt x="5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736940" y="2573276"/>
              <a:ext cx="31698" cy="2781"/>
            </a:xfrm>
            <a:custGeom>
              <a:avLst/>
              <a:gdLst/>
              <a:ahLst/>
              <a:cxnLst/>
              <a:rect l="l" t="t" r="r" b="b"/>
              <a:pathLst>
                <a:path w="513" h="45" extrusionOk="0">
                  <a:moveTo>
                    <a:pt x="249" y="0"/>
                  </a:moveTo>
                  <a:cubicBezTo>
                    <a:pt x="103" y="0"/>
                    <a:pt x="0" y="0"/>
                    <a:pt x="0" y="29"/>
                  </a:cubicBezTo>
                  <a:cubicBezTo>
                    <a:pt x="0" y="44"/>
                    <a:pt x="117" y="44"/>
                    <a:pt x="249" y="44"/>
                  </a:cubicBezTo>
                  <a:cubicBezTo>
                    <a:pt x="410" y="44"/>
                    <a:pt x="512" y="44"/>
                    <a:pt x="512" y="29"/>
                  </a:cubicBezTo>
                  <a:cubicBezTo>
                    <a:pt x="512" y="0"/>
                    <a:pt x="381" y="0"/>
                    <a:pt x="2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2"/>
            <p:cNvSpPr/>
            <p:nvPr/>
          </p:nvSpPr>
          <p:spPr>
            <a:xfrm>
              <a:off x="596671" y="2529836"/>
              <a:ext cx="76990" cy="31698"/>
            </a:xfrm>
            <a:custGeom>
              <a:avLst/>
              <a:gdLst/>
              <a:ahLst/>
              <a:cxnLst/>
              <a:rect l="l" t="t" r="r" b="b"/>
              <a:pathLst>
                <a:path w="1246" h="513" extrusionOk="0">
                  <a:moveTo>
                    <a:pt x="1" y="0"/>
                  </a:moveTo>
                  <a:cubicBezTo>
                    <a:pt x="1" y="15"/>
                    <a:pt x="74" y="30"/>
                    <a:pt x="177" y="88"/>
                  </a:cubicBezTo>
                  <a:cubicBezTo>
                    <a:pt x="294" y="147"/>
                    <a:pt x="455" y="191"/>
                    <a:pt x="616" y="264"/>
                  </a:cubicBezTo>
                  <a:cubicBezTo>
                    <a:pt x="792" y="337"/>
                    <a:pt x="953" y="410"/>
                    <a:pt x="1055" y="454"/>
                  </a:cubicBezTo>
                  <a:cubicBezTo>
                    <a:pt x="1172" y="484"/>
                    <a:pt x="1245" y="513"/>
                    <a:pt x="1245" y="513"/>
                  </a:cubicBezTo>
                  <a:cubicBezTo>
                    <a:pt x="1245" y="513"/>
                    <a:pt x="1187" y="469"/>
                    <a:pt x="1055" y="410"/>
                  </a:cubicBezTo>
                  <a:cubicBezTo>
                    <a:pt x="953" y="366"/>
                    <a:pt x="792" y="308"/>
                    <a:pt x="616" y="235"/>
                  </a:cubicBezTo>
                  <a:cubicBezTo>
                    <a:pt x="455" y="162"/>
                    <a:pt x="294" y="88"/>
                    <a:pt x="177" y="44"/>
                  </a:cubicBezTo>
                  <a:cubicBezTo>
                    <a:pt x="74" y="15"/>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2"/>
            <p:cNvSpPr/>
            <p:nvPr/>
          </p:nvSpPr>
          <p:spPr>
            <a:xfrm>
              <a:off x="663654" y="3056305"/>
              <a:ext cx="36209" cy="227140"/>
            </a:xfrm>
            <a:custGeom>
              <a:avLst/>
              <a:gdLst/>
              <a:ahLst/>
              <a:cxnLst/>
              <a:rect l="l" t="t" r="r" b="b"/>
              <a:pathLst>
                <a:path w="586" h="3676" extrusionOk="0">
                  <a:moveTo>
                    <a:pt x="15" y="1"/>
                  </a:moveTo>
                  <a:cubicBezTo>
                    <a:pt x="0" y="1"/>
                    <a:pt x="88" y="850"/>
                    <a:pt x="235" y="1845"/>
                  </a:cubicBezTo>
                  <a:cubicBezTo>
                    <a:pt x="381" y="2855"/>
                    <a:pt x="527" y="3675"/>
                    <a:pt x="542" y="3675"/>
                  </a:cubicBezTo>
                  <a:cubicBezTo>
                    <a:pt x="586" y="3675"/>
                    <a:pt x="469" y="2855"/>
                    <a:pt x="322" y="1831"/>
                  </a:cubicBezTo>
                  <a:cubicBezTo>
                    <a:pt x="176" y="820"/>
                    <a:pt x="30" y="1"/>
                    <a:pt x="15"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2"/>
            <p:cNvSpPr/>
            <p:nvPr/>
          </p:nvSpPr>
          <p:spPr>
            <a:xfrm>
              <a:off x="697084" y="3128664"/>
              <a:ext cx="31760" cy="31513"/>
            </a:xfrm>
            <a:custGeom>
              <a:avLst/>
              <a:gdLst/>
              <a:ahLst/>
              <a:cxnLst/>
              <a:rect l="l" t="t" r="r" b="b"/>
              <a:pathLst>
                <a:path w="514" h="510" extrusionOk="0">
                  <a:moveTo>
                    <a:pt x="202" y="82"/>
                  </a:moveTo>
                  <a:cubicBezTo>
                    <a:pt x="221" y="82"/>
                    <a:pt x="242" y="84"/>
                    <a:pt x="264" y="89"/>
                  </a:cubicBezTo>
                  <a:cubicBezTo>
                    <a:pt x="308" y="118"/>
                    <a:pt x="396" y="133"/>
                    <a:pt x="411" y="206"/>
                  </a:cubicBezTo>
                  <a:cubicBezTo>
                    <a:pt x="440" y="264"/>
                    <a:pt x="426" y="352"/>
                    <a:pt x="367" y="411"/>
                  </a:cubicBezTo>
                  <a:cubicBezTo>
                    <a:pt x="338" y="425"/>
                    <a:pt x="301" y="433"/>
                    <a:pt x="264" y="433"/>
                  </a:cubicBezTo>
                  <a:cubicBezTo>
                    <a:pt x="228" y="433"/>
                    <a:pt x="191" y="425"/>
                    <a:pt x="162" y="411"/>
                  </a:cubicBezTo>
                  <a:cubicBezTo>
                    <a:pt x="89" y="367"/>
                    <a:pt x="74" y="294"/>
                    <a:pt x="89" y="235"/>
                  </a:cubicBezTo>
                  <a:cubicBezTo>
                    <a:pt x="126" y="125"/>
                    <a:pt x="183" y="96"/>
                    <a:pt x="201" y="82"/>
                  </a:cubicBezTo>
                  <a:lnTo>
                    <a:pt x="201" y="82"/>
                  </a:lnTo>
                  <a:cubicBezTo>
                    <a:pt x="201" y="82"/>
                    <a:pt x="201" y="82"/>
                    <a:pt x="202" y="82"/>
                  </a:cubicBezTo>
                  <a:close/>
                  <a:moveTo>
                    <a:pt x="264" y="1"/>
                  </a:moveTo>
                  <a:cubicBezTo>
                    <a:pt x="103" y="1"/>
                    <a:pt x="45" y="103"/>
                    <a:pt x="60" y="103"/>
                  </a:cubicBezTo>
                  <a:cubicBezTo>
                    <a:pt x="60" y="108"/>
                    <a:pt x="62" y="110"/>
                    <a:pt x="66" y="110"/>
                  </a:cubicBezTo>
                  <a:cubicBezTo>
                    <a:pt x="79" y="110"/>
                    <a:pt x="110" y="92"/>
                    <a:pt x="159" y="85"/>
                  </a:cubicBezTo>
                  <a:lnTo>
                    <a:pt x="159" y="85"/>
                  </a:lnTo>
                  <a:cubicBezTo>
                    <a:pt x="155" y="86"/>
                    <a:pt x="151" y="87"/>
                    <a:pt x="147" y="89"/>
                  </a:cubicBezTo>
                  <a:cubicBezTo>
                    <a:pt x="118" y="103"/>
                    <a:pt x="60" y="147"/>
                    <a:pt x="45" y="220"/>
                  </a:cubicBezTo>
                  <a:cubicBezTo>
                    <a:pt x="1" y="279"/>
                    <a:pt x="30" y="396"/>
                    <a:pt x="118" y="455"/>
                  </a:cubicBezTo>
                  <a:cubicBezTo>
                    <a:pt x="155" y="491"/>
                    <a:pt x="206" y="510"/>
                    <a:pt x="261" y="510"/>
                  </a:cubicBezTo>
                  <a:cubicBezTo>
                    <a:pt x="316" y="510"/>
                    <a:pt x="374" y="491"/>
                    <a:pt x="426" y="455"/>
                  </a:cubicBezTo>
                  <a:cubicBezTo>
                    <a:pt x="513" y="367"/>
                    <a:pt x="513" y="235"/>
                    <a:pt x="484" y="147"/>
                  </a:cubicBezTo>
                  <a:cubicBezTo>
                    <a:pt x="440" y="30"/>
                    <a:pt x="338" y="1"/>
                    <a:pt x="264"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2"/>
            <p:cNvSpPr/>
            <p:nvPr/>
          </p:nvSpPr>
          <p:spPr>
            <a:xfrm>
              <a:off x="819248" y="2982154"/>
              <a:ext cx="45292" cy="258777"/>
            </a:xfrm>
            <a:custGeom>
              <a:avLst/>
              <a:gdLst/>
              <a:ahLst/>
              <a:cxnLst/>
              <a:rect l="l" t="t" r="r" b="b"/>
              <a:pathLst>
                <a:path w="733" h="4188" extrusionOk="0">
                  <a:moveTo>
                    <a:pt x="44" y="0"/>
                  </a:moveTo>
                  <a:cubicBezTo>
                    <a:pt x="0" y="0"/>
                    <a:pt x="147" y="937"/>
                    <a:pt x="337" y="2094"/>
                  </a:cubicBezTo>
                  <a:cubicBezTo>
                    <a:pt x="513" y="3250"/>
                    <a:pt x="703" y="4187"/>
                    <a:pt x="718" y="4187"/>
                  </a:cubicBezTo>
                  <a:cubicBezTo>
                    <a:pt x="732" y="4187"/>
                    <a:pt x="615" y="3236"/>
                    <a:pt x="425" y="2079"/>
                  </a:cubicBezTo>
                  <a:cubicBezTo>
                    <a:pt x="249" y="923"/>
                    <a:pt x="59" y="0"/>
                    <a:pt x="44"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273756" y="3427182"/>
              <a:ext cx="1159675" cy="1054817"/>
            </a:xfrm>
            <a:custGeom>
              <a:avLst/>
              <a:gdLst/>
              <a:ahLst/>
              <a:cxnLst/>
              <a:rect l="l" t="t" r="r" b="b"/>
              <a:pathLst>
                <a:path w="18768" h="17071" extrusionOk="0">
                  <a:moveTo>
                    <a:pt x="16009" y="1"/>
                  </a:moveTo>
                  <a:cubicBezTo>
                    <a:pt x="16006" y="1"/>
                    <a:pt x="16004" y="1"/>
                    <a:pt x="16002" y="1"/>
                  </a:cubicBezTo>
                  <a:cubicBezTo>
                    <a:pt x="13850" y="59"/>
                    <a:pt x="967" y="777"/>
                    <a:pt x="967" y="777"/>
                  </a:cubicBezTo>
                  <a:cubicBezTo>
                    <a:pt x="967" y="777"/>
                    <a:pt x="1" y="4642"/>
                    <a:pt x="3778" y="5403"/>
                  </a:cubicBezTo>
                  <a:cubicBezTo>
                    <a:pt x="4527" y="5553"/>
                    <a:pt x="5362" y="5609"/>
                    <a:pt x="6219" y="5609"/>
                  </a:cubicBezTo>
                  <a:cubicBezTo>
                    <a:pt x="8723" y="5609"/>
                    <a:pt x="11417" y="5130"/>
                    <a:pt x="12740" y="5130"/>
                  </a:cubicBezTo>
                  <a:cubicBezTo>
                    <a:pt x="13254" y="5130"/>
                    <a:pt x="13562" y="5203"/>
                    <a:pt x="13571" y="5403"/>
                  </a:cubicBezTo>
                  <a:cubicBezTo>
                    <a:pt x="13615" y="6296"/>
                    <a:pt x="13850" y="17071"/>
                    <a:pt x="13850" y="17071"/>
                  </a:cubicBezTo>
                  <a:lnTo>
                    <a:pt x="18256" y="17071"/>
                  </a:lnTo>
                  <a:cubicBezTo>
                    <a:pt x="18256" y="17071"/>
                    <a:pt x="18768" y="1"/>
                    <a:pt x="16009" y="1"/>
                  </a:cubicBezTo>
                  <a:close/>
                </a:path>
              </a:pathLst>
            </a:custGeom>
            <a:solidFill>
              <a:srgbClr val="FFFFFF">
                <a:alpha val="5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2"/>
            <p:cNvSpPr/>
            <p:nvPr/>
          </p:nvSpPr>
          <p:spPr>
            <a:xfrm>
              <a:off x="356978" y="3476059"/>
              <a:ext cx="810561" cy="1000504"/>
            </a:xfrm>
            <a:custGeom>
              <a:avLst/>
              <a:gdLst/>
              <a:ahLst/>
              <a:cxnLst/>
              <a:rect l="l" t="t" r="r" b="b"/>
              <a:pathLst>
                <a:path w="13118" h="16192" extrusionOk="0">
                  <a:moveTo>
                    <a:pt x="132" y="0"/>
                  </a:moveTo>
                  <a:lnTo>
                    <a:pt x="132" y="0"/>
                  </a:lnTo>
                  <a:cubicBezTo>
                    <a:pt x="132" y="0"/>
                    <a:pt x="88" y="74"/>
                    <a:pt x="59" y="249"/>
                  </a:cubicBezTo>
                  <a:cubicBezTo>
                    <a:pt x="15" y="440"/>
                    <a:pt x="1" y="703"/>
                    <a:pt x="74" y="1040"/>
                  </a:cubicBezTo>
                  <a:cubicBezTo>
                    <a:pt x="147" y="1391"/>
                    <a:pt x="308" y="1772"/>
                    <a:pt x="630" y="2152"/>
                  </a:cubicBezTo>
                  <a:cubicBezTo>
                    <a:pt x="791" y="2357"/>
                    <a:pt x="967" y="2533"/>
                    <a:pt x="1186" y="2709"/>
                  </a:cubicBezTo>
                  <a:cubicBezTo>
                    <a:pt x="1435" y="2870"/>
                    <a:pt x="1684" y="3002"/>
                    <a:pt x="1962" y="3119"/>
                  </a:cubicBezTo>
                  <a:cubicBezTo>
                    <a:pt x="2533" y="3367"/>
                    <a:pt x="3192" y="3514"/>
                    <a:pt x="3895" y="3587"/>
                  </a:cubicBezTo>
                  <a:cubicBezTo>
                    <a:pt x="4612" y="3660"/>
                    <a:pt x="5388" y="3719"/>
                    <a:pt x="6193" y="3748"/>
                  </a:cubicBezTo>
                  <a:cubicBezTo>
                    <a:pt x="6823" y="3777"/>
                    <a:pt x="7480" y="3792"/>
                    <a:pt x="8156" y="3792"/>
                  </a:cubicBezTo>
                  <a:cubicBezTo>
                    <a:pt x="9210" y="3792"/>
                    <a:pt x="10311" y="3755"/>
                    <a:pt x="11434" y="3675"/>
                  </a:cubicBezTo>
                  <a:cubicBezTo>
                    <a:pt x="11493" y="3671"/>
                    <a:pt x="11550" y="3670"/>
                    <a:pt x="11606" y="3670"/>
                  </a:cubicBezTo>
                  <a:cubicBezTo>
                    <a:pt x="11786" y="3670"/>
                    <a:pt x="11954" y="3689"/>
                    <a:pt x="12122" y="3733"/>
                  </a:cubicBezTo>
                  <a:cubicBezTo>
                    <a:pt x="12312" y="3807"/>
                    <a:pt x="12503" y="3938"/>
                    <a:pt x="12590" y="4129"/>
                  </a:cubicBezTo>
                  <a:cubicBezTo>
                    <a:pt x="12678" y="4334"/>
                    <a:pt x="12708" y="4553"/>
                    <a:pt x="12722" y="4773"/>
                  </a:cubicBezTo>
                  <a:cubicBezTo>
                    <a:pt x="12722" y="4992"/>
                    <a:pt x="12737" y="5212"/>
                    <a:pt x="12737" y="5432"/>
                  </a:cubicBezTo>
                  <a:cubicBezTo>
                    <a:pt x="12752" y="6310"/>
                    <a:pt x="12795" y="7144"/>
                    <a:pt x="12810" y="7964"/>
                  </a:cubicBezTo>
                  <a:cubicBezTo>
                    <a:pt x="12869" y="9575"/>
                    <a:pt x="12927" y="11009"/>
                    <a:pt x="12956" y="12239"/>
                  </a:cubicBezTo>
                  <a:cubicBezTo>
                    <a:pt x="13015" y="13469"/>
                    <a:pt x="13044" y="14435"/>
                    <a:pt x="13074" y="15138"/>
                  </a:cubicBezTo>
                  <a:cubicBezTo>
                    <a:pt x="13044" y="14435"/>
                    <a:pt x="13030" y="13454"/>
                    <a:pt x="13000" y="12239"/>
                  </a:cubicBezTo>
                  <a:cubicBezTo>
                    <a:pt x="12956" y="11009"/>
                    <a:pt x="12927" y="9575"/>
                    <a:pt x="12869" y="7964"/>
                  </a:cubicBezTo>
                  <a:cubicBezTo>
                    <a:pt x="12854" y="7144"/>
                    <a:pt x="12810" y="6310"/>
                    <a:pt x="12795" y="5432"/>
                  </a:cubicBezTo>
                  <a:cubicBezTo>
                    <a:pt x="12795" y="5212"/>
                    <a:pt x="12781" y="4992"/>
                    <a:pt x="12781" y="4773"/>
                  </a:cubicBezTo>
                  <a:cubicBezTo>
                    <a:pt x="12781" y="4553"/>
                    <a:pt x="12752" y="4319"/>
                    <a:pt x="12649" y="4099"/>
                  </a:cubicBezTo>
                  <a:cubicBezTo>
                    <a:pt x="12561" y="3880"/>
                    <a:pt x="12356" y="3733"/>
                    <a:pt x="12122" y="3660"/>
                  </a:cubicBezTo>
                  <a:cubicBezTo>
                    <a:pt x="11954" y="3616"/>
                    <a:pt x="11769" y="3596"/>
                    <a:pt x="11587" y="3596"/>
                  </a:cubicBezTo>
                  <a:cubicBezTo>
                    <a:pt x="11531" y="3596"/>
                    <a:pt x="11475" y="3598"/>
                    <a:pt x="11419" y="3602"/>
                  </a:cubicBezTo>
                  <a:cubicBezTo>
                    <a:pt x="10296" y="3682"/>
                    <a:pt x="9200" y="3719"/>
                    <a:pt x="8151" y="3719"/>
                  </a:cubicBezTo>
                  <a:cubicBezTo>
                    <a:pt x="7477" y="3719"/>
                    <a:pt x="6823" y="3704"/>
                    <a:pt x="6193" y="3675"/>
                  </a:cubicBezTo>
                  <a:cubicBezTo>
                    <a:pt x="5388" y="3631"/>
                    <a:pt x="4612" y="3587"/>
                    <a:pt x="3895" y="3514"/>
                  </a:cubicBezTo>
                  <a:cubicBezTo>
                    <a:pt x="3192" y="3441"/>
                    <a:pt x="2548" y="3309"/>
                    <a:pt x="1977" y="3075"/>
                  </a:cubicBezTo>
                  <a:cubicBezTo>
                    <a:pt x="1699" y="2943"/>
                    <a:pt x="1450" y="2811"/>
                    <a:pt x="1230" y="2650"/>
                  </a:cubicBezTo>
                  <a:cubicBezTo>
                    <a:pt x="1011" y="2489"/>
                    <a:pt x="820" y="2299"/>
                    <a:pt x="674" y="2123"/>
                  </a:cubicBezTo>
                  <a:cubicBezTo>
                    <a:pt x="367" y="1757"/>
                    <a:pt x="191" y="1362"/>
                    <a:pt x="118" y="1040"/>
                  </a:cubicBezTo>
                  <a:cubicBezTo>
                    <a:pt x="44" y="703"/>
                    <a:pt x="44" y="454"/>
                    <a:pt x="74" y="264"/>
                  </a:cubicBezTo>
                  <a:lnTo>
                    <a:pt x="132" y="0"/>
                  </a:lnTo>
                  <a:close/>
                  <a:moveTo>
                    <a:pt x="13074" y="15138"/>
                  </a:moveTo>
                  <a:cubicBezTo>
                    <a:pt x="13074" y="15460"/>
                    <a:pt x="13088" y="15738"/>
                    <a:pt x="13088" y="15914"/>
                  </a:cubicBezTo>
                  <a:lnTo>
                    <a:pt x="13088" y="16119"/>
                  </a:lnTo>
                  <a:cubicBezTo>
                    <a:pt x="13117" y="16177"/>
                    <a:pt x="13117" y="16192"/>
                    <a:pt x="13117" y="16192"/>
                  </a:cubicBezTo>
                  <a:lnTo>
                    <a:pt x="13117" y="16119"/>
                  </a:lnTo>
                  <a:cubicBezTo>
                    <a:pt x="13117" y="16060"/>
                    <a:pt x="13117" y="16016"/>
                    <a:pt x="13103" y="15914"/>
                  </a:cubicBezTo>
                  <a:cubicBezTo>
                    <a:pt x="13103" y="15738"/>
                    <a:pt x="13088" y="15474"/>
                    <a:pt x="13074" y="15138"/>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293641" y="2933277"/>
              <a:ext cx="655901" cy="594791"/>
            </a:xfrm>
            <a:custGeom>
              <a:avLst/>
              <a:gdLst/>
              <a:ahLst/>
              <a:cxnLst/>
              <a:rect l="l" t="t" r="r" b="b"/>
              <a:pathLst>
                <a:path w="10615" h="9626" extrusionOk="0">
                  <a:moveTo>
                    <a:pt x="3456" y="1"/>
                  </a:moveTo>
                  <a:lnTo>
                    <a:pt x="352" y="147"/>
                  </a:lnTo>
                  <a:cubicBezTo>
                    <a:pt x="352" y="147"/>
                    <a:pt x="1" y="2782"/>
                    <a:pt x="747" y="6735"/>
                  </a:cubicBezTo>
                  <a:cubicBezTo>
                    <a:pt x="1196" y="9067"/>
                    <a:pt x="2614" y="9626"/>
                    <a:pt x="3893" y="9626"/>
                  </a:cubicBezTo>
                  <a:cubicBezTo>
                    <a:pt x="4782" y="9626"/>
                    <a:pt x="5604" y="9356"/>
                    <a:pt x="5988" y="9224"/>
                  </a:cubicBezTo>
                  <a:cubicBezTo>
                    <a:pt x="6925" y="8916"/>
                    <a:pt x="10614" y="7555"/>
                    <a:pt x="10614" y="7555"/>
                  </a:cubicBezTo>
                  <a:lnTo>
                    <a:pt x="9502" y="5007"/>
                  </a:lnTo>
                  <a:cubicBezTo>
                    <a:pt x="9502" y="5007"/>
                    <a:pt x="7233" y="5813"/>
                    <a:pt x="4671" y="6369"/>
                  </a:cubicBezTo>
                  <a:cubicBezTo>
                    <a:pt x="4649" y="6373"/>
                    <a:pt x="4628" y="6376"/>
                    <a:pt x="4607" y="6376"/>
                  </a:cubicBezTo>
                  <a:cubicBezTo>
                    <a:pt x="3498" y="6376"/>
                    <a:pt x="3456" y="1"/>
                    <a:pt x="3456" y="1"/>
                  </a:cubicBezTo>
                  <a:close/>
                </a:path>
              </a:pathLst>
            </a:custGeom>
            <a:solidFill>
              <a:srgbClr val="151F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51541" y="2832308"/>
              <a:ext cx="517491" cy="482765"/>
            </a:xfrm>
            <a:custGeom>
              <a:avLst/>
              <a:gdLst/>
              <a:ahLst/>
              <a:cxnLst/>
              <a:rect l="l" t="t" r="r" b="b"/>
              <a:pathLst>
                <a:path w="8375" h="7813" extrusionOk="0">
                  <a:moveTo>
                    <a:pt x="772" y="0"/>
                  </a:moveTo>
                  <a:cubicBezTo>
                    <a:pt x="647" y="0"/>
                    <a:pt x="532" y="23"/>
                    <a:pt x="440" y="54"/>
                  </a:cubicBezTo>
                  <a:cubicBezTo>
                    <a:pt x="250" y="112"/>
                    <a:pt x="132" y="229"/>
                    <a:pt x="74" y="303"/>
                  </a:cubicBezTo>
                  <a:cubicBezTo>
                    <a:pt x="15" y="361"/>
                    <a:pt x="1" y="420"/>
                    <a:pt x="1" y="420"/>
                  </a:cubicBezTo>
                  <a:cubicBezTo>
                    <a:pt x="1" y="422"/>
                    <a:pt x="1" y="422"/>
                    <a:pt x="2" y="422"/>
                  </a:cubicBezTo>
                  <a:cubicBezTo>
                    <a:pt x="5" y="422"/>
                    <a:pt x="25" y="381"/>
                    <a:pt x="89" y="317"/>
                  </a:cubicBezTo>
                  <a:cubicBezTo>
                    <a:pt x="162" y="244"/>
                    <a:pt x="279" y="156"/>
                    <a:pt x="455" y="98"/>
                  </a:cubicBezTo>
                  <a:cubicBezTo>
                    <a:pt x="550" y="68"/>
                    <a:pt x="656" y="50"/>
                    <a:pt x="767" y="50"/>
                  </a:cubicBezTo>
                  <a:cubicBezTo>
                    <a:pt x="879" y="50"/>
                    <a:pt x="996" y="68"/>
                    <a:pt x="1113" y="112"/>
                  </a:cubicBezTo>
                  <a:cubicBezTo>
                    <a:pt x="1377" y="200"/>
                    <a:pt x="1596" y="420"/>
                    <a:pt x="1757" y="712"/>
                  </a:cubicBezTo>
                  <a:cubicBezTo>
                    <a:pt x="1918" y="1005"/>
                    <a:pt x="1992" y="1371"/>
                    <a:pt x="2006" y="1766"/>
                  </a:cubicBezTo>
                  <a:cubicBezTo>
                    <a:pt x="2036" y="2147"/>
                    <a:pt x="2006" y="2586"/>
                    <a:pt x="2036" y="3025"/>
                  </a:cubicBezTo>
                  <a:cubicBezTo>
                    <a:pt x="2065" y="3918"/>
                    <a:pt x="2153" y="4885"/>
                    <a:pt x="2343" y="5909"/>
                  </a:cubicBezTo>
                  <a:cubicBezTo>
                    <a:pt x="2372" y="6173"/>
                    <a:pt x="2431" y="6422"/>
                    <a:pt x="2489" y="6671"/>
                  </a:cubicBezTo>
                  <a:cubicBezTo>
                    <a:pt x="2563" y="6920"/>
                    <a:pt x="2592" y="7154"/>
                    <a:pt x="2694" y="7403"/>
                  </a:cubicBezTo>
                  <a:cubicBezTo>
                    <a:pt x="2724" y="7520"/>
                    <a:pt x="2797" y="7637"/>
                    <a:pt x="2914" y="7710"/>
                  </a:cubicBezTo>
                  <a:cubicBezTo>
                    <a:pt x="3016" y="7798"/>
                    <a:pt x="3148" y="7813"/>
                    <a:pt x="3280" y="7813"/>
                  </a:cubicBezTo>
                  <a:cubicBezTo>
                    <a:pt x="3397" y="7813"/>
                    <a:pt x="3514" y="7783"/>
                    <a:pt x="3617" y="7769"/>
                  </a:cubicBezTo>
                  <a:cubicBezTo>
                    <a:pt x="3734" y="7739"/>
                    <a:pt x="3836" y="7710"/>
                    <a:pt x="3953" y="7681"/>
                  </a:cubicBezTo>
                  <a:cubicBezTo>
                    <a:pt x="4817" y="7476"/>
                    <a:pt x="5593" y="7286"/>
                    <a:pt x="6252" y="7125"/>
                  </a:cubicBezTo>
                  <a:cubicBezTo>
                    <a:pt x="6911" y="6949"/>
                    <a:pt x="7423" y="6832"/>
                    <a:pt x="7818" y="6744"/>
                  </a:cubicBezTo>
                  <a:cubicBezTo>
                    <a:pt x="7994" y="6700"/>
                    <a:pt x="8126" y="6671"/>
                    <a:pt x="8228" y="6627"/>
                  </a:cubicBezTo>
                  <a:cubicBezTo>
                    <a:pt x="8331" y="6612"/>
                    <a:pt x="8374" y="6597"/>
                    <a:pt x="8374" y="6597"/>
                  </a:cubicBezTo>
                  <a:cubicBezTo>
                    <a:pt x="8374" y="6589"/>
                    <a:pt x="8371" y="6585"/>
                    <a:pt x="8362" y="6585"/>
                  </a:cubicBezTo>
                  <a:cubicBezTo>
                    <a:pt x="8342" y="6585"/>
                    <a:pt x="8296" y="6606"/>
                    <a:pt x="8213" y="6627"/>
                  </a:cubicBezTo>
                  <a:cubicBezTo>
                    <a:pt x="8111" y="6641"/>
                    <a:pt x="7979" y="6685"/>
                    <a:pt x="7789" y="6715"/>
                  </a:cubicBezTo>
                  <a:cubicBezTo>
                    <a:pt x="7423" y="6817"/>
                    <a:pt x="6896" y="6934"/>
                    <a:pt x="6237" y="7081"/>
                  </a:cubicBezTo>
                  <a:cubicBezTo>
                    <a:pt x="5578" y="7256"/>
                    <a:pt x="4788" y="7432"/>
                    <a:pt x="3939" y="7637"/>
                  </a:cubicBezTo>
                  <a:cubicBezTo>
                    <a:pt x="3822" y="7652"/>
                    <a:pt x="3719" y="7695"/>
                    <a:pt x="3602" y="7710"/>
                  </a:cubicBezTo>
                  <a:cubicBezTo>
                    <a:pt x="3500" y="7725"/>
                    <a:pt x="3382" y="7769"/>
                    <a:pt x="3280" y="7769"/>
                  </a:cubicBezTo>
                  <a:cubicBezTo>
                    <a:pt x="3163" y="7769"/>
                    <a:pt x="3060" y="7739"/>
                    <a:pt x="2958" y="7666"/>
                  </a:cubicBezTo>
                  <a:cubicBezTo>
                    <a:pt x="2870" y="7593"/>
                    <a:pt x="2797" y="7505"/>
                    <a:pt x="2768" y="7403"/>
                  </a:cubicBezTo>
                  <a:cubicBezTo>
                    <a:pt x="2665" y="7183"/>
                    <a:pt x="2636" y="6920"/>
                    <a:pt x="2577" y="6685"/>
                  </a:cubicBezTo>
                  <a:cubicBezTo>
                    <a:pt x="2519" y="6422"/>
                    <a:pt x="2489" y="6188"/>
                    <a:pt x="2431" y="5939"/>
                  </a:cubicBezTo>
                  <a:cubicBezTo>
                    <a:pt x="2255" y="4899"/>
                    <a:pt x="2153" y="3933"/>
                    <a:pt x="2123" y="3040"/>
                  </a:cubicBezTo>
                  <a:cubicBezTo>
                    <a:pt x="2109" y="2601"/>
                    <a:pt x="2109" y="2176"/>
                    <a:pt x="2079" y="1781"/>
                  </a:cubicBezTo>
                  <a:cubicBezTo>
                    <a:pt x="2065" y="1371"/>
                    <a:pt x="1977" y="991"/>
                    <a:pt x="1816" y="698"/>
                  </a:cubicBezTo>
                  <a:cubicBezTo>
                    <a:pt x="1640" y="405"/>
                    <a:pt x="1391" y="171"/>
                    <a:pt x="1128" y="68"/>
                  </a:cubicBezTo>
                  <a:cubicBezTo>
                    <a:pt x="1009" y="19"/>
                    <a:pt x="887" y="0"/>
                    <a:pt x="772"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2"/>
            <p:cNvSpPr/>
            <p:nvPr/>
          </p:nvSpPr>
          <p:spPr>
            <a:xfrm>
              <a:off x="518009" y="3314040"/>
              <a:ext cx="28980" cy="48999"/>
            </a:xfrm>
            <a:custGeom>
              <a:avLst/>
              <a:gdLst/>
              <a:ahLst/>
              <a:cxnLst/>
              <a:rect l="l" t="t" r="r" b="b"/>
              <a:pathLst>
                <a:path w="469" h="793" extrusionOk="0">
                  <a:moveTo>
                    <a:pt x="451" y="1"/>
                  </a:moveTo>
                  <a:cubicBezTo>
                    <a:pt x="426" y="1"/>
                    <a:pt x="287" y="144"/>
                    <a:pt x="161" y="353"/>
                  </a:cubicBezTo>
                  <a:cubicBezTo>
                    <a:pt x="30" y="573"/>
                    <a:pt x="0" y="792"/>
                    <a:pt x="15" y="792"/>
                  </a:cubicBezTo>
                  <a:cubicBezTo>
                    <a:pt x="44" y="792"/>
                    <a:pt x="117" y="602"/>
                    <a:pt x="235" y="412"/>
                  </a:cubicBezTo>
                  <a:cubicBezTo>
                    <a:pt x="366" y="192"/>
                    <a:pt x="469" y="17"/>
                    <a:pt x="454" y="2"/>
                  </a:cubicBezTo>
                  <a:cubicBezTo>
                    <a:pt x="453" y="1"/>
                    <a:pt x="453" y="1"/>
                    <a:pt x="451"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2"/>
            <p:cNvSpPr/>
            <p:nvPr/>
          </p:nvSpPr>
          <p:spPr>
            <a:xfrm>
              <a:off x="537907" y="3321208"/>
              <a:ext cx="20885" cy="57218"/>
            </a:xfrm>
            <a:custGeom>
              <a:avLst/>
              <a:gdLst/>
              <a:ahLst/>
              <a:cxnLst/>
              <a:rect l="l" t="t" r="r" b="b"/>
              <a:pathLst>
                <a:path w="338" h="926" extrusionOk="0">
                  <a:moveTo>
                    <a:pt x="303" y="0"/>
                  </a:moveTo>
                  <a:cubicBezTo>
                    <a:pt x="274" y="0"/>
                    <a:pt x="142" y="183"/>
                    <a:pt x="74" y="442"/>
                  </a:cubicBezTo>
                  <a:cubicBezTo>
                    <a:pt x="0" y="706"/>
                    <a:pt x="59" y="925"/>
                    <a:pt x="74" y="925"/>
                  </a:cubicBezTo>
                  <a:cubicBezTo>
                    <a:pt x="118" y="925"/>
                    <a:pt x="118" y="706"/>
                    <a:pt x="161" y="457"/>
                  </a:cubicBezTo>
                  <a:cubicBezTo>
                    <a:pt x="220" y="193"/>
                    <a:pt x="337" y="18"/>
                    <a:pt x="308" y="3"/>
                  </a:cubicBezTo>
                  <a:cubicBezTo>
                    <a:pt x="307" y="1"/>
                    <a:pt x="305" y="0"/>
                    <a:pt x="303"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798424" y="3258057"/>
              <a:ext cx="86012" cy="163805"/>
            </a:xfrm>
            <a:custGeom>
              <a:avLst/>
              <a:gdLst/>
              <a:ahLst/>
              <a:cxnLst/>
              <a:rect l="l" t="t" r="r" b="b"/>
              <a:pathLst>
                <a:path w="1392" h="2651" extrusionOk="0">
                  <a:moveTo>
                    <a:pt x="1" y="0"/>
                  </a:moveTo>
                  <a:cubicBezTo>
                    <a:pt x="1" y="0"/>
                    <a:pt x="45" y="147"/>
                    <a:pt x="162" y="396"/>
                  </a:cubicBezTo>
                  <a:cubicBezTo>
                    <a:pt x="264" y="630"/>
                    <a:pt x="440" y="981"/>
                    <a:pt x="615" y="1347"/>
                  </a:cubicBezTo>
                  <a:cubicBezTo>
                    <a:pt x="820" y="1713"/>
                    <a:pt x="981" y="2050"/>
                    <a:pt x="1128" y="2284"/>
                  </a:cubicBezTo>
                  <a:cubicBezTo>
                    <a:pt x="1260" y="2518"/>
                    <a:pt x="1347" y="2650"/>
                    <a:pt x="1362" y="2650"/>
                  </a:cubicBezTo>
                  <a:cubicBezTo>
                    <a:pt x="1391" y="2635"/>
                    <a:pt x="1318" y="2489"/>
                    <a:pt x="1157" y="2240"/>
                  </a:cubicBezTo>
                  <a:cubicBezTo>
                    <a:pt x="1040" y="1977"/>
                    <a:pt x="879" y="1655"/>
                    <a:pt x="689" y="1318"/>
                  </a:cubicBezTo>
                  <a:cubicBezTo>
                    <a:pt x="513" y="966"/>
                    <a:pt x="367" y="659"/>
                    <a:pt x="220" y="381"/>
                  </a:cubicBezTo>
                  <a:cubicBezTo>
                    <a:pt x="88" y="147"/>
                    <a:pt x="15" y="0"/>
                    <a:pt x="1"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2"/>
            <p:cNvSpPr/>
            <p:nvPr/>
          </p:nvSpPr>
          <p:spPr>
            <a:xfrm>
              <a:off x="839145" y="3263680"/>
              <a:ext cx="25396" cy="25210"/>
            </a:xfrm>
            <a:custGeom>
              <a:avLst/>
              <a:gdLst/>
              <a:ahLst/>
              <a:cxnLst/>
              <a:rect l="l" t="t" r="r" b="b"/>
              <a:pathLst>
                <a:path w="411" h="408" extrusionOk="0">
                  <a:moveTo>
                    <a:pt x="210" y="0"/>
                  </a:moveTo>
                  <a:cubicBezTo>
                    <a:pt x="166" y="0"/>
                    <a:pt x="147" y="26"/>
                    <a:pt x="147" y="26"/>
                  </a:cubicBezTo>
                  <a:cubicBezTo>
                    <a:pt x="147" y="56"/>
                    <a:pt x="191" y="26"/>
                    <a:pt x="249" y="70"/>
                  </a:cubicBezTo>
                  <a:cubicBezTo>
                    <a:pt x="264" y="100"/>
                    <a:pt x="308" y="144"/>
                    <a:pt x="308" y="173"/>
                  </a:cubicBezTo>
                  <a:cubicBezTo>
                    <a:pt x="308" y="217"/>
                    <a:pt x="293" y="275"/>
                    <a:pt x="235" y="290"/>
                  </a:cubicBezTo>
                  <a:cubicBezTo>
                    <a:pt x="210" y="302"/>
                    <a:pt x="185" y="307"/>
                    <a:pt x="164" y="307"/>
                  </a:cubicBezTo>
                  <a:cubicBezTo>
                    <a:pt x="134" y="307"/>
                    <a:pt x="111" y="298"/>
                    <a:pt x="103" y="290"/>
                  </a:cubicBezTo>
                  <a:cubicBezTo>
                    <a:pt x="74" y="246"/>
                    <a:pt x="74" y="217"/>
                    <a:pt x="74" y="173"/>
                  </a:cubicBezTo>
                  <a:cubicBezTo>
                    <a:pt x="74" y="100"/>
                    <a:pt x="117" y="85"/>
                    <a:pt x="117" y="70"/>
                  </a:cubicBezTo>
                  <a:cubicBezTo>
                    <a:pt x="117" y="70"/>
                    <a:pt x="117" y="64"/>
                    <a:pt x="109" y="64"/>
                  </a:cubicBezTo>
                  <a:cubicBezTo>
                    <a:pt x="104" y="64"/>
                    <a:pt x="98" y="65"/>
                    <a:pt x="88" y="70"/>
                  </a:cubicBezTo>
                  <a:cubicBezTo>
                    <a:pt x="74" y="85"/>
                    <a:pt x="30" y="100"/>
                    <a:pt x="15" y="158"/>
                  </a:cubicBezTo>
                  <a:cubicBezTo>
                    <a:pt x="0" y="217"/>
                    <a:pt x="0" y="290"/>
                    <a:pt x="44" y="348"/>
                  </a:cubicBezTo>
                  <a:cubicBezTo>
                    <a:pt x="77" y="390"/>
                    <a:pt x="129" y="408"/>
                    <a:pt x="181" y="408"/>
                  </a:cubicBezTo>
                  <a:cubicBezTo>
                    <a:pt x="221" y="408"/>
                    <a:pt x="261" y="397"/>
                    <a:pt x="293" y="378"/>
                  </a:cubicBezTo>
                  <a:cubicBezTo>
                    <a:pt x="352" y="348"/>
                    <a:pt x="410" y="246"/>
                    <a:pt x="396" y="173"/>
                  </a:cubicBezTo>
                  <a:cubicBezTo>
                    <a:pt x="381" y="100"/>
                    <a:pt x="322" y="56"/>
                    <a:pt x="293" y="26"/>
                  </a:cubicBezTo>
                  <a:cubicBezTo>
                    <a:pt x="259" y="7"/>
                    <a:pt x="231" y="0"/>
                    <a:pt x="210"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2"/>
            <p:cNvSpPr/>
            <p:nvPr/>
          </p:nvSpPr>
          <p:spPr>
            <a:xfrm>
              <a:off x="329851" y="3292413"/>
              <a:ext cx="614254" cy="231156"/>
            </a:xfrm>
            <a:custGeom>
              <a:avLst/>
              <a:gdLst/>
              <a:ahLst/>
              <a:cxnLst/>
              <a:rect l="l" t="t" r="r" b="b"/>
              <a:pathLst>
                <a:path w="9941" h="3741" extrusionOk="0">
                  <a:moveTo>
                    <a:pt x="0" y="1"/>
                  </a:moveTo>
                  <a:cubicBezTo>
                    <a:pt x="0" y="1"/>
                    <a:pt x="0" y="59"/>
                    <a:pt x="15" y="132"/>
                  </a:cubicBezTo>
                  <a:cubicBezTo>
                    <a:pt x="44" y="220"/>
                    <a:pt x="74" y="337"/>
                    <a:pt x="117" y="484"/>
                  </a:cubicBezTo>
                  <a:cubicBezTo>
                    <a:pt x="205" y="776"/>
                    <a:pt x="308" y="1216"/>
                    <a:pt x="527" y="1728"/>
                  </a:cubicBezTo>
                  <a:cubicBezTo>
                    <a:pt x="747" y="2240"/>
                    <a:pt x="1113" y="2841"/>
                    <a:pt x="1728" y="3280"/>
                  </a:cubicBezTo>
                  <a:cubicBezTo>
                    <a:pt x="2035" y="3499"/>
                    <a:pt x="2401" y="3660"/>
                    <a:pt x="2796" y="3719"/>
                  </a:cubicBezTo>
                  <a:cubicBezTo>
                    <a:pt x="2899" y="3734"/>
                    <a:pt x="3002" y="3740"/>
                    <a:pt x="3106" y="3740"/>
                  </a:cubicBezTo>
                  <a:cubicBezTo>
                    <a:pt x="3418" y="3740"/>
                    <a:pt x="3733" y="3682"/>
                    <a:pt x="4041" y="3617"/>
                  </a:cubicBezTo>
                  <a:cubicBezTo>
                    <a:pt x="5666" y="3148"/>
                    <a:pt x="7159" y="2709"/>
                    <a:pt x="8213" y="2401"/>
                  </a:cubicBezTo>
                  <a:cubicBezTo>
                    <a:pt x="8755" y="2240"/>
                    <a:pt x="9165" y="2109"/>
                    <a:pt x="9487" y="2021"/>
                  </a:cubicBezTo>
                  <a:cubicBezTo>
                    <a:pt x="9633" y="1962"/>
                    <a:pt x="9736" y="1933"/>
                    <a:pt x="9823" y="1904"/>
                  </a:cubicBezTo>
                  <a:cubicBezTo>
                    <a:pt x="9897" y="1889"/>
                    <a:pt x="9941" y="1874"/>
                    <a:pt x="9941" y="1874"/>
                  </a:cubicBezTo>
                  <a:lnTo>
                    <a:pt x="9941" y="1874"/>
                  </a:lnTo>
                  <a:cubicBezTo>
                    <a:pt x="9941" y="1874"/>
                    <a:pt x="9882" y="1889"/>
                    <a:pt x="9794" y="1889"/>
                  </a:cubicBezTo>
                  <a:cubicBezTo>
                    <a:pt x="9706" y="1904"/>
                    <a:pt x="9589" y="1948"/>
                    <a:pt x="9443" y="1977"/>
                  </a:cubicBezTo>
                  <a:cubicBezTo>
                    <a:pt x="9135" y="2065"/>
                    <a:pt x="8711" y="2182"/>
                    <a:pt x="8184" y="2328"/>
                  </a:cubicBezTo>
                  <a:cubicBezTo>
                    <a:pt x="7100" y="2621"/>
                    <a:pt x="5637" y="3046"/>
                    <a:pt x="4012" y="3499"/>
                  </a:cubicBezTo>
                  <a:cubicBezTo>
                    <a:pt x="3714" y="3574"/>
                    <a:pt x="3416" y="3625"/>
                    <a:pt x="3124" y="3625"/>
                  </a:cubicBezTo>
                  <a:cubicBezTo>
                    <a:pt x="3014" y="3625"/>
                    <a:pt x="2905" y="3618"/>
                    <a:pt x="2796" y="3602"/>
                  </a:cubicBezTo>
                  <a:cubicBezTo>
                    <a:pt x="2401" y="3558"/>
                    <a:pt x="2050" y="3382"/>
                    <a:pt x="1757" y="3192"/>
                  </a:cubicBezTo>
                  <a:cubicBezTo>
                    <a:pt x="1171" y="2767"/>
                    <a:pt x="806" y="2182"/>
                    <a:pt x="586" y="1684"/>
                  </a:cubicBezTo>
                  <a:cubicBezTo>
                    <a:pt x="366" y="1186"/>
                    <a:pt x="235" y="747"/>
                    <a:pt x="147" y="454"/>
                  </a:cubicBezTo>
                  <a:cubicBezTo>
                    <a:pt x="88" y="308"/>
                    <a:pt x="59" y="206"/>
                    <a:pt x="44" y="118"/>
                  </a:cubicBezTo>
                  <a:cubicBezTo>
                    <a:pt x="15" y="45"/>
                    <a:pt x="0" y="1"/>
                    <a:pt x="0"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3" name="Google Shape;563;p32"/>
          <p:cNvSpPr txBox="1">
            <a:spLocks noGrp="1"/>
          </p:cNvSpPr>
          <p:nvPr>
            <p:ph type="ctrTitle"/>
          </p:nvPr>
        </p:nvSpPr>
        <p:spPr>
          <a:xfrm>
            <a:off x="4670585" y="516668"/>
            <a:ext cx="3376500" cy="1573381"/>
          </a:xfrm>
          <a:prstGeom prst="rect">
            <a:avLst/>
          </a:prstGeom>
        </p:spPr>
        <p:txBody>
          <a:bodyPr spcFirstLastPara="1" wrap="square" lIns="91425" tIns="91425" rIns="91425" bIns="91425" anchor="b" anchorCtr="0">
            <a:noAutofit/>
          </a:bodyPr>
          <a:lstStyle/>
          <a:p>
            <a:pPr lvl="0"/>
            <a:r>
              <a:rPr lang="en-US" sz="2400" dirty="0"/>
              <a:t>Data-Driven Insights for Optimizing Retail Sales Performance</a:t>
            </a:r>
            <a:endParaRPr sz="2400" dirty="0"/>
          </a:p>
        </p:txBody>
      </p:sp>
      <p:sp>
        <p:nvSpPr>
          <p:cNvPr id="2" name="Google Shape;563;p32">
            <a:extLst>
              <a:ext uri="{FF2B5EF4-FFF2-40B4-BE49-F238E27FC236}">
                <a16:creationId xmlns:a16="http://schemas.microsoft.com/office/drawing/2014/main" id="{724C1C47-982B-DDFA-397E-ED13DF204DC8}"/>
              </a:ext>
            </a:extLst>
          </p:cNvPr>
          <p:cNvSpPr txBox="1">
            <a:spLocks/>
          </p:cNvSpPr>
          <p:nvPr/>
        </p:nvSpPr>
        <p:spPr>
          <a:xfrm>
            <a:off x="4670585" y="2364796"/>
            <a:ext cx="3376500" cy="41852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500"/>
              <a:buFont typeface="Archivo Black"/>
              <a:buNone/>
              <a:defRPr sz="4500" b="0" i="0" u="none" strike="noStrike" cap="none">
                <a:solidFill>
                  <a:schemeClr val="dk1"/>
                </a:solidFill>
                <a:latin typeface="Paytone One"/>
                <a:ea typeface="Paytone One"/>
                <a:cs typeface="Paytone One"/>
                <a:sym typeface="Paytone One"/>
              </a:defRPr>
            </a:lvl1pPr>
            <a:lvl2pPr marR="0" lvl="1" algn="ctr" rtl="0">
              <a:lnSpc>
                <a:spcPct val="100000"/>
              </a:lnSpc>
              <a:spcBef>
                <a:spcPts val="0"/>
              </a:spcBef>
              <a:spcAft>
                <a:spcPts val="0"/>
              </a:spcAft>
              <a:buClr>
                <a:schemeClr val="dk1"/>
              </a:buClr>
              <a:buSzPts val="4500"/>
              <a:buFont typeface="Arial"/>
              <a:buNone/>
              <a:defRPr sz="45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500"/>
              <a:buFont typeface="Arial"/>
              <a:buNone/>
              <a:defRPr sz="45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500"/>
              <a:buFont typeface="Arial"/>
              <a:buNone/>
              <a:defRPr sz="45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500"/>
              <a:buFont typeface="Arial"/>
              <a:buNone/>
              <a:defRPr sz="45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500"/>
              <a:buFont typeface="Arial"/>
              <a:buNone/>
              <a:defRPr sz="45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500"/>
              <a:buFont typeface="Arial"/>
              <a:buNone/>
              <a:defRPr sz="45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500"/>
              <a:buFont typeface="Arial"/>
              <a:buNone/>
              <a:defRPr sz="45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500"/>
              <a:buFont typeface="Arial"/>
              <a:buNone/>
              <a:defRPr sz="4500" b="0" i="0" u="none" strike="noStrike" cap="none">
                <a:solidFill>
                  <a:schemeClr val="dk1"/>
                </a:solidFill>
                <a:latin typeface="Arial"/>
                <a:ea typeface="Arial"/>
                <a:cs typeface="Arial"/>
                <a:sym typeface="Arial"/>
              </a:defRPr>
            </a:lvl9pPr>
          </a:lstStyle>
          <a:p>
            <a:r>
              <a:rPr lang="en-US" sz="2400" dirty="0"/>
              <a:t>Dataset: Retail Store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33"/>
          <p:cNvSpPr txBox="1">
            <a:spLocks noGrp="1"/>
          </p:cNvSpPr>
          <p:nvPr>
            <p:ph type="title"/>
          </p:nvPr>
        </p:nvSpPr>
        <p:spPr>
          <a:xfrm>
            <a:off x="754350" y="85685"/>
            <a:ext cx="7752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Contents of this template</a:t>
            </a:r>
            <a:endParaRPr dirty="0"/>
          </a:p>
        </p:txBody>
      </p:sp>
      <p:sp>
        <p:nvSpPr>
          <p:cNvPr id="569" name="Google Shape;569;p33"/>
          <p:cNvSpPr txBox="1">
            <a:spLocks noGrp="1"/>
          </p:cNvSpPr>
          <p:nvPr>
            <p:ph type="body" idx="1"/>
          </p:nvPr>
        </p:nvSpPr>
        <p:spPr>
          <a:xfrm>
            <a:off x="3047775" y="640248"/>
            <a:ext cx="3325229" cy="4485130"/>
          </a:xfrm>
          <a:prstGeom prst="rect">
            <a:avLst/>
          </a:prstGeom>
        </p:spPr>
        <p:txBody>
          <a:bodyPr spcFirstLastPara="1" wrap="square" lIns="91425" tIns="91425" rIns="91425" bIns="91425" anchor="t" anchorCtr="0">
            <a:noAutofit/>
          </a:bodyPr>
          <a:lstStyle/>
          <a:p>
            <a:pPr marL="228600" indent="-228600" algn="just">
              <a:spcAft>
                <a:spcPts val="1200"/>
              </a:spcAft>
            </a:pPr>
            <a:r>
              <a:rPr lang="en-US" b="1" dirty="0"/>
              <a:t>INTRODUCTION</a:t>
            </a:r>
          </a:p>
          <a:p>
            <a:pPr marL="228600" indent="-228600" algn="just">
              <a:spcAft>
                <a:spcPts val="1200"/>
              </a:spcAft>
            </a:pPr>
            <a:r>
              <a:rPr lang="en-US" b="1" dirty="0"/>
              <a:t>DATA UNDERSTANDING</a:t>
            </a:r>
          </a:p>
          <a:p>
            <a:pPr marL="228600" indent="-228600" algn="just">
              <a:spcAft>
                <a:spcPts val="1200"/>
              </a:spcAft>
            </a:pPr>
            <a:r>
              <a:rPr lang="en-US" b="1" dirty="0"/>
              <a:t>DATA CLEANING</a:t>
            </a:r>
          </a:p>
          <a:p>
            <a:pPr marL="228600" indent="-228600" algn="just">
              <a:spcAft>
                <a:spcPts val="1200"/>
              </a:spcAft>
            </a:pPr>
            <a:r>
              <a:rPr lang="en-US" b="1" dirty="0"/>
              <a:t>HANDLING MISSING VALUES</a:t>
            </a:r>
          </a:p>
          <a:p>
            <a:pPr marL="228600" indent="-228600" algn="just">
              <a:spcAft>
                <a:spcPts val="1200"/>
              </a:spcAft>
            </a:pPr>
            <a:r>
              <a:rPr lang="en-US" b="1" dirty="0"/>
              <a:t>OUTLIER HANDLING</a:t>
            </a:r>
          </a:p>
          <a:p>
            <a:pPr marL="228600" indent="-228600" algn="just">
              <a:spcAft>
                <a:spcPts val="1200"/>
              </a:spcAft>
            </a:pPr>
            <a:r>
              <a:rPr lang="en-US" b="1" dirty="0"/>
              <a:t>HANDLING INVALID VALUES</a:t>
            </a:r>
          </a:p>
          <a:p>
            <a:pPr marL="228600" indent="-228600" algn="just">
              <a:spcAft>
                <a:spcPts val="1200"/>
              </a:spcAft>
            </a:pPr>
            <a:r>
              <a:rPr lang="en-US" b="1" dirty="0"/>
              <a:t>STATISTICAL ANALYSIS</a:t>
            </a:r>
          </a:p>
          <a:p>
            <a:pPr marL="228600" indent="-228600" algn="just">
              <a:spcAft>
                <a:spcPts val="1200"/>
              </a:spcAft>
            </a:pPr>
            <a:r>
              <a:rPr lang="en-US" b="1" dirty="0"/>
              <a:t>DESCRIPTIVE ANALYSIS</a:t>
            </a:r>
          </a:p>
          <a:p>
            <a:pPr marL="228600" indent="-228600" algn="just">
              <a:spcAft>
                <a:spcPts val="1200"/>
              </a:spcAft>
            </a:pPr>
            <a:r>
              <a:rPr lang="en-US" b="1" dirty="0"/>
              <a:t>RELATIONSHIP BETWEEN VARIABLES</a:t>
            </a:r>
          </a:p>
          <a:p>
            <a:pPr marL="228600" indent="-228600" algn="just">
              <a:spcAft>
                <a:spcPts val="1200"/>
              </a:spcAft>
            </a:pPr>
            <a:r>
              <a:rPr lang="en-US" b="1" dirty="0"/>
              <a:t>UNIVARIATE ANALYSIS</a:t>
            </a:r>
          </a:p>
          <a:p>
            <a:pPr marL="228600" indent="-228600" algn="just">
              <a:spcAft>
                <a:spcPts val="1200"/>
              </a:spcAft>
            </a:pPr>
            <a:r>
              <a:rPr lang="en-US" b="1" dirty="0"/>
              <a:t>BI-VARIATE ANALYSIS</a:t>
            </a:r>
          </a:p>
          <a:p>
            <a:pPr marL="228600" indent="-228600" algn="just">
              <a:spcAft>
                <a:spcPts val="1200"/>
              </a:spcAft>
            </a:pPr>
            <a:r>
              <a:rPr lang="en-US" b="1" dirty="0"/>
              <a:t>MULTI-VARIATE ANALYSIS</a:t>
            </a:r>
          </a:p>
          <a:p>
            <a:pPr marL="228600" indent="-228600" algn="just">
              <a:spcAft>
                <a:spcPts val="1200"/>
              </a:spcAft>
            </a:pPr>
            <a:r>
              <a:rPr lang="en-US" b="1" dirty="0"/>
              <a:t>CONCLUSION AND RECOMMENDATION</a:t>
            </a:r>
            <a:endParaRPr b="1" dirty="0"/>
          </a:p>
        </p:txBody>
      </p:sp>
      <p:sp>
        <p:nvSpPr>
          <p:cNvPr id="570" name="Google Shape;570;p33"/>
          <p:cNvSpPr/>
          <p:nvPr/>
        </p:nvSpPr>
        <p:spPr>
          <a:xfrm>
            <a:off x="488900" y="514394"/>
            <a:ext cx="128852" cy="211196"/>
          </a:xfrm>
          <a:custGeom>
            <a:avLst/>
            <a:gdLst/>
            <a:ahLst/>
            <a:cxnLst/>
            <a:rect l="l" t="t" r="r" b="b"/>
            <a:pathLst>
              <a:path w="1787" h="2929" extrusionOk="0">
                <a:moveTo>
                  <a:pt x="15" y="1"/>
                </a:moveTo>
                <a:cubicBezTo>
                  <a:pt x="0" y="15"/>
                  <a:pt x="103" y="162"/>
                  <a:pt x="278" y="440"/>
                </a:cubicBezTo>
                <a:cubicBezTo>
                  <a:pt x="425" y="703"/>
                  <a:pt x="644" y="1069"/>
                  <a:pt x="878" y="1479"/>
                </a:cubicBezTo>
                <a:cubicBezTo>
                  <a:pt x="1113" y="1889"/>
                  <a:pt x="1332" y="2270"/>
                  <a:pt x="1508" y="2533"/>
                </a:cubicBezTo>
                <a:cubicBezTo>
                  <a:pt x="1669" y="2782"/>
                  <a:pt x="1786" y="2929"/>
                  <a:pt x="1786" y="2929"/>
                </a:cubicBezTo>
                <a:cubicBezTo>
                  <a:pt x="1786" y="2929"/>
                  <a:pt x="1698" y="2768"/>
                  <a:pt x="1567" y="2504"/>
                </a:cubicBezTo>
                <a:cubicBezTo>
                  <a:pt x="1347" y="2138"/>
                  <a:pt x="1171" y="1801"/>
                  <a:pt x="966" y="1450"/>
                </a:cubicBezTo>
                <a:cubicBezTo>
                  <a:pt x="732" y="1025"/>
                  <a:pt x="512" y="660"/>
                  <a:pt x="322" y="411"/>
                </a:cubicBezTo>
                <a:cubicBezTo>
                  <a:pt x="147" y="147"/>
                  <a:pt x="15" y="1"/>
                  <a:pt x="15"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1" name="Google Shape;571;p33"/>
          <p:cNvGrpSpPr/>
          <p:nvPr/>
        </p:nvGrpSpPr>
        <p:grpSpPr>
          <a:xfrm>
            <a:off x="140549" y="3404151"/>
            <a:ext cx="586964" cy="1809527"/>
            <a:chOff x="140549" y="3404151"/>
            <a:chExt cx="586964" cy="1809527"/>
          </a:xfrm>
        </p:grpSpPr>
        <p:sp>
          <p:nvSpPr>
            <p:cNvPr id="572" name="Google Shape;572;p33"/>
            <p:cNvSpPr/>
            <p:nvPr/>
          </p:nvSpPr>
          <p:spPr>
            <a:xfrm>
              <a:off x="140549" y="3404151"/>
              <a:ext cx="586964" cy="1193579"/>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3"/>
            <p:cNvSpPr/>
            <p:nvPr/>
          </p:nvSpPr>
          <p:spPr>
            <a:xfrm>
              <a:off x="420594" y="3846595"/>
              <a:ext cx="5270" cy="942427"/>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3"/>
            <p:cNvSpPr/>
            <p:nvPr/>
          </p:nvSpPr>
          <p:spPr>
            <a:xfrm>
              <a:off x="417988" y="3966222"/>
              <a:ext cx="159591" cy="202059"/>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3"/>
            <p:cNvSpPr/>
            <p:nvPr/>
          </p:nvSpPr>
          <p:spPr>
            <a:xfrm>
              <a:off x="302690" y="4345121"/>
              <a:ext cx="119679" cy="140470"/>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3"/>
            <p:cNvSpPr/>
            <p:nvPr/>
          </p:nvSpPr>
          <p:spPr>
            <a:xfrm>
              <a:off x="265832" y="4849534"/>
              <a:ext cx="346778" cy="364144"/>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3"/>
            <p:cNvSpPr/>
            <p:nvPr/>
          </p:nvSpPr>
          <p:spPr>
            <a:xfrm>
              <a:off x="225090" y="4796649"/>
              <a:ext cx="434360" cy="106655"/>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3"/>
            <p:cNvSpPr/>
            <p:nvPr/>
          </p:nvSpPr>
          <p:spPr>
            <a:xfrm>
              <a:off x="265832" y="4903248"/>
              <a:ext cx="336415" cy="53831"/>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33"/>
          <p:cNvGrpSpPr/>
          <p:nvPr/>
        </p:nvGrpSpPr>
        <p:grpSpPr>
          <a:xfrm>
            <a:off x="8416475" y="3502857"/>
            <a:ext cx="727535" cy="1710819"/>
            <a:chOff x="8416475" y="3502857"/>
            <a:chExt cx="727535" cy="1710819"/>
          </a:xfrm>
        </p:grpSpPr>
        <p:sp>
          <p:nvSpPr>
            <p:cNvPr id="580" name="Google Shape;580;p33"/>
            <p:cNvSpPr/>
            <p:nvPr/>
          </p:nvSpPr>
          <p:spPr>
            <a:xfrm>
              <a:off x="8578364" y="486496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3"/>
            <p:cNvSpPr/>
            <p:nvPr/>
          </p:nvSpPr>
          <p:spPr>
            <a:xfrm>
              <a:off x="8416475" y="350285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3"/>
            <p:cNvSpPr/>
            <p:nvPr/>
          </p:nvSpPr>
          <p:spPr>
            <a:xfrm>
              <a:off x="8578364" y="486496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3" name="Google Shape;583;p33"/>
          <p:cNvGrpSpPr/>
          <p:nvPr/>
        </p:nvGrpSpPr>
        <p:grpSpPr>
          <a:xfrm>
            <a:off x="25281" y="2107826"/>
            <a:ext cx="817500" cy="812700"/>
            <a:chOff x="25281" y="2107826"/>
            <a:chExt cx="817500" cy="812700"/>
          </a:xfrm>
        </p:grpSpPr>
        <p:sp>
          <p:nvSpPr>
            <p:cNvPr id="584" name="Google Shape;584;p33"/>
            <p:cNvSpPr/>
            <p:nvPr/>
          </p:nvSpPr>
          <p:spPr>
            <a:xfrm rot="2515456">
              <a:off x="129607" y="2241405"/>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3"/>
            <p:cNvSpPr/>
            <p:nvPr/>
          </p:nvSpPr>
          <p:spPr>
            <a:xfrm rot="1928159">
              <a:off x="351379" y="2367515"/>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 name="Google Shape;586;p33"/>
          <p:cNvGrpSpPr/>
          <p:nvPr/>
        </p:nvGrpSpPr>
        <p:grpSpPr>
          <a:xfrm>
            <a:off x="7595471" y="89584"/>
            <a:ext cx="568800" cy="568800"/>
            <a:chOff x="7595471" y="89584"/>
            <a:chExt cx="568800" cy="568800"/>
          </a:xfrm>
        </p:grpSpPr>
        <p:sp>
          <p:nvSpPr>
            <p:cNvPr id="587" name="Google Shape;587;p33"/>
            <p:cNvSpPr/>
            <p:nvPr/>
          </p:nvSpPr>
          <p:spPr>
            <a:xfrm rot="-2700000">
              <a:off x="7667739" y="183914"/>
              <a:ext cx="424264" cy="3801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3"/>
            <p:cNvSpPr/>
            <p:nvPr/>
          </p:nvSpPr>
          <p:spPr>
            <a:xfrm rot="-1541719">
              <a:off x="7814216" y="226929"/>
              <a:ext cx="131314" cy="294096"/>
            </a:xfrm>
            <a:custGeom>
              <a:avLst/>
              <a:gdLst/>
              <a:ahLst/>
              <a:cxnLst/>
              <a:rect l="l" t="t" r="r" b="b"/>
              <a:pathLst>
                <a:path w="1406" h="3149" extrusionOk="0">
                  <a:moveTo>
                    <a:pt x="718" y="1"/>
                  </a:moveTo>
                  <a:lnTo>
                    <a:pt x="0" y="1582"/>
                  </a:lnTo>
                  <a:lnTo>
                    <a:pt x="0" y="1582"/>
                  </a:lnTo>
                  <a:lnTo>
                    <a:pt x="293" y="1436"/>
                  </a:lnTo>
                  <a:lnTo>
                    <a:pt x="205" y="3148"/>
                  </a:lnTo>
                  <a:lnTo>
                    <a:pt x="1010" y="3148"/>
                  </a:lnTo>
                  <a:lnTo>
                    <a:pt x="1010" y="1362"/>
                  </a:lnTo>
                  <a:lnTo>
                    <a:pt x="1406" y="1567"/>
                  </a:lnTo>
                  <a:lnTo>
                    <a:pt x="718" y="1"/>
                  </a:lnTo>
                  <a:close/>
                </a:path>
              </a:pathLst>
            </a:custGeom>
            <a:solidFill>
              <a:srgbClr val="00B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7" name="Google Shape;597;p34"/>
          <p:cNvSpPr txBox="1">
            <a:spLocks noGrp="1"/>
          </p:cNvSpPr>
          <p:nvPr>
            <p:ph type="title" idx="2"/>
          </p:nvPr>
        </p:nvSpPr>
        <p:spPr>
          <a:xfrm>
            <a:off x="813102" y="518163"/>
            <a:ext cx="7947133" cy="4515252"/>
          </a:xfrm>
          <a:prstGeom prst="rect">
            <a:avLst/>
          </a:prstGeom>
        </p:spPr>
        <p:txBody>
          <a:bodyPr spcFirstLastPara="1" wrap="square" lIns="91425" tIns="91425" rIns="91425" bIns="91425" anchor="t" anchorCtr="0">
            <a:noAutofit/>
          </a:bodyPr>
          <a:lstStyle/>
          <a:p>
            <a:pPr algn="l"/>
            <a:r>
              <a:rPr lang="en-US" sz="1700" b="1" dirty="0"/>
              <a:t>Objective: </a:t>
            </a:r>
            <a:br>
              <a:rPr lang="en-US" sz="1700" b="1" dirty="0"/>
            </a:br>
            <a:br>
              <a:rPr lang="en-US" sz="1700" dirty="0"/>
            </a:br>
            <a:r>
              <a:rPr lang="en-US" sz="1700" dirty="0"/>
              <a:t>This project focuses on analyzing retail sales data to understand the meaningful </a:t>
            </a:r>
            <a:r>
              <a:rPr lang="en-US" sz="1700" b="1" dirty="0"/>
              <a:t>insights about customer behavior</a:t>
            </a:r>
            <a:r>
              <a:rPr lang="en-US" sz="1700" dirty="0"/>
              <a:t>, </a:t>
            </a:r>
            <a:r>
              <a:rPr lang="en-US" sz="1700" b="1" dirty="0"/>
              <a:t>product performance, and payment trends</a:t>
            </a:r>
            <a:r>
              <a:rPr lang="en-US" sz="1700" dirty="0"/>
              <a:t>. By data cleaning, transformation, and visualization techniques, the project transforms raw, unstructured data into actionable information.</a:t>
            </a:r>
            <a:br>
              <a:rPr lang="en-US" sz="1700" dirty="0"/>
            </a:br>
            <a:br>
              <a:rPr lang="en-US" sz="1700" dirty="0"/>
            </a:br>
            <a:br>
              <a:rPr lang="en-US" sz="1700" dirty="0"/>
            </a:br>
            <a:r>
              <a:rPr lang="en-US" sz="1700" b="1" dirty="0"/>
              <a:t>Problem Statement:</a:t>
            </a:r>
            <a:br>
              <a:rPr lang="en-US" sz="1700" b="1" dirty="0"/>
            </a:br>
            <a:br>
              <a:rPr lang="en-US" sz="1700" b="1" dirty="0"/>
            </a:br>
            <a:r>
              <a:rPr lang="en-US" sz="1700" b="1" dirty="0"/>
              <a:t>Understand key spending patterns </a:t>
            </a:r>
            <a:r>
              <a:rPr lang="en-US" sz="1700" dirty="0"/>
              <a:t>across customers.</a:t>
            </a:r>
            <a:br>
              <a:rPr lang="en-US" sz="1700" dirty="0"/>
            </a:br>
            <a:r>
              <a:rPr lang="en-US" sz="1700" dirty="0"/>
              <a:t>Identify </a:t>
            </a:r>
            <a:r>
              <a:rPr lang="en-US" sz="1700" b="1" dirty="0"/>
              <a:t>top-selling products </a:t>
            </a:r>
            <a:r>
              <a:rPr lang="en-US" sz="1700" dirty="0"/>
              <a:t>and preferred </a:t>
            </a:r>
            <a:r>
              <a:rPr lang="en-US" sz="1700" b="1" dirty="0"/>
              <a:t>payment methods</a:t>
            </a:r>
            <a:r>
              <a:rPr lang="en-US" sz="1700" dirty="0"/>
              <a:t>.</a:t>
            </a:r>
            <a:br>
              <a:rPr lang="en-US" sz="1700" dirty="0"/>
            </a:br>
            <a:r>
              <a:rPr lang="en-US" sz="1700" dirty="0"/>
              <a:t>Generate insights that help </a:t>
            </a:r>
            <a:r>
              <a:rPr lang="en-US" sz="1700" b="1" dirty="0"/>
              <a:t>optimize inventory planning</a:t>
            </a:r>
            <a:r>
              <a:rPr lang="en-US" sz="1700" dirty="0"/>
              <a:t>, </a:t>
            </a:r>
            <a:r>
              <a:rPr lang="en-US" sz="1700" b="1" dirty="0"/>
              <a:t>improve marketing strategies</a:t>
            </a:r>
            <a:br>
              <a:rPr lang="en-US" sz="1700" b="1" dirty="0"/>
            </a:br>
            <a:br>
              <a:rPr lang="en-US" sz="1700" b="1" dirty="0"/>
            </a:br>
            <a:endParaRPr lang="en-US" sz="1700" dirty="0"/>
          </a:p>
        </p:txBody>
      </p:sp>
      <p:sp>
        <p:nvSpPr>
          <p:cNvPr id="603" name="Google Shape;603;p34"/>
          <p:cNvSpPr txBox="1">
            <a:spLocks noGrp="1"/>
          </p:cNvSpPr>
          <p:nvPr>
            <p:ph type="title" idx="14"/>
          </p:nvPr>
        </p:nvSpPr>
        <p:spPr>
          <a:xfrm>
            <a:off x="781869" y="27774"/>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INTRODUCTION</a:t>
            </a:r>
            <a:endParaRPr dirty="0"/>
          </a:p>
        </p:txBody>
      </p:sp>
      <p:grpSp>
        <p:nvGrpSpPr>
          <p:cNvPr id="606" name="Google Shape;606;p34"/>
          <p:cNvGrpSpPr/>
          <p:nvPr/>
        </p:nvGrpSpPr>
        <p:grpSpPr>
          <a:xfrm>
            <a:off x="8063876" y="3538496"/>
            <a:ext cx="933327" cy="1652537"/>
            <a:chOff x="8063876" y="3538496"/>
            <a:chExt cx="933327" cy="1652537"/>
          </a:xfrm>
        </p:grpSpPr>
        <p:sp>
          <p:nvSpPr>
            <p:cNvPr id="607" name="Google Shape;607;p34"/>
            <p:cNvSpPr/>
            <p:nvPr/>
          </p:nvSpPr>
          <p:spPr>
            <a:xfrm>
              <a:off x="8587840" y="4226804"/>
              <a:ext cx="102797" cy="964229"/>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4"/>
            <p:cNvSpPr/>
            <p:nvPr/>
          </p:nvSpPr>
          <p:spPr>
            <a:xfrm>
              <a:off x="8443401" y="4235383"/>
              <a:ext cx="131929" cy="950542"/>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4"/>
            <p:cNvSpPr/>
            <p:nvPr/>
          </p:nvSpPr>
          <p:spPr>
            <a:xfrm>
              <a:off x="8659787" y="4226804"/>
              <a:ext cx="272359" cy="959121"/>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4"/>
            <p:cNvSpPr/>
            <p:nvPr/>
          </p:nvSpPr>
          <p:spPr>
            <a:xfrm>
              <a:off x="8527904" y="4606463"/>
              <a:ext cx="236949" cy="1887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4"/>
            <p:cNvSpPr/>
            <p:nvPr/>
          </p:nvSpPr>
          <p:spPr>
            <a:xfrm>
              <a:off x="8063876" y="3538496"/>
              <a:ext cx="933327" cy="726048"/>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4"/>
            <p:cNvSpPr/>
            <p:nvPr/>
          </p:nvSpPr>
          <p:spPr>
            <a:xfrm>
              <a:off x="8095501" y="3538691"/>
              <a:ext cx="890079" cy="726477"/>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4"/>
            <p:cNvSpPr/>
            <p:nvPr/>
          </p:nvSpPr>
          <p:spPr>
            <a:xfrm>
              <a:off x="8725163" y="3792707"/>
              <a:ext cx="28585" cy="37162"/>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4"/>
            <p:cNvSpPr/>
            <p:nvPr/>
          </p:nvSpPr>
          <p:spPr>
            <a:xfrm>
              <a:off x="8726294" y="3729340"/>
              <a:ext cx="44028" cy="173021"/>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4"/>
            <p:cNvSpPr/>
            <p:nvPr/>
          </p:nvSpPr>
          <p:spPr>
            <a:xfrm>
              <a:off x="8692641" y="3787014"/>
              <a:ext cx="53700" cy="4285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6" name="Google Shape;616;p34"/>
          <p:cNvSpPr/>
          <p:nvPr/>
        </p:nvSpPr>
        <p:spPr>
          <a:xfrm flipH="1">
            <a:off x="397959" y="4121083"/>
            <a:ext cx="300182" cy="22619"/>
          </a:xfrm>
          <a:custGeom>
            <a:avLst/>
            <a:gdLst/>
            <a:ahLst/>
            <a:cxnLst/>
            <a:rect l="l" t="t" r="r" b="b"/>
            <a:pathLst>
              <a:path w="6808" h="513" extrusionOk="0">
                <a:moveTo>
                  <a:pt x="59" y="0"/>
                </a:moveTo>
                <a:lnTo>
                  <a:pt x="0" y="366"/>
                </a:lnTo>
                <a:lnTo>
                  <a:pt x="6808" y="513"/>
                </a:lnTo>
                <a:lnTo>
                  <a:pt x="6808" y="147"/>
                </a:lnTo>
                <a:lnTo>
                  <a:pt x="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7" name="Google Shape;617;p34"/>
          <p:cNvGrpSpPr/>
          <p:nvPr/>
        </p:nvGrpSpPr>
        <p:grpSpPr>
          <a:xfrm>
            <a:off x="126858" y="3753525"/>
            <a:ext cx="736703" cy="1437558"/>
            <a:chOff x="126858" y="3753525"/>
            <a:chExt cx="736703" cy="1437558"/>
          </a:xfrm>
        </p:grpSpPr>
        <p:sp>
          <p:nvSpPr>
            <p:cNvPr id="618" name="Google Shape;618;p34"/>
            <p:cNvSpPr/>
            <p:nvPr/>
          </p:nvSpPr>
          <p:spPr>
            <a:xfrm flipH="1">
              <a:off x="465818" y="3837371"/>
              <a:ext cx="144787" cy="1353712"/>
            </a:xfrm>
            <a:custGeom>
              <a:avLst/>
              <a:gdLst/>
              <a:ahLst/>
              <a:cxnLst/>
              <a:rect l="l" t="t" r="r" b="b"/>
              <a:pathLst>
                <a:path w="2958" h="27655" extrusionOk="0">
                  <a:moveTo>
                    <a:pt x="1" y="1"/>
                  </a:moveTo>
                  <a:lnTo>
                    <a:pt x="2402" y="27655"/>
                  </a:lnTo>
                  <a:lnTo>
                    <a:pt x="2958" y="27655"/>
                  </a:lnTo>
                  <a:lnTo>
                    <a:pt x="938" y="26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4"/>
            <p:cNvSpPr/>
            <p:nvPr/>
          </p:nvSpPr>
          <p:spPr>
            <a:xfrm flipH="1">
              <a:off x="266597" y="3753525"/>
              <a:ext cx="596964" cy="78907"/>
            </a:xfrm>
            <a:custGeom>
              <a:avLst/>
              <a:gdLst/>
              <a:ahLst/>
              <a:cxnLst/>
              <a:rect l="l" t="t" r="r" b="b"/>
              <a:pathLst>
                <a:path w="12196" h="1612" extrusionOk="0">
                  <a:moveTo>
                    <a:pt x="7130" y="1"/>
                  </a:moveTo>
                  <a:cubicBezTo>
                    <a:pt x="2050" y="1"/>
                    <a:pt x="1" y="323"/>
                    <a:pt x="250" y="1611"/>
                  </a:cubicBezTo>
                  <a:lnTo>
                    <a:pt x="11961" y="1611"/>
                  </a:lnTo>
                  <a:cubicBezTo>
                    <a:pt x="11961" y="1611"/>
                    <a:pt x="12196" y="1"/>
                    <a:pt x="7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4"/>
            <p:cNvSpPr/>
            <p:nvPr/>
          </p:nvSpPr>
          <p:spPr>
            <a:xfrm flipH="1">
              <a:off x="278051" y="3825183"/>
              <a:ext cx="573322" cy="25160"/>
            </a:xfrm>
            <a:custGeom>
              <a:avLst/>
              <a:gdLst/>
              <a:ahLst/>
              <a:cxnLst/>
              <a:rect l="l" t="t" r="r" b="b"/>
              <a:pathLst>
                <a:path w="11713" h="514" extrusionOk="0">
                  <a:moveTo>
                    <a:pt x="11712" y="1"/>
                  </a:moveTo>
                  <a:lnTo>
                    <a:pt x="1" y="147"/>
                  </a:lnTo>
                  <a:lnTo>
                    <a:pt x="1" y="513"/>
                  </a:lnTo>
                  <a:lnTo>
                    <a:pt x="11712" y="513"/>
                  </a:lnTo>
                  <a:lnTo>
                    <a:pt x="117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4"/>
            <p:cNvSpPr/>
            <p:nvPr/>
          </p:nvSpPr>
          <p:spPr>
            <a:xfrm flipH="1">
              <a:off x="628467" y="3850293"/>
              <a:ext cx="183504" cy="1333643"/>
            </a:xfrm>
            <a:custGeom>
              <a:avLst/>
              <a:gdLst/>
              <a:ahLst/>
              <a:cxnLst/>
              <a:rect l="l" t="t" r="r" b="b"/>
              <a:pathLst>
                <a:path w="3749" h="27245" extrusionOk="0">
                  <a:moveTo>
                    <a:pt x="2724" y="0"/>
                  </a:moveTo>
                  <a:lnTo>
                    <a:pt x="1" y="27244"/>
                  </a:lnTo>
                  <a:lnTo>
                    <a:pt x="396" y="27244"/>
                  </a:lnTo>
                  <a:lnTo>
                    <a:pt x="37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4"/>
            <p:cNvSpPr/>
            <p:nvPr/>
          </p:nvSpPr>
          <p:spPr>
            <a:xfrm flipH="1">
              <a:off x="126858" y="3837371"/>
              <a:ext cx="381986" cy="1346566"/>
            </a:xfrm>
            <a:custGeom>
              <a:avLst/>
              <a:gdLst/>
              <a:ahLst/>
              <a:cxnLst/>
              <a:rect l="l" t="t" r="r" b="b"/>
              <a:pathLst>
                <a:path w="7804" h="27509" extrusionOk="0">
                  <a:moveTo>
                    <a:pt x="981" y="1"/>
                  </a:moveTo>
                  <a:lnTo>
                    <a:pt x="0" y="264"/>
                  </a:lnTo>
                  <a:lnTo>
                    <a:pt x="7349" y="27508"/>
                  </a:lnTo>
                  <a:lnTo>
                    <a:pt x="7803" y="27508"/>
                  </a:lnTo>
                  <a:lnTo>
                    <a:pt x="9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4"/>
            <p:cNvSpPr/>
            <p:nvPr/>
          </p:nvSpPr>
          <p:spPr>
            <a:xfrm flipH="1">
              <a:off x="179913" y="5053401"/>
              <a:ext cx="601956" cy="45181"/>
            </a:xfrm>
            <a:custGeom>
              <a:avLst/>
              <a:gdLst/>
              <a:ahLst/>
              <a:cxnLst/>
              <a:rect l="l" t="t" r="r" b="b"/>
              <a:pathLst>
                <a:path w="12298" h="923" extrusionOk="0">
                  <a:moveTo>
                    <a:pt x="12196" y="0"/>
                  </a:moveTo>
                  <a:lnTo>
                    <a:pt x="1" y="454"/>
                  </a:lnTo>
                  <a:lnTo>
                    <a:pt x="1" y="922"/>
                  </a:lnTo>
                  <a:lnTo>
                    <a:pt x="12298" y="337"/>
                  </a:lnTo>
                  <a:lnTo>
                    <a:pt x="121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4" name="Google Shape;624;p34"/>
          <p:cNvSpPr/>
          <p:nvPr/>
        </p:nvSpPr>
        <p:spPr>
          <a:xfrm rot="2515456">
            <a:off x="7066219" y="123855"/>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4"/>
          <p:cNvSpPr/>
          <p:nvPr/>
        </p:nvSpPr>
        <p:spPr>
          <a:xfrm rot="-1701150">
            <a:off x="8714123" y="763287"/>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2">
          <a:extLst>
            <a:ext uri="{FF2B5EF4-FFF2-40B4-BE49-F238E27FC236}">
              <a16:creationId xmlns:a16="http://schemas.microsoft.com/office/drawing/2014/main" id="{E041A4B3-21AD-C28F-33C3-3C2A7E583483}"/>
            </a:ext>
          </a:extLst>
        </p:cNvPr>
        <p:cNvGrpSpPr/>
        <p:nvPr/>
      </p:nvGrpSpPr>
      <p:grpSpPr>
        <a:xfrm>
          <a:off x="0" y="0"/>
          <a:ext cx="0" cy="0"/>
          <a:chOff x="0" y="0"/>
          <a:chExt cx="0" cy="0"/>
        </a:xfrm>
      </p:grpSpPr>
      <p:sp>
        <p:nvSpPr>
          <p:cNvPr id="597" name="Google Shape;597;p34">
            <a:extLst>
              <a:ext uri="{FF2B5EF4-FFF2-40B4-BE49-F238E27FC236}">
                <a16:creationId xmlns:a16="http://schemas.microsoft.com/office/drawing/2014/main" id="{87D29D75-249D-F81C-8362-FDCAD9A30DF3}"/>
              </a:ext>
            </a:extLst>
          </p:cNvPr>
          <p:cNvSpPr txBox="1">
            <a:spLocks noGrp="1"/>
          </p:cNvSpPr>
          <p:nvPr>
            <p:ph type="title" idx="2"/>
          </p:nvPr>
        </p:nvSpPr>
        <p:spPr>
          <a:xfrm>
            <a:off x="813102" y="518163"/>
            <a:ext cx="7947133" cy="4515252"/>
          </a:xfrm>
          <a:prstGeom prst="rect">
            <a:avLst/>
          </a:prstGeom>
        </p:spPr>
        <p:txBody>
          <a:bodyPr spcFirstLastPara="1" wrap="square" lIns="91425" tIns="91425" rIns="91425" bIns="91425" anchor="t" anchorCtr="0">
            <a:noAutofit/>
          </a:bodyPr>
          <a:lstStyle/>
          <a:p>
            <a:pPr algn="l"/>
            <a:r>
              <a:rPr lang="en-US" sz="1700" b="1" dirty="0"/>
              <a:t>Dataset: </a:t>
            </a:r>
            <a:br>
              <a:rPr lang="en-US" sz="1700" b="1" dirty="0"/>
            </a:br>
            <a:br>
              <a:rPr lang="en-US" sz="1700" b="1" dirty="0"/>
            </a:br>
            <a:r>
              <a:rPr lang="en-US" sz="1700" dirty="0"/>
              <a:t>Retail store sales dataset containing transactions with customer, product, and payment details.</a:t>
            </a:r>
            <a:br>
              <a:rPr lang="en-US" sz="1700" dirty="0"/>
            </a:br>
            <a:br>
              <a:rPr lang="en-US" sz="1700" b="1" dirty="0"/>
            </a:br>
            <a:r>
              <a:rPr lang="en-US" sz="1700" b="1" dirty="0"/>
              <a:t>Key Attributes: </a:t>
            </a:r>
            <a:br>
              <a:rPr lang="en-US" sz="1700" b="1" dirty="0"/>
            </a:br>
            <a:br>
              <a:rPr lang="en-US" sz="1700" b="1" dirty="0"/>
            </a:br>
            <a:r>
              <a:rPr lang="en-US" sz="1700" dirty="0"/>
              <a:t>Transaction ID, Customer ID, Category, Item, Price per Unit, Quantity, Total Spent, Payment Method, Location, Transaction Date, and Discount Applied.</a:t>
            </a:r>
            <a:br>
              <a:rPr lang="en-US" sz="1700" b="1" dirty="0"/>
            </a:br>
            <a:br>
              <a:rPr lang="en-US" sz="1700" b="1" dirty="0"/>
            </a:br>
            <a:r>
              <a:rPr lang="en-US" sz="1700" b="1" dirty="0"/>
              <a:t>Dataset: </a:t>
            </a:r>
            <a:br>
              <a:rPr lang="en-US" sz="1700" b="1" dirty="0"/>
            </a:br>
            <a:br>
              <a:rPr lang="en-US" sz="1700" b="1" dirty="0"/>
            </a:br>
            <a:r>
              <a:rPr lang="en-US" sz="1700" dirty="0"/>
              <a:t>Retail store transactions (12,575 rows, 11 columns).</a:t>
            </a:r>
          </a:p>
        </p:txBody>
      </p:sp>
      <p:sp>
        <p:nvSpPr>
          <p:cNvPr id="603" name="Google Shape;603;p34">
            <a:extLst>
              <a:ext uri="{FF2B5EF4-FFF2-40B4-BE49-F238E27FC236}">
                <a16:creationId xmlns:a16="http://schemas.microsoft.com/office/drawing/2014/main" id="{8444613C-73E9-E753-16F8-A61CE0B580A5}"/>
              </a:ext>
            </a:extLst>
          </p:cNvPr>
          <p:cNvSpPr txBox="1">
            <a:spLocks noGrp="1"/>
          </p:cNvSpPr>
          <p:nvPr>
            <p:ph type="title" idx="14"/>
          </p:nvPr>
        </p:nvSpPr>
        <p:spPr>
          <a:xfrm>
            <a:off x="781869" y="27774"/>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Data Understanding</a:t>
            </a:r>
            <a:endParaRPr dirty="0"/>
          </a:p>
        </p:txBody>
      </p:sp>
      <p:grpSp>
        <p:nvGrpSpPr>
          <p:cNvPr id="606" name="Google Shape;606;p34">
            <a:extLst>
              <a:ext uri="{FF2B5EF4-FFF2-40B4-BE49-F238E27FC236}">
                <a16:creationId xmlns:a16="http://schemas.microsoft.com/office/drawing/2014/main" id="{7A898D11-B294-84FB-0AF5-A6FAA0BB0368}"/>
              </a:ext>
            </a:extLst>
          </p:cNvPr>
          <p:cNvGrpSpPr/>
          <p:nvPr/>
        </p:nvGrpSpPr>
        <p:grpSpPr>
          <a:xfrm>
            <a:off x="8063876" y="3538496"/>
            <a:ext cx="933327" cy="1652537"/>
            <a:chOff x="8063876" y="3538496"/>
            <a:chExt cx="933327" cy="1652537"/>
          </a:xfrm>
        </p:grpSpPr>
        <p:sp>
          <p:nvSpPr>
            <p:cNvPr id="607" name="Google Shape;607;p34">
              <a:extLst>
                <a:ext uri="{FF2B5EF4-FFF2-40B4-BE49-F238E27FC236}">
                  <a16:creationId xmlns:a16="http://schemas.microsoft.com/office/drawing/2014/main" id="{D21C547C-4EB6-41F3-D450-4036966A63BB}"/>
                </a:ext>
              </a:extLst>
            </p:cNvPr>
            <p:cNvSpPr/>
            <p:nvPr/>
          </p:nvSpPr>
          <p:spPr>
            <a:xfrm>
              <a:off x="8587840" y="4226804"/>
              <a:ext cx="102797" cy="964229"/>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4">
              <a:extLst>
                <a:ext uri="{FF2B5EF4-FFF2-40B4-BE49-F238E27FC236}">
                  <a16:creationId xmlns:a16="http://schemas.microsoft.com/office/drawing/2014/main" id="{91063CA3-2710-06CC-DEDF-D0AE866C4DE0}"/>
                </a:ext>
              </a:extLst>
            </p:cNvPr>
            <p:cNvSpPr/>
            <p:nvPr/>
          </p:nvSpPr>
          <p:spPr>
            <a:xfrm>
              <a:off x="8443401" y="4235383"/>
              <a:ext cx="131929" cy="950542"/>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4">
              <a:extLst>
                <a:ext uri="{FF2B5EF4-FFF2-40B4-BE49-F238E27FC236}">
                  <a16:creationId xmlns:a16="http://schemas.microsoft.com/office/drawing/2014/main" id="{F5D62316-309D-A8A5-BF79-44507E159492}"/>
                </a:ext>
              </a:extLst>
            </p:cNvPr>
            <p:cNvSpPr/>
            <p:nvPr/>
          </p:nvSpPr>
          <p:spPr>
            <a:xfrm>
              <a:off x="8659787" y="4226804"/>
              <a:ext cx="272359" cy="959121"/>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4">
              <a:extLst>
                <a:ext uri="{FF2B5EF4-FFF2-40B4-BE49-F238E27FC236}">
                  <a16:creationId xmlns:a16="http://schemas.microsoft.com/office/drawing/2014/main" id="{18930E0C-0AC7-1B5C-9FD2-B3AC8E2932C4}"/>
                </a:ext>
              </a:extLst>
            </p:cNvPr>
            <p:cNvSpPr/>
            <p:nvPr/>
          </p:nvSpPr>
          <p:spPr>
            <a:xfrm>
              <a:off x="8527904" y="4606463"/>
              <a:ext cx="236949" cy="1887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4">
              <a:extLst>
                <a:ext uri="{FF2B5EF4-FFF2-40B4-BE49-F238E27FC236}">
                  <a16:creationId xmlns:a16="http://schemas.microsoft.com/office/drawing/2014/main" id="{CC781B92-3226-FD08-6F49-2F50C2B603B6}"/>
                </a:ext>
              </a:extLst>
            </p:cNvPr>
            <p:cNvSpPr/>
            <p:nvPr/>
          </p:nvSpPr>
          <p:spPr>
            <a:xfrm>
              <a:off x="8063876" y="3538496"/>
              <a:ext cx="933327" cy="726048"/>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4">
              <a:extLst>
                <a:ext uri="{FF2B5EF4-FFF2-40B4-BE49-F238E27FC236}">
                  <a16:creationId xmlns:a16="http://schemas.microsoft.com/office/drawing/2014/main" id="{28FD4ECF-C99A-C57B-00D6-5A2CC870E386}"/>
                </a:ext>
              </a:extLst>
            </p:cNvPr>
            <p:cNvSpPr/>
            <p:nvPr/>
          </p:nvSpPr>
          <p:spPr>
            <a:xfrm>
              <a:off x="8095501" y="3538691"/>
              <a:ext cx="890079" cy="726477"/>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4">
              <a:extLst>
                <a:ext uri="{FF2B5EF4-FFF2-40B4-BE49-F238E27FC236}">
                  <a16:creationId xmlns:a16="http://schemas.microsoft.com/office/drawing/2014/main" id="{AE399F37-CA85-1EAB-3A35-A9401BDCADA6}"/>
                </a:ext>
              </a:extLst>
            </p:cNvPr>
            <p:cNvSpPr/>
            <p:nvPr/>
          </p:nvSpPr>
          <p:spPr>
            <a:xfrm>
              <a:off x="8725163" y="3792707"/>
              <a:ext cx="28585" cy="37162"/>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4">
              <a:extLst>
                <a:ext uri="{FF2B5EF4-FFF2-40B4-BE49-F238E27FC236}">
                  <a16:creationId xmlns:a16="http://schemas.microsoft.com/office/drawing/2014/main" id="{F3021B22-93BA-2AD0-F55A-11C3371BBA3C}"/>
                </a:ext>
              </a:extLst>
            </p:cNvPr>
            <p:cNvSpPr/>
            <p:nvPr/>
          </p:nvSpPr>
          <p:spPr>
            <a:xfrm>
              <a:off x="8726294" y="3729340"/>
              <a:ext cx="44028" cy="173021"/>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4">
              <a:extLst>
                <a:ext uri="{FF2B5EF4-FFF2-40B4-BE49-F238E27FC236}">
                  <a16:creationId xmlns:a16="http://schemas.microsoft.com/office/drawing/2014/main" id="{6DA12D5B-3208-5436-F204-94B3E1C3E3C5}"/>
                </a:ext>
              </a:extLst>
            </p:cNvPr>
            <p:cNvSpPr/>
            <p:nvPr/>
          </p:nvSpPr>
          <p:spPr>
            <a:xfrm>
              <a:off x="8692641" y="3787014"/>
              <a:ext cx="53700" cy="4285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6" name="Google Shape;616;p34">
            <a:extLst>
              <a:ext uri="{FF2B5EF4-FFF2-40B4-BE49-F238E27FC236}">
                <a16:creationId xmlns:a16="http://schemas.microsoft.com/office/drawing/2014/main" id="{AAE94467-F1FF-BC91-1E27-0CF8C01AE7EB}"/>
              </a:ext>
            </a:extLst>
          </p:cNvPr>
          <p:cNvSpPr/>
          <p:nvPr/>
        </p:nvSpPr>
        <p:spPr>
          <a:xfrm flipH="1">
            <a:off x="397959" y="4121083"/>
            <a:ext cx="300182" cy="22619"/>
          </a:xfrm>
          <a:custGeom>
            <a:avLst/>
            <a:gdLst/>
            <a:ahLst/>
            <a:cxnLst/>
            <a:rect l="l" t="t" r="r" b="b"/>
            <a:pathLst>
              <a:path w="6808" h="513" extrusionOk="0">
                <a:moveTo>
                  <a:pt x="59" y="0"/>
                </a:moveTo>
                <a:lnTo>
                  <a:pt x="0" y="366"/>
                </a:lnTo>
                <a:lnTo>
                  <a:pt x="6808" y="513"/>
                </a:lnTo>
                <a:lnTo>
                  <a:pt x="6808" y="147"/>
                </a:lnTo>
                <a:lnTo>
                  <a:pt x="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7" name="Google Shape;617;p34">
            <a:extLst>
              <a:ext uri="{FF2B5EF4-FFF2-40B4-BE49-F238E27FC236}">
                <a16:creationId xmlns:a16="http://schemas.microsoft.com/office/drawing/2014/main" id="{FB3A2A04-9DAA-DC79-CB7A-73C930B71243}"/>
              </a:ext>
            </a:extLst>
          </p:cNvPr>
          <p:cNvGrpSpPr/>
          <p:nvPr/>
        </p:nvGrpSpPr>
        <p:grpSpPr>
          <a:xfrm>
            <a:off x="126858" y="3753525"/>
            <a:ext cx="736703" cy="1437558"/>
            <a:chOff x="126858" y="3753525"/>
            <a:chExt cx="736703" cy="1437558"/>
          </a:xfrm>
        </p:grpSpPr>
        <p:sp>
          <p:nvSpPr>
            <p:cNvPr id="618" name="Google Shape;618;p34">
              <a:extLst>
                <a:ext uri="{FF2B5EF4-FFF2-40B4-BE49-F238E27FC236}">
                  <a16:creationId xmlns:a16="http://schemas.microsoft.com/office/drawing/2014/main" id="{7B8EA7AB-D5F6-C8BE-6D58-597058F648D0}"/>
                </a:ext>
              </a:extLst>
            </p:cNvPr>
            <p:cNvSpPr/>
            <p:nvPr/>
          </p:nvSpPr>
          <p:spPr>
            <a:xfrm flipH="1">
              <a:off x="465818" y="3837371"/>
              <a:ext cx="144787" cy="1353712"/>
            </a:xfrm>
            <a:custGeom>
              <a:avLst/>
              <a:gdLst/>
              <a:ahLst/>
              <a:cxnLst/>
              <a:rect l="l" t="t" r="r" b="b"/>
              <a:pathLst>
                <a:path w="2958" h="27655" extrusionOk="0">
                  <a:moveTo>
                    <a:pt x="1" y="1"/>
                  </a:moveTo>
                  <a:lnTo>
                    <a:pt x="2402" y="27655"/>
                  </a:lnTo>
                  <a:lnTo>
                    <a:pt x="2958" y="27655"/>
                  </a:lnTo>
                  <a:lnTo>
                    <a:pt x="938" y="26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4">
              <a:extLst>
                <a:ext uri="{FF2B5EF4-FFF2-40B4-BE49-F238E27FC236}">
                  <a16:creationId xmlns:a16="http://schemas.microsoft.com/office/drawing/2014/main" id="{099F162A-C4AF-FE7A-9DE7-0142CF7CF9A5}"/>
                </a:ext>
              </a:extLst>
            </p:cNvPr>
            <p:cNvSpPr/>
            <p:nvPr/>
          </p:nvSpPr>
          <p:spPr>
            <a:xfrm flipH="1">
              <a:off x="266597" y="3753525"/>
              <a:ext cx="596964" cy="78907"/>
            </a:xfrm>
            <a:custGeom>
              <a:avLst/>
              <a:gdLst/>
              <a:ahLst/>
              <a:cxnLst/>
              <a:rect l="l" t="t" r="r" b="b"/>
              <a:pathLst>
                <a:path w="12196" h="1612" extrusionOk="0">
                  <a:moveTo>
                    <a:pt x="7130" y="1"/>
                  </a:moveTo>
                  <a:cubicBezTo>
                    <a:pt x="2050" y="1"/>
                    <a:pt x="1" y="323"/>
                    <a:pt x="250" y="1611"/>
                  </a:cubicBezTo>
                  <a:lnTo>
                    <a:pt x="11961" y="1611"/>
                  </a:lnTo>
                  <a:cubicBezTo>
                    <a:pt x="11961" y="1611"/>
                    <a:pt x="12196" y="1"/>
                    <a:pt x="7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4">
              <a:extLst>
                <a:ext uri="{FF2B5EF4-FFF2-40B4-BE49-F238E27FC236}">
                  <a16:creationId xmlns:a16="http://schemas.microsoft.com/office/drawing/2014/main" id="{D5E28D7F-7860-9EA8-7375-8600C3F48C5F}"/>
                </a:ext>
              </a:extLst>
            </p:cNvPr>
            <p:cNvSpPr/>
            <p:nvPr/>
          </p:nvSpPr>
          <p:spPr>
            <a:xfrm flipH="1">
              <a:off x="278051" y="3825183"/>
              <a:ext cx="573322" cy="25160"/>
            </a:xfrm>
            <a:custGeom>
              <a:avLst/>
              <a:gdLst/>
              <a:ahLst/>
              <a:cxnLst/>
              <a:rect l="l" t="t" r="r" b="b"/>
              <a:pathLst>
                <a:path w="11713" h="514" extrusionOk="0">
                  <a:moveTo>
                    <a:pt x="11712" y="1"/>
                  </a:moveTo>
                  <a:lnTo>
                    <a:pt x="1" y="147"/>
                  </a:lnTo>
                  <a:lnTo>
                    <a:pt x="1" y="513"/>
                  </a:lnTo>
                  <a:lnTo>
                    <a:pt x="11712" y="513"/>
                  </a:lnTo>
                  <a:lnTo>
                    <a:pt x="117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4">
              <a:extLst>
                <a:ext uri="{FF2B5EF4-FFF2-40B4-BE49-F238E27FC236}">
                  <a16:creationId xmlns:a16="http://schemas.microsoft.com/office/drawing/2014/main" id="{12E34EAD-2F11-9993-A155-B96866345CB4}"/>
                </a:ext>
              </a:extLst>
            </p:cNvPr>
            <p:cNvSpPr/>
            <p:nvPr/>
          </p:nvSpPr>
          <p:spPr>
            <a:xfrm flipH="1">
              <a:off x="628467" y="3850293"/>
              <a:ext cx="183504" cy="1333643"/>
            </a:xfrm>
            <a:custGeom>
              <a:avLst/>
              <a:gdLst/>
              <a:ahLst/>
              <a:cxnLst/>
              <a:rect l="l" t="t" r="r" b="b"/>
              <a:pathLst>
                <a:path w="3749" h="27245" extrusionOk="0">
                  <a:moveTo>
                    <a:pt x="2724" y="0"/>
                  </a:moveTo>
                  <a:lnTo>
                    <a:pt x="1" y="27244"/>
                  </a:lnTo>
                  <a:lnTo>
                    <a:pt x="396" y="27244"/>
                  </a:lnTo>
                  <a:lnTo>
                    <a:pt x="37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4">
              <a:extLst>
                <a:ext uri="{FF2B5EF4-FFF2-40B4-BE49-F238E27FC236}">
                  <a16:creationId xmlns:a16="http://schemas.microsoft.com/office/drawing/2014/main" id="{D189DBA3-C582-1579-C29B-3B487D9F8558}"/>
                </a:ext>
              </a:extLst>
            </p:cNvPr>
            <p:cNvSpPr/>
            <p:nvPr/>
          </p:nvSpPr>
          <p:spPr>
            <a:xfrm flipH="1">
              <a:off x="126858" y="3837371"/>
              <a:ext cx="381986" cy="1346566"/>
            </a:xfrm>
            <a:custGeom>
              <a:avLst/>
              <a:gdLst/>
              <a:ahLst/>
              <a:cxnLst/>
              <a:rect l="l" t="t" r="r" b="b"/>
              <a:pathLst>
                <a:path w="7804" h="27509" extrusionOk="0">
                  <a:moveTo>
                    <a:pt x="981" y="1"/>
                  </a:moveTo>
                  <a:lnTo>
                    <a:pt x="0" y="264"/>
                  </a:lnTo>
                  <a:lnTo>
                    <a:pt x="7349" y="27508"/>
                  </a:lnTo>
                  <a:lnTo>
                    <a:pt x="7803" y="27508"/>
                  </a:lnTo>
                  <a:lnTo>
                    <a:pt x="9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4">
              <a:extLst>
                <a:ext uri="{FF2B5EF4-FFF2-40B4-BE49-F238E27FC236}">
                  <a16:creationId xmlns:a16="http://schemas.microsoft.com/office/drawing/2014/main" id="{4F8B2E56-EE26-D352-4ED3-CFB0D7AFED69}"/>
                </a:ext>
              </a:extLst>
            </p:cNvPr>
            <p:cNvSpPr/>
            <p:nvPr/>
          </p:nvSpPr>
          <p:spPr>
            <a:xfrm flipH="1">
              <a:off x="179913" y="5053401"/>
              <a:ext cx="601956" cy="45181"/>
            </a:xfrm>
            <a:custGeom>
              <a:avLst/>
              <a:gdLst/>
              <a:ahLst/>
              <a:cxnLst/>
              <a:rect l="l" t="t" r="r" b="b"/>
              <a:pathLst>
                <a:path w="12298" h="923" extrusionOk="0">
                  <a:moveTo>
                    <a:pt x="12196" y="0"/>
                  </a:moveTo>
                  <a:lnTo>
                    <a:pt x="1" y="454"/>
                  </a:lnTo>
                  <a:lnTo>
                    <a:pt x="1" y="922"/>
                  </a:lnTo>
                  <a:lnTo>
                    <a:pt x="12298" y="337"/>
                  </a:lnTo>
                  <a:lnTo>
                    <a:pt x="121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4" name="Google Shape;624;p34">
            <a:extLst>
              <a:ext uri="{FF2B5EF4-FFF2-40B4-BE49-F238E27FC236}">
                <a16:creationId xmlns:a16="http://schemas.microsoft.com/office/drawing/2014/main" id="{B3C6EA88-7DB4-F85E-0884-8620641C66AA}"/>
              </a:ext>
            </a:extLst>
          </p:cNvPr>
          <p:cNvSpPr/>
          <p:nvPr/>
        </p:nvSpPr>
        <p:spPr>
          <a:xfrm rot="2515456">
            <a:off x="7066219" y="123855"/>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4">
            <a:extLst>
              <a:ext uri="{FF2B5EF4-FFF2-40B4-BE49-F238E27FC236}">
                <a16:creationId xmlns:a16="http://schemas.microsoft.com/office/drawing/2014/main" id="{DBF7DC2E-7EC4-CB04-5C25-07D4287AB2ED}"/>
              </a:ext>
            </a:extLst>
          </p:cNvPr>
          <p:cNvSpPr/>
          <p:nvPr/>
        </p:nvSpPr>
        <p:spPr>
          <a:xfrm rot="-1701150">
            <a:off x="8714123" y="763287"/>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6768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34">
          <a:extLst>
            <a:ext uri="{FF2B5EF4-FFF2-40B4-BE49-F238E27FC236}">
              <a16:creationId xmlns:a16="http://schemas.microsoft.com/office/drawing/2014/main" id="{1A893B5F-EBC7-8368-2FA9-BBAF9A575201}"/>
            </a:ext>
          </a:extLst>
        </p:cNvPr>
        <p:cNvGrpSpPr/>
        <p:nvPr/>
      </p:nvGrpSpPr>
      <p:grpSpPr>
        <a:xfrm>
          <a:off x="0" y="0"/>
          <a:ext cx="0" cy="0"/>
          <a:chOff x="0" y="0"/>
          <a:chExt cx="0" cy="0"/>
        </a:xfrm>
      </p:grpSpPr>
      <p:sp>
        <p:nvSpPr>
          <p:cNvPr id="2435" name="Google Shape;2435;p60">
            <a:extLst>
              <a:ext uri="{FF2B5EF4-FFF2-40B4-BE49-F238E27FC236}">
                <a16:creationId xmlns:a16="http://schemas.microsoft.com/office/drawing/2014/main" id="{3B2E4DBB-7793-E33B-58A7-53AA886BAC6E}"/>
              </a:ext>
            </a:extLst>
          </p:cNvPr>
          <p:cNvSpPr txBox="1">
            <a:spLocks noGrp="1"/>
          </p:cNvSpPr>
          <p:nvPr>
            <p:ph type="title"/>
          </p:nvPr>
        </p:nvSpPr>
        <p:spPr>
          <a:xfrm>
            <a:off x="254677" y="149278"/>
            <a:ext cx="7752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Cleaning</a:t>
            </a:r>
            <a:endParaRPr dirty="0"/>
          </a:p>
        </p:txBody>
      </p:sp>
      <p:sp>
        <p:nvSpPr>
          <p:cNvPr id="2437" name="Google Shape;2437;p60">
            <a:extLst>
              <a:ext uri="{FF2B5EF4-FFF2-40B4-BE49-F238E27FC236}">
                <a16:creationId xmlns:a16="http://schemas.microsoft.com/office/drawing/2014/main" id="{512DBA84-C3CE-0A69-02E6-84C66468F016}"/>
              </a:ext>
            </a:extLst>
          </p:cNvPr>
          <p:cNvSpPr txBox="1">
            <a:spLocks noGrp="1"/>
          </p:cNvSpPr>
          <p:nvPr>
            <p:ph type="subTitle" idx="1"/>
          </p:nvPr>
        </p:nvSpPr>
        <p:spPr>
          <a:xfrm flipH="1">
            <a:off x="229899" y="910910"/>
            <a:ext cx="5558280" cy="4232590"/>
          </a:xfrm>
          <a:prstGeom prst="rect">
            <a:avLst/>
          </a:prstGeom>
        </p:spPr>
        <p:txBody>
          <a:bodyPr spcFirstLastPara="1" wrap="square" lIns="91425" tIns="91425" rIns="91425" bIns="91425" anchor="t" anchorCtr="0">
            <a:noAutofit/>
          </a:bodyPr>
          <a:lstStyle/>
          <a:p>
            <a:pPr marL="114300" indent="0">
              <a:buNone/>
            </a:pPr>
            <a:r>
              <a:rPr lang="en-US" sz="1800" b="1" dirty="0"/>
              <a:t>Why Cleaning is Necessary:</a:t>
            </a:r>
            <a:br>
              <a:rPr lang="en-US" sz="1800" dirty="0"/>
            </a:br>
            <a:r>
              <a:rPr lang="en-US" sz="1800" dirty="0"/>
              <a:t>To remove errors, inconsistencies, and missing values so the analysis is accurate, reliable, and meaningful.</a:t>
            </a:r>
          </a:p>
          <a:p>
            <a:pPr marL="114300" indent="0">
              <a:buNone/>
            </a:pPr>
            <a:endParaRPr lang="en-US" sz="1800" dirty="0"/>
          </a:p>
          <a:p>
            <a:r>
              <a:rPr lang="en-US" sz="1800" b="1" dirty="0"/>
              <a:t>Key Steps Taken:</a:t>
            </a:r>
            <a:endParaRPr lang="en-US" sz="1800" dirty="0"/>
          </a:p>
          <a:p>
            <a:pPr lvl="1" algn="l">
              <a:buFont typeface="Wingdings" panose="05000000000000000000" pitchFamily="2" charset="2"/>
              <a:buChar char="v"/>
            </a:pPr>
            <a:r>
              <a:rPr lang="en-US" sz="1400" dirty="0"/>
              <a:t>Handled missing and duplicate records.</a:t>
            </a:r>
          </a:p>
          <a:p>
            <a:pPr lvl="1" algn="l">
              <a:buFont typeface="Wingdings" panose="05000000000000000000" pitchFamily="2" charset="2"/>
              <a:buChar char="v"/>
            </a:pPr>
            <a:r>
              <a:rPr lang="en-US" sz="1400" dirty="0"/>
              <a:t>Corrected data types (dates, numbers, categories).</a:t>
            </a:r>
          </a:p>
          <a:p>
            <a:pPr lvl="1" algn="l">
              <a:buFont typeface="Wingdings" panose="05000000000000000000" pitchFamily="2" charset="2"/>
              <a:buChar char="v"/>
            </a:pPr>
            <a:r>
              <a:rPr lang="en-US" sz="1400" dirty="0"/>
              <a:t>Removed outliers in Total Spent and Quantity.</a:t>
            </a:r>
          </a:p>
          <a:p>
            <a:pPr lvl="1" algn="l">
              <a:buFont typeface="Wingdings" panose="05000000000000000000" pitchFamily="2" charset="2"/>
              <a:buChar char="v"/>
            </a:pPr>
            <a:r>
              <a:rPr lang="en-US" sz="1400" dirty="0"/>
              <a:t>Standardized category names and payment methods.</a:t>
            </a:r>
          </a:p>
          <a:p>
            <a:pPr lvl="1" algn="l">
              <a:buFont typeface="Wingdings" panose="05000000000000000000" pitchFamily="2" charset="2"/>
              <a:buChar char="v"/>
            </a:pPr>
            <a:r>
              <a:rPr lang="en-US" sz="1400" dirty="0"/>
              <a:t>Created new derived columns (Month, Day, Quarter) for better analysis.</a:t>
            </a:r>
          </a:p>
        </p:txBody>
      </p:sp>
      <p:grpSp>
        <p:nvGrpSpPr>
          <p:cNvPr id="2438" name="Google Shape;2438;p60">
            <a:extLst>
              <a:ext uri="{FF2B5EF4-FFF2-40B4-BE49-F238E27FC236}">
                <a16:creationId xmlns:a16="http://schemas.microsoft.com/office/drawing/2014/main" id="{420D027A-64CF-AA29-6AD2-7A2BC2861045}"/>
              </a:ext>
            </a:extLst>
          </p:cNvPr>
          <p:cNvGrpSpPr/>
          <p:nvPr/>
        </p:nvGrpSpPr>
        <p:grpSpPr>
          <a:xfrm>
            <a:off x="5889748" y="1600492"/>
            <a:ext cx="2254591" cy="3495478"/>
            <a:chOff x="5430948" y="1484877"/>
            <a:chExt cx="2254591" cy="3495478"/>
          </a:xfrm>
        </p:grpSpPr>
        <p:sp>
          <p:nvSpPr>
            <p:cNvPr id="2439" name="Google Shape;2439;p60">
              <a:extLst>
                <a:ext uri="{FF2B5EF4-FFF2-40B4-BE49-F238E27FC236}">
                  <a16:creationId xmlns:a16="http://schemas.microsoft.com/office/drawing/2014/main" id="{2DCF0AFD-7302-6D60-FDF1-D807EF493D27}"/>
                </a:ext>
              </a:extLst>
            </p:cNvPr>
            <p:cNvSpPr/>
            <p:nvPr/>
          </p:nvSpPr>
          <p:spPr>
            <a:xfrm flipH="1">
              <a:off x="5430948" y="1618423"/>
              <a:ext cx="1372218" cy="3361932"/>
            </a:xfrm>
            <a:custGeom>
              <a:avLst/>
              <a:gdLst/>
              <a:ahLst/>
              <a:cxnLst/>
              <a:rect l="l" t="t" r="r" b="b"/>
              <a:pathLst>
                <a:path w="12875" h="31543" extrusionOk="0">
                  <a:moveTo>
                    <a:pt x="275" y="1"/>
                  </a:moveTo>
                  <a:lnTo>
                    <a:pt x="0" y="31542"/>
                  </a:lnTo>
                  <a:lnTo>
                    <a:pt x="12874" y="31297"/>
                  </a:lnTo>
                  <a:lnTo>
                    <a:pt x="12874" y="449"/>
                  </a:lnTo>
                  <a:lnTo>
                    <a:pt x="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60">
              <a:extLst>
                <a:ext uri="{FF2B5EF4-FFF2-40B4-BE49-F238E27FC236}">
                  <a16:creationId xmlns:a16="http://schemas.microsoft.com/office/drawing/2014/main" id="{9B8519FA-DF98-1035-67E5-939E1B00130E}"/>
                </a:ext>
              </a:extLst>
            </p:cNvPr>
            <p:cNvSpPr/>
            <p:nvPr/>
          </p:nvSpPr>
          <p:spPr>
            <a:xfrm flipH="1">
              <a:off x="6079274" y="2195879"/>
              <a:ext cx="649925" cy="486762"/>
            </a:xfrm>
            <a:custGeom>
              <a:avLst/>
              <a:gdLst/>
              <a:ahLst/>
              <a:cxnLst/>
              <a:rect l="l" t="t" r="r" b="b"/>
              <a:pathLst>
                <a:path w="6098" h="4567" extrusionOk="0">
                  <a:moveTo>
                    <a:pt x="0" y="1"/>
                  </a:moveTo>
                  <a:lnTo>
                    <a:pt x="0" y="4567"/>
                  </a:lnTo>
                  <a:lnTo>
                    <a:pt x="6097" y="4567"/>
                  </a:lnTo>
                  <a:lnTo>
                    <a:pt x="6097" y="218"/>
                  </a:lnTo>
                  <a:lnTo>
                    <a:pt x="0"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60">
              <a:extLst>
                <a:ext uri="{FF2B5EF4-FFF2-40B4-BE49-F238E27FC236}">
                  <a16:creationId xmlns:a16="http://schemas.microsoft.com/office/drawing/2014/main" id="{5BE6050B-771B-C06A-3714-47C66D3CC12A}"/>
                </a:ext>
              </a:extLst>
            </p:cNvPr>
            <p:cNvSpPr/>
            <p:nvPr/>
          </p:nvSpPr>
          <p:spPr>
            <a:xfrm flipH="1">
              <a:off x="6387290" y="2751806"/>
              <a:ext cx="506788" cy="34000"/>
            </a:xfrm>
            <a:custGeom>
              <a:avLst/>
              <a:gdLst/>
              <a:ahLst/>
              <a:cxnLst/>
              <a:rect l="l" t="t" r="r" b="b"/>
              <a:pathLst>
                <a:path w="4755" h="319" extrusionOk="0">
                  <a:moveTo>
                    <a:pt x="1" y="1"/>
                  </a:moveTo>
                  <a:lnTo>
                    <a:pt x="1" y="203"/>
                  </a:lnTo>
                  <a:lnTo>
                    <a:pt x="4755" y="319"/>
                  </a:lnTo>
                  <a:lnTo>
                    <a:pt x="4755" y="145"/>
                  </a:lnTo>
                  <a:lnTo>
                    <a:pt x="1"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60">
              <a:extLst>
                <a:ext uri="{FF2B5EF4-FFF2-40B4-BE49-F238E27FC236}">
                  <a16:creationId xmlns:a16="http://schemas.microsoft.com/office/drawing/2014/main" id="{A63183C3-6917-DEF4-B3CB-802B3DB6E5E4}"/>
                </a:ext>
              </a:extLst>
            </p:cNvPr>
            <p:cNvSpPr/>
            <p:nvPr/>
          </p:nvSpPr>
          <p:spPr>
            <a:xfrm flipH="1">
              <a:off x="5430950" y="1646134"/>
              <a:ext cx="613048" cy="3314183"/>
            </a:xfrm>
            <a:custGeom>
              <a:avLst/>
              <a:gdLst/>
              <a:ahLst/>
              <a:cxnLst/>
              <a:rect l="l" t="t" r="r" b="b"/>
              <a:pathLst>
                <a:path w="5752" h="31095" extrusionOk="0">
                  <a:moveTo>
                    <a:pt x="102" y="1"/>
                  </a:moveTo>
                  <a:lnTo>
                    <a:pt x="1" y="31094"/>
                  </a:lnTo>
                  <a:lnTo>
                    <a:pt x="5751" y="31037"/>
                  </a:lnTo>
                  <a:lnTo>
                    <a:pt x="5751" y="189"/>
                  </a:lnTo>
                  <a:lnTo>
                    <a:pt x="1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60">
              <a:extLst>
                <a:ext uri="{FF2B5EF4-FFF2-40B4-BE49-F238E27FC236}">
                  <a16:creationId xmlns:a16="http://schemas.microsoft.com/office/drawing/2014/main" id="{236B4F2B-DF12-D47C-BFAB-1149599793D1}"/>
                </a:ext>
              </a:extLst>
            </p:cNvPr>
            <p:cNvSpPr/>
            <p:nvPr/>
          </p:nvSpPr>
          <p:spPr>
            <a:xfrm flipH="1">
              <a:off x="6079274" y="1663080"/>
              <a:ext cx="649925" cy="485270"/>
            </a:xfrm>
            <a:custGeom>
              <a:avLst/>
              <a:gdLst/>
              <a:ahLst/>
              <a:cxnLst/>
              <a:rect l="l" t="t" r="r" b="b"/>
              <a:pathLst>
                <a:path w="6098" h="4553" extrusionOk="0">
                  <a:moveTo>
                    <a:pt x="0" y="1"/>
                  </a:moveTo>
                  <a:lnTo>
                    <a:pt x="0" y="4552"/>
                  </a:lnTo>
                  <a:lnTo>
                    <a:pt x="6097" y="4552"/>
                  </a:lnTo>
                  <a:lnTo>
                    <a:pt x="6097" y="217"/>
                  </a:lnTo>
                  <a:lnTo>
                    <a:pt x="0"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60">
              <a:extLst>
                <a:ext uri="{FF2B5EF4-FFF2-40B4-BE49-F238E27FC236}">
                  <a16:creationId xmlns:a16="http://schemas.microsoft.com/office/drawing/2014/main" id="{3FE53860-2766-7961-0049-9545F743CB22}"/>
                </a:ext>
              </a:extLst>
            </p:cNvPr>
            <p:cNvSpPr/>
            <p:nvPr/>
          </p:nvSpPr>
          <p:spPr>
            <a:xfrm flipH="1">
              <a:off x="6305651" y="1789379"/>
              <a:ext cx="200264" cy="77059"/>
            </a:xfrm>
            <a:custGeom>
              <a:avLst/>
              <a:gdLst/>
              <a:ahLst/>
              <a:cxnLst/>
              <a:rect l="l" t="t" r="r" b="b"/>
              <a:pathLst>
                <a:path w="1879" h="723" extrusionOk="0">
                  <a:moveTo>
                    <a:pt x="1878" y="0"/>
                  </a:moveTo>
                  <a:lnTo>
                    <a:pt x="0" y="58"/>
                  </a:lnTo>
                  <a:lnTo>
                    <a:pt x="0" y="723"/>
                  </a:lnTo>
                  <a:lnTo>
                    <a:pt x="1878" y="723"/>
                  </a:lnTo>
                  <a:lnTo>
                    <a:pt x="1878"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60">
              <a:extLst>
                <a:ext uri="{FF2B5EF4-FFF2-40B4-BE49-F238E27FC236}">
                  <a16:creationId xmlns:a16="http://schemas.microsoft.com/office/drawing/2014/main" id="{9A807334-A005-7CF9-ED7C-2328256FA41B}"/>
                </a:ext>
              </a:extLst>
            </p:cNvPr>
            <p:cNvSpPr/>
            <p:nvPr/>
          </p:nvSpPr>
          <p:spPr>
            <a:xfrm flipH="1">
              <a:off x="6299469" y="1927934"/>
              <a:ext cx="206445" cy="29417"/>
            </a:xfrm>
            <a:custGeom>
              <a:avLst/>
              <a:gdLst/>
              <a:ahLst/>
              <a:cxnLst/>
              <a:rect l="l" t="t" r="r" b="b"/>
              <a:pathLst>
                <a:path w="1937" h="276" extrusionOk="0">
                  <a:moveTo>
                    <a:pt x="0" y="1"/>
                  </a:moveTo>
                  <a:lnTo>
                    <a:pt x="0" y="275"/>
                  </a:lnTo>
                  <a:lnTo>
                    <a:pt x="1936" y="275"/>
                  </a:lnTo>
                  <a:lnTo>
                    <a:pt x="1936"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60">
              <a:extLst>
                <a:ext uri="{FF2B5EF4-FFF2-40B4-BE49-F238E27FC236}">
                  <a16:creationId xmlns:a16="http://schemas.microsoft.com/office/drawing/2014/main" id="{AC9963FB-84E4-4A05-3FDA-AB9CB25CD8A6}"/>
                </a:ext>
              </a:extLst>
            </p:cNvPr>
            <p:cNvSpPr/>
            <p:nvPr/>
          </p:nvSpPr>
          <p:spPr>
            <a:xfrm flipH="1">
              <a:off x="6305651" y="2323776"/>
              <a:ext cx="200264" cy="78658"/>
            </a:xfrm>
            <a:custGeom>
              <a:avLst/>
              <a:gdLst/>
              <a:ahLst/>
              <a:cxnLst/>
              <a:rect l="l" t="t" r="r" b="b"/>
              <a:pathLst>
                <a:path w="1879" h="738" extrusionOk="0">
                  <a:moveTo>
                    <a:pt x="1878" y="0"/>
                  </a:moveTo>
                  <a:lnTo>
                    <a:pt x="0" y="72"/>
                  </a:lnTo>
                  <a:lnTo>
                    <a:pt x="0" y="737"/>
                  </a:lnTo>
                  <a:lnTo>
                    <a:pt x="1878" y="737"/>
                  </a:lnTo>
                  <a:lnTo>
                    <a:pt x="1878"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60">
              <a:extLst>
                <a:ext uri="{FF2B5EF4-FFF2-40B4-BE49-F238E27FC236}">
                  <a16:creationId xmlns:a16="http://schemas.microsoft.com/office/drawing/2014/main" id="{D54088E8-36AC-479D-3011-51C03BEC38F4}"/>
                </a:ext>
              </a:extLst>
            </p:cNvPr>
            <p:cNvSpPr/>
            <p:nvPr/>
          </p:nvSpPr>
          <p:spPr>
            <a:xfrm flipH="1">
              <a:off x="6299469" y="2462332"/>
              <a:ext cx="206445" cy="27818"/>
            </a:xfrm>
            <a:custGeom>
              <a:avLst/>
              <a:gdLst/>
              <a:ahLst/>
              <a:cxnLst/>
              <a:rect l="l" t="t" r="r" b="b"/>
              <a:pathLst>
                <a:path w="1937" h="261" extrusionOk="0">
                  <a:moveTo>
                    <a:pt x="0" y="1"/>
                  </a:moveTo>
                  <a:lnTo>
                    <a:pt x="0" y="261"/>
                  </a:lnTo>
                  <a:lnTo>
                    <a:pt x="1936" y="261"/>
                  </a:lnTo>
                  <a:lnTo>
                    <a:pt x="1936" y="1"/>
                  </a:lnTo>
                  <a:close/>
                </a:path>
              </a:pathLst>
            </a:custGeom>
            <a:solidFill>
              <a:srgbClr val="8F8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60">
              <a:extLst>
                <a:ext uri="{FF2B5EF4-FFF2-40B4-BE49-F238E27FC236}">
                  <a16:creationId xmlns:a16="http://schemas.microsoft.com/office/drawing/2014/main" id="{E5FAC0D9-9FF6-A567-81C2-5816E296C78F}"/>
                </a:ext>
              </a:extLst>
            </p:cNvPr>
            <p:cNvSpPr/>
            <p:nvPr/>
          </p:nvSpPr>
          <p:spPr>
            <a:xfrm flipH="1">
              <a:off x="6079274" y="3366245"/>
              <a:ext cx="649925" cy="486762"/>
            </a:xfrm>
            <a:custGeom>
              <a:avLst/>
              <a:gdLst/>
              <a:ahLst/>
              <a:cxnLst/>
              <a:rect l="l" t="t" r="r" b="b"/>
              <a:pathLst>
                <a:path w="6098" h="4567" extrusionOk="0">
                  <a:moveTo>
                    <a:pt x="0" y="1"/>
                  </a:moveTo>
                  <a:lnTo>
                    <a:pt x="0" y="4567"/>
                  </a:lnTo>
                  <a:lnTo>
                    <a:pt x="6097" y="4567"/>
                  </a:lnTo>
                  <a:lnTo>
                    <a:pt x="6097" y="218"/>
                  </a:lnTo>
                  <a:lnTo>
                    <a:pt x="0"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60">
              <a:extLst>
                <a:ext uri="{FF2B5EF4-FFF2-40B4-BE49-F238E27FC236}">
                  <a16:creationId xmlns:a16="http://schemas.microsoft.com/office/drawing/2014/main" id="{636C6032-A39D-56E0-9D32-7A09F30CE267}"/>
                </a:ext>
              </a:extLst>
            </p:cNvPr>
            <p:cNvSpPr/>
            <p:nvPr/>
          </p:nvSpPr>
          <p:spPr>
            <a:xfrm flipH="1">
              <a:off x="6305651" y="3494142"/>
              <a:ext cx="200264" cy="78658"/>
            </a:xfrm>
            <a:custGeom>
              <a:avLst/>
              <a:gdLst/>
              <a:ahLst/>
              <a:cxnLst/>
              <a:rect l="l" t="t" r="r" b="b"/>
              <a:pathLst>
                <a:path w="1879" h="738" extrusionOk="0">
                  <a:moveTo>
                    <a:pt x="1878" y="0"/>
                  </a:moveTo>
                  <a:lnTo>
                    <a:pt x="0" y="72"/>
                  </a:lnTo>
                  <a:lnTo>
                    <a:pt x="0" y="737"/>
                  </a:lnTo>
                  <a:lnTo>
                    <a:pt x="1878" y="737"/>
                  </a:lnTo>
                  <a:lnTo>
                    <a:pt x="1878"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60">
              <a:extLst>
                <a:ext uri="{FF2B5EF4-FFF2-40B4-BE49-F238E27FC236}">
                  <a16:creationId xmlns:a16="http://schemas.microsoft.com/office/drawing/2014/main" id="{E480BC15-3467-95CE-844D-491B77D7DBEB}"/>
                </a:ext>
              </a:extLst>
            </p:cNvPr>
            <p:cNvSpPr/>
            <p:nvPr/>
          </p:nvSpPr>
          <p:spPr>
            <a:xfrm flipH="1">
              <a:off x="6299469" y="3631206"/>
              <a:ext cx="206445" cy="29310"/>
            </a:xfrm>
            <a:custGeom>
              <a:avLst/>
              <a:gdLst/>
              <a:ahLst/>
              <a:cxnLst/>
              <a:rect l="l" t="t" r="r" b="b"/>
              <a:pathLst>
                <a:path w="1937" h="275" extrusionOk="0">
                  <a:moveTo>
                    <a:pt x="0" y="0"/>
                  </a:moveTo>
                  <a:lnTo>
                    <a:pt x="0" y="275"/>
                  </a:lnTo>
                  <a:lnTo>
                    <a:pt x="1936" y="275"/>
                  </a:lnTo>
                  <a:lnTo>
                    <a:pt x="1936"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60">
              <a:extLst>
                <a:ext uri="{FF2B5EF4-FFF2-40B4-BE49-F238E27FC236}">
                  <a16:creationId xmlns:a16="http://schemas.microsoft.com/office/drawing/2014/main" id="{74A2117C-D3B3-5BE5-F42B-1F4312951641}"/>
                </a:ext>
              </a:extLst>
            </p:cNvPr>
            <p:cNvSpPr/>
            <p:nvPr/>
          </p:nvSpPr>
          <p:spPr>
            <a:xfrm flipH="1">
              <a:off x="6079274" y="3914498"/>
              <a:ext cx="649925" cy="488254"/>
            </a:xfrm>
            <a:custGeom>
              <a:avLst/>
              <a:gdLst/>
              <a:ahLst/>
              <a:cxnLst/>
              <a:rect l="l" t="t" r="r" b="b"/>
              <a:pathLst>
                <a:path w="6098" h="4581" extrusionOk="0">
                  <a:moveTo>
                    <a:pt x="0" y="1"/>
                  </a:moveTo>
                  <a:lnTo>
                    <a:pt x="0" y="4581"/>
                  </a:lnTo>
                  <a:lnTo>
                    <a:pt x="6097" y="4581"/>
                  </a:lnTo>
                  <a:lnTo>
                    <a:pt x="6097" y="217"/>
                  </a:lnTo>
                  <a:lnTo>
                    <a:pt x="0"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60">
              <a:extLst>
                <a:ext uri="{FF2B5EF4-FFF2-40B4-BE49-F238E27FC236}">
                  <a16:creationId xmlns:a16="http://schemas.microsoft.com/office/drawing/2014/main" id="{AA77B93F-1274-2E75-8380-F062E2427630}"/>
                </a:ext>
              </a:extLst>
            </p:cNvPr>
            <p:cNvSpPr/>
            <p:nvPr/>
          </p:nvSpPr>
          <p:spPr>
            <a:xfrm flipH="1">
              <a:off x="6305651" y="4042289"/>
              <a:ext cx="200264" cy="78658"/>
            </a:xfrm>
            <a:custGeom>
              <a:avLst/>
              <a:gdLst/>
              <a:ahLst/>
              <a:cxnLst/>
              <a:rect l="l" t="t" r="r" b="b"/>
              <a:pathLst>
                <a:path w="1879" h="738" extrusionOk="0">
                  <a:moveTo>
                    <a:pt x="1878" y="1"/>
                  </a:moveTo>
                  <a:lnTo>
                    <a:pt x="0" y="59"/>
                  </a:lnTo>
                  <a:lnTo>
                    <a:pt x="0" y="738"/>
                  </a:lnTo>
                  <a:lnTo>
                    <a:pt x="1878" y="738"/>
                  </a:lnTo>
                  <a:lnTo>
                    <a:pt x="1878"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60">
              <a:extLst>
                <a:ext uri="{FF2B5EF4-FFF2-40B4-BE49-F238E27FC236}">
                  <a16:creationId xmlns:a16="http://schemas.microsoft.com/office/drawing/2014/main" id="{D15F1899-3ED4-5DEA-600D-1B0989BFCE37}"/>
                </a:ext>
              </a:extLst>
            </p:cNvPr>
            <p:cNvSpPr/>
            <p:nvPr/>
          </p:nvSpPr>
          <p:spPr>
            <a:xfrm flipH="1">
              <a:off x="6299469" y="4180951"/>
              <a:ext cx="206445" cy="27818"/>
            </a:xfrm>
            <a:custGeom>
              <a:avLst/>
              <a:gdLst/>
              <a:ahLst/>
              <a:cxnLst/>
              <a:rect l="l" t="t" r="r" b="b"/>
              <a:pathLst>
                <a:path w="1937" h="261" extrusionOk="0">
                  <a:moveTo>
                    <a:pt x="0" y="0"/>
                  </a:moveTo>
                  <a:lnTo>
                    <a:pt x="0" y="260"/>
                  </a:lnTo>
                  <a:lnTo>
                    <a:pt x="1936" y="260"/>
                  </a:lnTo>
                  <a:lnTo>
                    <a:pt x="1936"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60">
              <a:extLst>
                <a:ext uri="{FF2B5EF4-FFF2-40B4-BE49-F238E27FC236}">
                  <a16:creationId xmlns:a16="http://schemas.microsoft.com/office/drawing/2014/main" id="{86B69027-6564-EF32-7C30-85A14F96F376}"/>
                </a:ext>
              </a:extLst>
            </p:cNvPr>
            <p:cNvSpPr/>
            <p:nvPr/>
          </p:nvSpPr>
          <p:spPr>
            <a:xfrm flipH="1">
              <a:off x="6079274" y="4451986"/>
              <a:ext cx="649925" cy="485164"/>
            </a:xfrm>
            <a:custGeom>
              <a:avLst/>
              <a:gdLst/>
              <a:ahLst/>
              <a:cxnLst/>
              <a:rect l="l" t="t" r="r" b="b"/>
              <a:pathLst>
                <a:path w="6098" h="4552" extrusionOk="0">
                  <a:moveTo>
                    <a:pt x="0" y="0"/>
                  </a:moveTo>
                  <a:lnTo>
                    <a:pt x="0" y="4552"/>
                  </a:lnTo>
                  <a:lnTo>
                    <a:pt x="6097" y="4552"/>
                  </a:lnTo>
                  <a:lnTo>
                    <a:pt x="6097" y="217"/>
                  </a:lnTo>
                  <a:lnTo>
                    <a:pt x="0"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60">
              <a:extLst>
                <a:ext uri="{FF2B5EF4-FFF2-40B4-BE49-F238E27FC236}">
                  <a16:creationId xmlns:a16="http://schemas.microsoft.com/office/drawing/2014/main" id="{72B0C64D-A295-9D7C-ED68-8ABA92F95C6C}"/>
                </a:ext>
              </a:extLst>
            </p:cNvPr>
            <p:cNvSpPr/>
            <p:nvPr/>
          </p:nvSpPr>
          <p:spPr>
            <a:xfrm flipH="1">
              <a:off x="6305651" y="4579777"/>
              <a:ext cx="200264" cy="77166"/>
            </a:xfrm>
            <a:custGeom>
              <a:avLst/>
              <a:gdLst/>
              <a:ahLst/>
              <a:cxnLst/>
              <a:rect l="l" t="t" r="r" b="b"/>
              <a:pathLst>
                <a:path w="1879" h="724" extrusionOk="0">
                  <a:moveTo>
                    <a:pt x="1878" y="1"/>
                  </a:moveTo>
                  <a:lnTo>
                    <a:pt x="0" y="44"/>
                  </a:lnTo>
                  <a:lnTo>
                    <a:pt x="0" y="723"/>
                  </a:lnTo>
                  <a:lnTo>
                    <a:pt x="1878" y="723"/>
                  </a:lnTo>
                  <a:lnTo>
                    <a:pt x="1878"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60">
              <a:extLst>
                <a:ext uri="{FF2B5EF4-FFF2-40B4-BE49-F238E27FC236}">
                  <a16:creationId xmlns:a16="http://schemas.microsoft.com/office/drawing/2014/main" id="{D788B4B3-B979-0688-3F56-3AD9B55E3123}"/>
                </a:ext>
              </a:extLst>
            </p:cNvPr>
            <p:cNvSpPr/>
            <p:nvPr/>
          </p:nvSpPr>
          <p:spPr>
            <a:xfrm flipH="1">
              <a:off x="6299469" y="4718332"/>
              <a:ext cx="206445" cy="27925"/>
            </a:xfrm>
            <a:custGeom>
              <a:avLst/>
              <a:gdLst/>
              <a:ahLst/>
              <a:cxnLst/>
              <a:rect l="l" t="t" r="r" b="b"/>
              <a:pathLst>
                <a:path w="1937" h="262" extrusionOk="0">
                  <a:moveTo>
                    <a:pt x="0" y="1"/>
                  </a:moveTo>
                  <a:lnTo>
                    <a:pt x="0" y="261"/>
                  </a:lnTo>
                  <a:lnTo>
                    <a:pt x="1936" y="261"/>
                  </a:lnTo>
                  <a:lnTo>
                    <a:pt x="1936"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60">
              <a:extLst>
                <a:ext uri="{FF2B5EF4-FFF2-40B4-BE49-F238E27FC236}">
                  <a16:creationId xmlns:a16="http://schemas.microsoft.com/office/drawing/2014/main" id="{E4A6783A-883F-5F1F-71A7-9399FD7A3265}"/>
                </a:ext>
              </a:extLst>
            </p:cNvPr>
            <p:cNvSpPr/>
            <p:nvPr/>
          </p:nvSpPr>
          <p:spPr>
            <a:xfrm flipH="1">
              <a:off x="6211752" y="2757987"/>
              <a:ext cx="756185" cy="67893"/>
            </a:xfrm>
            <a:custGeom>
              <a:avLst/>
              <a:gdLst/>
              <a:ahLst/>
              <a:cxnLst/>
              <a:rect l="l" t="t" r="r" b="b"/>
              <a:pathLst>
                <a:path w="7095" h="637" extrusionOk="0">
                  <a:moveTo>
                    <a:pt x="0" y="1"/>
                  </a:moveTo>
                  <a:lnTo>
                    <a:pt x="0" y="189"/>
                  </a:lnTo>
                  <a:lnTo>
                    <a:pt x="7095" y="636"/>
                  </a:lnTo>
                  <a:lnTo>
                    <a:pt x="7095" y="261"/>
                  </a:lnTo>
                  <a:lnTo>
                    <a:pt x="0" y="1"/>
                  </a:ln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60">
              <a:extLst>
                <a:ext uri="{FF2B5EF4-FFF2-40B4-BE49-F238E27FC236}">
                  <a16:creationId xmlns:a16="http://schemas.microsoft.com/office/drawing/2014/main" id="{B750F6E6-5924-798C-31A9-AE4481B5E416}"/>
                </a:ext>
              </a:extLst>
            </p:cNvPr>
            <p:cNvSpPr/>
            <p:nvPr/>
          </p:nvSpPr>
          <p:spPr>
            <a:xfrm flipH="1">
              <a:off x="6431946" y="2773442"/>
              <a:ext cx="649925" cy="485164"/>
            </a:xfrm>
            <a:custGeom>
              <a:avLst/>
              <a:gdLst/>
              <a:ahLst/>
              <a:cxnLst/>
              <a:rect l="l" t="t" r="r" b="b"/>
              <a:pathLst>
                <a:path w="6098" h="4552" extrusionOk="0">
                  <a:moveTo>
                    <a:pt x="0" y="0"/>
                  </a:moveTo>
                  <a:lnTo>
                    <a:pt x="0" y="4552"/>
                  </a:lnTo>
                  <a:lnTo>
                    <a:pt x="6098" y="4552"/>
                  </a:lnTo>
                  <a:lnTo>
                    <a:pt x="6098" y="217"/>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60">
              <a:extLst>
                <a:ext uri="{FF2B5EF4-FFF2-40B4-BE49-F238E27FC236}">
                  <a16:creationId xmlns:a16="http://schemas.microsoft.com/office/drawing/2014/main" id="{A0CE2989-57ED-8DFA-8C15-055C66724B2D}"/>
                </a:ext>
              </a:extLst>
            </p:cNvPr>
            <p:cNvSpPr/>
            <p:nvPr/>
          </p:nvSpPr>
          <p:spPr>
            <a:xfrm flipH="1">
              <a:off x="6658323" y="2901232"/>
              <a:ext cx="200264" cy="78658"/>
            </a:xfrm>
            <a:custGeom>
              <a:avLst/>
              <a:gdLst/>
              <a:ahLst/>
              <a:cxnLst/>
              <a:rect l="l" t="t" r="r" b="b"/>
              <a:pathLst>
                <a:path w="1879" h="738" extrusionOk="0">
                  <a:moveTo>
                    <a:pt x="1879" y="0"/>
                  </a:moveTo>
                  <a:lnTo>
                    <a:pt x="0" y="44"/>
                  </a:lnTo>
                  <a:lnTo>
                    <a:pt x="0" y="737"/>
                  </a:lnTo>
                  <a:lnTo>
                    <a:pt x="1879" y="737"/>
                  </a:lnTo>
                  <a:lnTo>
                    <a:pt x="1879"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60">
              <a:extLst>
                <a:ext uri="{FF2B5EF4-FFF2-40B4-BE49-F238E27FC236}">
                  <a16:creationId xmlns:a16="http://schemas.microsoft.com/office/drawing/2014/main" id="{5419DD47-2E04-3654-523D-0F310F813B43}"/>
                </a:ext>
              </a:extLst>
            </p:cNvPr>
            <p:cNvSpPr/>
            <p:nvPr/>
          </p:nvSpPr>
          <p:spPr>
            <a:xfrm flipH="1">
              <a:off x="6652141" y="3039788"/>
              <a:ext cx="206445" cy="27818"/>
            </a:xfrm>
            <a:custGeom>
              <a:avLst/>
              <a:gdLst/>
              <a:ahLst/>
              <a:cxnLst/>
              <a:rect l="l" t="t" r="r" b="b"/>
              <a:pathLst>
                <a:path w="1937" h="261" extrusionOk="0">
                  <a:moveTo>
                    <a:pt x="0" y="1"/>
                  </a:moveTo>
                  <a:lnTo>
                    <a:pt x="0" y="261"/>
                  </a:lnTo>
                  <a:lnTo>
                    <a:pt x="1936" y="261"/>
                  </a:lnTo>
                  <a:lnTo>
                    <a:pt x="1936"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60">
              <a:extLst>
                <a:ext uri="{FF2B5EF4-FFF2-40B4-BE49-F238E27FC236}">
                  <a16:creationId xmlns:a16="http://schemas.microsoft.com/office/drawing/2014/main" id="{533CC21B-923F-2554-32DE-C4DB44C9511D}"/>
                </a:ext>
              </a:extLst>
            </p:cNvPr>
            <p:cNvSpPr/>
            <p:nvPr/>
          </p:nvSpPr>
          <p:spPr>
            <a:xfrm flipH="1">
              <a:off x="6102403" y="2796463"/>
              <a:ext cx="335834" cy="462142"/>
            </a:xfrm>
            <a:custGeom>
              <a:avLst/>
              <a:gdLst/>
              <a:ahLst/>
              <a:cxnLst/>
              <a:rect l="l" t="t" r="r" b="b"/>
              <a:pathLst>
                <a:path w="3151" h="4336" extrusionOk="0">
                  <a:moveTo>
                    <a:pt x="1" y="1"/>
                  </a:moveTo>
                  <a:lnTo>
                    <a:pt x="59" y="4336"/>
                  </a:lnTo>
                  <a:lnTo>
                    <a:pt x="3049" y="4336"/>
                  </a:lnTo>
                  <a:lnTo>
                    <a:pt x="31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60">
              <a:extLst>
                <a:ext uri="{FF2B5EF4-FFF2-40B4-BE49-F238E27FC236}">
                  <a16:creationId xmlns:a16="http://schemas.microsoft.com/office/drawing/2014/main" id="{393B736E-32D9-A401-3C7A-3D3CE4961C8F}"/>
                </a:ext>
              </a:extLst>
            </p:cNvPr>
            <p:cNvSpPr/>
            <p:nvPr/>
          </p:nvSpPr>
          <p:spPr>
            <a:xfrm flipH="1">
              <a:off x="6113166" y="3258492"/>
              <a:ext cx="660796" cy="209541"/>
            </a:xfrm>
            <a:custGeom>
              <a:avLst/>
              <a:gdLst/>
              <a:ahLst/>
              <a:cxnLst/>
              <a:rect l="l" t="t" r="r" b="b"/>
              <a:pathLst>
                <a:path w="6200" h="1966" extrusionOk="0">
                  <a:moveTo>
                    <a:pt x="1" y="1"/>
                  </a:moveTo>
                  <a:lnTo>
                    <a:pt x="1" y="1966"/>
                  </a:lnTo>
                  <a:lnTo>
                    <a:pt x="6199"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60">
              <a:extLst>
                <a:ext uri="{FF2B5EF4-FFF2-40B4-BE49-F238E27FC236}">
                  <a16:creationId xmlns:a16="http://schemas.microsoft.com/office/drawing/2014/main" id="{88F321B1-4E0E-25E3-0961-EAB5D88328D4}"/>
                </a:ext>
              </a:extLst>
            </p:cNvPr>
            <p:cNvSpPr/>
            <p:nvPr/>
          </p:nvSpPr>
          <p:spPr>
            <a:xfrm flipH="1">
              <a:off x="6787709" y="1484877"/>
              <a:ext cx="820879" cy="671470"/>
            </a:xfrm>
            <a:custGeom>
              <a:avLst/>
              <a:gdLst/>
              <a:ahLst/>
              <a:cxnLst/>
              <a:rect l="l" t="t" r="r" b="b"/>
              <a:pathLst>
                <a:path w="7702" h="6300" extrusionOk="0">
                  <a:moveTo>
                    <a:pt x="5111" y="1"/>
                  </a:moveTo>
                  <a:cubicBezTo>
                    <a:pt x="4951" y="1"/>
                    <a:pt x="4818" y="55"/>
                    <a:pt x="4740" y="184"/>
                  </a:cubicBezTo>
                  <a:cubicBezTo>
                    <a:pt x="4549" y="94"/>
                    <a:pt x="4366" y="55"/>
                    <a:pt x="4195" y="55"/>
                  </a:cubicBezTo>
                  <a:cubicBezTo>
                    <a:pt x="3601" y="55"/>
                    <a:pt x="3149" y="524"/>
                    <a:pt x="2992" y="950"/>
                  </a:cubicBezTo>
                  <a:cubicBezTo>
                    <a:pt x="2847" y="1340"/>
                    <a:pt x="2789" y="1398"/>
                    <a:pt x="2674" y="1817"/>
                  </a:cubicBezTo>
                  <a:cubicBezTo>
                    <a:pt x="2544" y="2236"/>
                    <a:pt x="2284" y="2641"/>
                    <a:pt x="1879" y="2756"/>
                  </a:cubicBezTo>
                  <a:cubicBezTo>
                    <a:pt x="1735" y="2785"/>
                    <a:pt x="1590" y="2785"/>
                    <a:pt x="1460" y="2829"/>
                  </a:cubicBezTo>
                  <a:cubicBezTo>
                    <a:pt x="1316" y="2857"/>
                    <a:pt x="1171" y="2930"/>
                    <a:pt x="1113" y="3060"/>
                  </a:cubicBezTo>
                  <a:cubicBezTo>
                    <a:pt x="1012" y="3320"/>
                    <a:pt x="1301" y="3594"/>
                    <a:pt x="1243" y="3898"/>
                  </a:cubicBezTo>
                  <a:cubicBezTo>
                    <a:pt x="1200" y="4115"/>
                    <a:pt x="969" y="4230"/>
                    <a:pt x="752" y="4288"/>
                  </a:cubicBezTo>
                  <a:cubicBezTo>
                    <a:pt x="535" y="4360"/>
                    <a:pt x="304" y="4418"/>
                    <a:pt x="174" y="4591"/>
                  </a:cubicBezTo>
                  <a:cubicBezTo>
                    <a:pt x="1" y="4851"/>
                    <a:pt x="116" y="5227"/>
                    <a:pt x="333" y="5458"/>
                  </a:cubicBezTo>
                  <a:cubicBezTo>
                    <a:pt x="638" y="5786"/>
                    <a:pt x="1086" y="5981"/>
                    <a:pt x="1529" y="5981"/>
                  </a:cubicBezTo>
                  <a:cubicBezTo>
                    <a:pt x="1652" y="5981"/>
                    <a:pt x="1774" y="5966"/>
                    <a:pt x="1894" y="5935"/>
                  </a:cubicBezTo>
                  <a:cubicBezTo>
                    <a:pt x="2284" y="5848"/>
                    <a:pt x="2630" y="5588"/>
                    <a:pt x="3006" y="5400"/>
                  </a:cubicBezTo>
                  <a:cubicBezTo>
                    <a:pt x="3248" y="5293"/>
                    <a:pt x="3513" y="5213"/>
                    <a:pt x="3765" y="5213"/>
                  </a:cubicBezTo>
                  <a:cubicBezTo>
                    <a:pt x="3919" y="5213"/>
                    <a:pt x="4069" y="5243"/>
                    <a:pt x="4205" y="5314"/>
                  </a:cubicBezTo>
                  <a:cubicBezTo>
                    <a:pt x="4422" y="5429"/>
                    <a:pt x="4567" y="5646"/>
                    <a:pt x="4740" y="5805"/>
                  </a:cubicBezTo>
                  <a:cubicBezTo>
                    <a:pt x="5102" y="6127"/>
                    <a:pt x="5576" y="6299"/>
                    <a:pt x="6047" y="6299"/>
                  </a:cubicBezTo>
                  <a:cubicBezTo>
                    <a:pt x="6083" y="6299"/>
                    <a:pt x="6120" y="6298"/>
                    <a:pt x="6156" y="6296"/>
                  </a:cubicBezTo>
                  <a:cubicBezTo>
                    <a:pt x="6662" y="6238"/>
                    <a:pt x="7153" y="5964"/>
                    <a:pt x="7456" y="5559"/>
                  </a:cubicBezTo>
                  <a:cubicBezTo>
                    <a:pt x="7601" y="5372"/>
                    <a:pt x="7688" y="5140"/>
                    <a:pt x="7702" y="4924"/>
                  </a:cubicBezTo>
                  <a:cubicBezTo>
                    <a:pt x="7702" y="4692"/>
                    <a:pt x="7615" y="4447"/>
                    <a:pt x="7442" y="4331"/>
                  </a:cubicBezTo>
                  <a:cubicBezTo>
                    <a:pt x="7240" y="4201"/>
                    <a:pt x="6907" y="4143"/>
                    <a:pt x="6878" y="3912"/>
                  </a:cubicBezTo>
                  <a:cubicBezTo>
                    <a:pt x="6835" y="3753"/>
                    <a:pt x="6980" y="3609"/>
                    <a:pt x="7095" y="3493"/>
                  </a:cubicBezTo>
                  <a:cubicBezTo>
                    <a:pt x="7196" y="3363"/>
                    <a:pt x="7326" y="3204"/>
                    <a:pt x="7254" y="3060"/>
                  </a:cubicBezTo>
                  <a:cubicBezTo>
                    <a:pt x="7167" y="2857"/>
                    <a:pt x="6864" y="2886"/>
                    <a:pt x="6691" y="2713"/>
                  </a:cubicBezTo>
                  <a:cubicBezTo>
                    <a:pt x="6589" y="2612"/>
                    <a:pt x="6575" y="2424"/>
                    <a:pt x="6604" y="2265"/>
                  </a:cubicBezTo>
                  <a:cubicBezTo>
                    <a:pt x="6647" y="2121"/>
                    <a:pt x="6719" y="1976"/>
                    <a:pt x="6763" y="1817"/>
                  </a:cubicBezTo>
                  <a:cubicBezTo>
                    <a:pt x="6864" y="1528"/>
                    <a:pt x="6792" y="1254"/>
                    <a:pt x="6647" y="950"/>
                  </a:cubicBezTo>
                  <a:cubicBezTo>
                    <a:pt x="6438" y="564"/>
                    <a:pt x="5630" y="1"/>
                    <a:pt x="5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60">
              <a:extLst>
                <a:ext uri="{FF2B5EF4-FFF2-40B4-BE49-F238E27FC236}">
                  <a16:creationId xmlns:a16="http://schemas.microsoft.com/office/drawing/2014/main" id="{9283D910-A98A-FB34-2473-7B4D484FDFB7}"/>
                </a:ext>
              </a:extLst>
            </p:cNvPr>
            <p:cNvSpPr/>
            <p:nvPr/>
          </p:nvSpPr>
          <p:spPr>
            <a:xfrm flipH="1">
              <a:off x="6168589" y="2408188"/>
              <a:ext cx="264745" cy="305359"/>
            </a:xfrm>
            <a:custGeom>
              <a:avLst/>
              <a:gdLst/>
              <a:ahLst/>
              <a:cxnLst/>
              <a:rect l="l" t="t" r="r" b="b"/>
              <a:pathLst>
                <a:path w="2484" h="2865" extrusionOk="0">
                  <a:moveTo>
                    <a:pt x="1216" y="0"/>
                  </a:moveTo>
                  <a:cubicBezTo>
                    <a:pt x="1076" y="0"/>
                    <a:pt x="70" y="870"/>
                    <a:pt x="70" y="870"/>
                  </a:cubicBezTo>
                  <a:cubicBezTo>
                    <a:pt x="70" y="870"/>
                    <a:pt x="0" y="2865"/>
                    <a:pt x="358" y="2865"/>
                  </a:cubicBezTo>
                  <a:cubicBezTo>
                    <a:pt x="363" y="2865"/>
                    <a:pt x="369" y="2865"/>
                    <a:pt x="374" y="2864"/>
                  </a:cubicBezTo>
                  <a:cubicBezTo>
                    <a:pt x="374" y="2864"/>
                    <a:pt x="1862" y="2459"/>
                    <a:pt x="1963" y="2315"/>
                  </a:cubicBezTo>
                  <a:cubicBezTo>
                    <a:pt x="2079" y="2170"/>
                    <a:pt x="1371" y="2141"/>
                    <a:pt x="1371" y="2141"/>
                  </a:cubicBezTo>
                  <a:cubicBezTo>
                    <a:pt x="1371" y="2141"/>
                    <a:pt x="2093" y="2098"/>
                    <a:pt x="2209" y="1953"/>
                  </a:cubicBezTo>
                  <a:cubicBezTo>
                    <a:pt x="2310" y="1809"/>
                    <a:pt x="1299" y="1708"/>
                    <a:pt x="1299" y="1708"/>
                  </a:cubicBezTo>
                  <a:lnTo>
                    <a:pt x="1299" y="1708"/>
                  </a:lnTo>
                  <a:cubicBezTo>
                    <a:pt x="1299" y="1708"/>
                    <a:pt x="1381" y="1711"/>
                    <a:pt x="1499" y="1711"/>
                  </a:cubicBezTo>
                  <a:cubicBezTo>
                    <a:pt x="1795" y="1711"/>
                    <a:pt x="2314" y="1689"/>
                    <a:pt x="2324" y="1534"/>
                  </a:cubicBezTo>
                  <a:cubicBezTo>
                    <a:pt x="2353" y="1303"/>
                    <a:pt x="1226" y="1188"/>
                    <a:pt x="1226" y="1188"/>
                  </a:cubicBezTo>
                  <a:lnTo>
                    <a:pt x="1226" y="1188"/>
                  </a:lnTo>
                  <a:cubicBezTo>
                    <a:pt x="1226" y="1188"/>
                    <a:pt x="1305" y="1191"/>
                    <a:pt x="1422" y="1191"/>
                  </a:cubicBezTo>
                  <a:cubicBezTo>
                    <a:pt x="1755" y="1191"/>
                    <a:pt x="2397" y="1167"/>
                    <a:pt x="2440" y="985"/>
                  </a:cubicBezTo>
                  <a:cubicBezTo>
                    <a:pt x="2483" y="754"/>
                    <a:pt x="937" y="725"/>
                    <a:pt x="937" y="725"/>
                  </a:cubicBezTo>
                  <a:cubicBezTo>
                    <a:pt x="1299" y="451"/>
                    <a:pt x="1327" y="46"/>
                    <a:pt x="1226" y="3"/>
                  </a:cubicBezTo>
                  <a:cubicBezTo>
                    <a:pt x="1224" y="1"/>
                    <a:pt x="1220" y="0"/>
                    <a:pt x="121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60">
              <a:extLst>
                <a:ext uri="{FF2B5EF4-FFF2-40B4-BE49-F238E27FC236}">
                  <a16:creationId xmlns:a16="http://schemas.microsoft.com/office/drawing/2014/main" id="{140DEBED-1877-22F3-4853-F2DCCE521C56}"/>
                </a:ext>
              </a:extLst>
            </p:cNvPr>
            <p:cNvSpPr/>
            <p:nvPr/>
          </p:nvSpPr>
          <p:spPr>
            <a:xfrm flipH="1">
              <a:off x="6391872" y="1949570"/>
              <a:ext cx="751389" cy="803099"/>
            </a:xfrm>
            <a:custGeom>
              <a:avLst/>
              <a:gdLst/>
              <a:ahLst/>
              <a:cxnLst/>
              <a:rect l="l" t="t" r="r" b="b"/>
              <a:pathLst>
                <a:path w="7050" h="7535" extrusionOk="0">
                  <a:moveTo>
                    <a:pt x="1096" y="0"/>
                  </a:moveTo>
                  <a:cubicBezTo>
                    <a:pt x="1096" y="0"/>
                    <a:pt x="360" y="1806"/>
                    <a:pt x="157" y="4768"/>
                  </a:cubicBezTo>
                  <a:cubicBezTo>
                    <a:pt x="0" y="7230"/>
                    <a:pt x="1889" y="7535"/>
                    <a:pt x="2937" y="7535"/>
                  </a:cubicBezTo>
                  <a:cubicBezTo>
                    <a:pt x="3144" y="7535"/>
                    <a:pt x="3318" y="7523"/>
                    <a:pt x="3437" y="7513"/>
                  </a:cubicBezTo>
                  <a:cubicBezTo>
                    <a:pt x="4160" y="7456"/>
                    <a:pt x="7049" y="7196"/>
                    <a:pt x="7049" y="7196"/>
                  </a:cubicBezTo>
                  <a:lnTo>
                    <a:pt x="6731" y="5173"/>
                  </a:lnTo>
                  <a:cubicBezTo>
                    <a:pt x="6731" y="5173"/>
                    <a:pt x="5652" y="5271"/>
                    <a:pt x="4250" y="5271"/>
                  </a:cubicBezTo>
                  <a:cubicBezTo>
                    <a:pt x="3868" y="5271"/>
                    <a:pt x="3462" y="5264"/>
                    <a:pt x="3047" y="5245"/>
                  </a:cubicBezTo>
                  <a:cubicBezTo>
                    <a:pt x="2426" y="5202"/>
                    <a:pt x="2527" y="2673"/>
                    <a:pt x="2657" y="1243"/>
                  </a:cubicBezTo>
                  <a:cubicBezTo>
                    <a:pt x="2686" y="708"/>
                    <a:pt x="2325" y="217"/>
                    <a:pt x="1804" y="130"/>
                  </a:cubicBezTo>
                  <a:lnTo>
                    <a:pt x="10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60">
              <a:extLst>
                <a:ext uri="{FF2B5EF4-FFF2-40B4-BE49-F238E27FC236}">
                  <a16:creationId xmlns:a16="http://schemas.microsoft.com/office/drawing/2014/main" id="{357453A7-630F-0619-3FA7-5DB481E63639}"/>
                </a:ext>
              </a:extLst>
            </p:cNvPr>
            <p:cNvSpPr/>
            <p:nvPr/>
          </p:nvSpPr>
          <p:spPr>
            <a:xfrm flipH="1">
              <a:off x="6810730" y="2819591"/>
              <a:ext cx="874809" cy="2122271"/>
            </a:xfrm>
            <a:custGeom>
              <a:avLst/>
              <a:gdLst/>
              <a:ahLst/>
              <a:cxnLst/>
              <a:rect l="l" t="t" r="r" b="b"/>
              <a:pathLst>
                <a:path w="8208" h="19912" extrusionOk="0">
                  <a:moveTo>
                    <a:pt x="2269" y="1"/>
                  </a:moveTo>
                  <a:lnTo>
                    <a:pt x="0" y="19911"/>
                  </a:lnTo>
                  <a:lnTo>
                    <a:pt x="2355" y="19911"/>
                  </a:lnTo>
                  <a:lnTo>
                    <a:pt x="4956" y="2284"/>
                  </a:lnTo>
                  <a:lnTo>
                    <a:pt x="3945" y="19911"/>
                  </a:lnTo>
                  <a:lnTo>
                    <a:pt x="6372" y="19911"/>
                  </a:lnTo>
                  <a:lnTo>
                    <a:pt x="8207" y="1099"/>
                  </a:lnTo>
                  <a:lnTo>
                    <a:pt x="2269" y="1"/>
                  </a:ln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60">
              <a:extLst>
                <a:ext uri="{FF2B5EF4-FFF2-40B4-BE49-F238E27FC236}">
                  <a16:creationId xmlns:a16="http://schemas.microsoft.com/office/drawing/2014/main" id="{05C8DDF7-B83A-0421-6007-88F27A619D31}"/>
                </a:ext>
              </a:extLst>
            </p:cNvPr>
            <p:cNvSpPr/>
            <p:nvPr/>
          </p:nvSpPr>
          <p:spPr>
            <a:xfrm flipH="1">
              <a:off x="6391872" y="1949570"/>
              <a:ext cx="751389" cy="803099"/>
            </a:xfrm>
            <a:custGeom>
              <a:avLst/>
              <a:gdLst/>
              <a:ahLst/>
              <a:cxnLst/>
              <a:rect l="l" t="t" r="r" b="b"/>
              <a:pathLst>
                <a:path w="7050" h="7535" extrusionOk="0">
                  <a:moveTo>
                    <a:pt x="1096" y="0"/>
                  </a:moveTo>
                  <a:cubicBezTo>
                    <a:pt x="1096" y="0"/>
                    <a:pt x="360" y="1806"/>
                    <a:pt x="157" y="4768"/>
                  </a:cubicBezTo>
                  <a:cubicBezTo>
                    <a:pt x="0" y="7230"/>
                    <a:pt x="1889" y="7535"/>
                    <a:pt x="2937" y="7535"/>
                  </a:cubicBezTo>
                  <a:cubicBezTo>
                    <a:pt x="3144" y="7535"/>
                    <a:pt x="3318" y="7523"/>
                    <a:pt x="3437" y="7513"/>
                  </a:cubicBezTo>
                  <a:cubicBezTo>
                    <a:pt x="4160" y="7456"/>
                    <a:pt x="7049" y="7196"/>
                    <a:pt x="7049" y="7196"/>
                  </a:cubicBezTo>
                  <a:lnTo>
                    <a:pt x="6731" y="5173"/>
                  </a:lnTo>
                  <a:cubicBezTo>
                    <a:pt x="6731" y="5173"/>
                    <a:pt x="5652" y="5271"/>
                    <a:pt x="4250" y="5271"/>
                  </a:cubicBezTo>
                  <a:cubicBezTo>
                    <a:pt x="3868" y="5271"/>
                    <a:pt x="3462" y="5264"/>
                    <a:pt x="3047" y="5245"/>
                  </a:cubicBezTo>
                  <a:cubicBezTo>
                    <a:pt x="2426" y="5202"/>
                    <a:pt x="2527" y="2673"/>
                    <a:pt x="2657" y="1243"/>
                  </a:cubicBezTo>
                  <a:cubicBezTo>
                    <a:pt x="2686" y="708"/>
                    <a:pt x="2325" y="217"/>
                    <a:pt x="1804" y="130"/>
                  </a:cubicBezTo>
                  <a:lnTo>
                    <a:pt x="1096"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60">
              <a:extLst>
                <a:ext uri="{FF2B5EF4-FFF2-40B4-BE49-F238E27FC236}">
                  <a16:creationId xmlns:a16="http://schemas.microsoft.com/office/drawing/2014/main" id="{030CED0F-8F54-8A5E-90FE-E0730BBC4A91}"/>
                </a:ext>
              </a:extLst>
            </p:cNvPr>
            <p:cNvSpPr/>
            <p:nvPr/>
          </p:nvSpPr>
          <p:spPr>
            <a:xfrm flipH="1">
              <a:off x="6790693" y="1947012"/>
              <a:ext cx="759382" cy="1064226"/>
            </a:xfrm>
            <a:custGeom>
              <a:avLst/>
              <a:gdLst/>
              <a:ahLst/>
              <a:cxnLst/>
              <a:rect l="l" t="t" r="r" b="b"/>
              <a:pathLst>
                <a:path w="7125" h="9985" extrusionOk="0">
                  <a:moveTo>
                    <a:pt x="4005" y="1"/>
                  </a:moveTo>
                  <a:cubicBezTo>
                    <a:pt x="3042" y="1"/>
                    <a:pt x="1882" y="95"/>
                    <a:pt x="1258" y="443"/>
                  </a:cubicBezTo>
                  <a:cubicBezTo>
                    <a:pt x="1258" y="443"/>
                    <a:pt x="189" y="906"/>
                    <a:pt x="1" y="1541"/>
                  </a:cubicBezTo>
                  <a:lnTo>
                    <a:pt x="2081" y="6035"/>
                  </a:lnTo>
                  <a:lnTo>
                    <a:pt x="507" y="9560"/>
                  </a:lnTo>
                  <a:cubicBezTo>
                    <a:pt x="507" y="9560"/>
                    <a:pt x="2767" y="9984"/>
                    <a:pt x="4728" y="9984"/>
                  </a:cubicBezTo>
                  <a:cubicBezTo>
                    <a:pt x="5708" y="9984"/>
                    <a:pt x="6614" y="9878"/>
                    <a:pt x="7124" y="9560"/>
                  </a:cubicBezTo>
                  <a:lnTo>
                    <a:pt x="5910" y="5789"/>
                  </a:lnTo>
                  <a:cubicBezTo>
                    <a:pt x="7052" y="3405"/>
                    <a:pt x="6199" y="111"/>
                    <a:pt x="5607" y="111"/>
                  </a:cubicBezTo>
                  <a:cubicBezTo>
                    <a:pt x="5549" y="111"/>
                    <a:pt x="5607" y="111"/>
                    <a:pt x="5549" y="96"/>
                  </a:cubicBezTo>
                  <a:cubicBezTo>
                    <a:pt x="5391" y="58"/>
                    <a:pt x="4758" y="1"/>
                    <a:pt x="4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60">
              <a:extLst>
                <a:ext uri="{FF2B5EF4-FFF2-40B4-BE49-F238E27FC236}">
                  <a16:creationId xmlns:a16="http://schemas.microsoft.com/office/drawing/2014/main" id="{0B2DD532-A07F-A680-9D12-E71278489ED8}"/>
                </a:ext>
              </a:extLst>
            </p:cNvPr>
            <p:cNvSpPr/>
            <p:nvPr/>
          </p:nvSpPr>
          <p:spPr>
            <a:xfrm flipH="1">
              <a:off x="7067269" y="1946799"/>
              <a:ext cx="247159" cy="489427"/>
            </a:xfrm>
            <a:custGeom>
              <a:avLst/>
              <a:gdLst/>
              <a:ahLst/>
              <a:cxnLst/>
              <a:rect l="l" t="t" r="r" b="b"/>
              <a:pathLst>
                <a:path w="2319" h="4592" extrusionOk="0">
                  <a:moveTo>
                    <a:pt x="1659" y="0"/>
                  </a:moveTo>
                  <a:cubicBezTo>
                    <a:pt x="1095" y="0"/>
                    <a:pt x="321" y="26"/>
                    <a:pt x="0" y="156"/>
                  </a:cubicBezTo>
                  <a:lnTo>
                    <a:pt x="2312" y="4592"/>
                  </a:lnTo>
                  <a:lnTo>
                    <a:pt x="2312" y="12"/>
                  </a:lnTo>
                  <a:cubicBezTo>
                    <a:pt x="2318" y="12"/>
                    <a:pt x="2035" y="0"/>
                    <a:pt x="1659" y="0"/>
                  </a:cubicBezTo>
                  <a:close/>
                </a:path>
              </a:pathLst>
            </a:custGeom>
            <a:solidFill>
              <a:srgbClr val="EC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60">
              <a:extLst>
                <a:ext uri="{FF2B5EF4-FFF2-40B4-BE49-F238E27FC236}">
                  <a16:creationId xmlns:a16="http://schemas.microsoft.com/office/drawing/2014/main" id="{3D287D54-241D-4B9B-0925-C95153FE96E1}"/>
                </a:ext>
              </a:extLst>
            </p:cNvPr>
            <p:cNvSpPr/>
            <p:nvPr/>
          </p:nvSpPr>
          <p:spPr>
            <a:xfrm flipH="1">
              <a:off x="6921681" y="1527509"/>
              <a:ext cx="395838" cy="501044"/>
            </a:xfrm>
            <a:custGeom>
              <a:avLst/>
              <a:gdLst/>
              <a:ahLst/>
              <a:cxnLst/>
              <a:rect l="l" t="t" r="r" b="b"/>
              <a:pathLst>
                <a:path w="3714" h="4701" extrusionOk="0">
                  <a:moveTo>
                    <a:pt x="1948" y="1"/>
                  </a:moveTo>
                  <a:cubicBezTo>
                    <a:pt x="1011" y="1"/>
                    <a:pt x="983" y="435"/>
                    <a:pt x="983" y="435"/>
                  </a:cubicBezTo>
                  <a:lnTo>
                    <a:pt x="983" y="1172"/>
                  </a:lnTo>
                  <a:cubicBezTo>
                    <a:pt x="983" y="1172"/>
                    <a:pt x="747" y="1002"/>
                    <a:pt x="518" y="1002"/>
                  </a:cubicBezTo>
                  <a:cubicBezTo>
                    <a:pt x="346" y="1002"/>
                    <a:pt x="178" y="1097"/>
                    <a:pt x="116" y="1432"/>
                  </a:cubicBezTo>
                  <a:cubicBezTo>
                    <a:pt x="1" y="2038"/>
                    <a:pt x="579" y="2154"/>
                    <a:pt x="579" y="2154"/>
                  </a:cubicBezTo>
                  <a:lnTo>
                    <a:pt x="434" y="3888"/>
                  </a:lnTo>
                  <a:cubicBezTo>
                    <a:pt x="420" y="4105"/>
                    <a:pt x="492" y="4336"/>
                    <a:pt x="651" y="4509"/>
                  </a:cubicBezTo>
                  <a:cubicBezTo>
                    <a:pt x="802" y="4649"/>
                    <a:pt x="970" y="4700"/>
                    <a:pt x="1137" y="4700"/>
                  </a:cubicBezTo>
                  <a:cubicBezTo>
                    <a:pt x="1400" y="4700"/>
                    <a:pt x="1658" y="4572"/>
                    <a:pt x="1836" y="4466"/>
                  </a:cubicBezTo>
                  <a:cubicBezTo>
                    <a:pt x="1980" y="4394"/>
                    <a:pt x="2052" y="4249"/>
                    <a:pt x="2052" y="4090"/>
                  </a:cubicBezTo>
                  <a:lnTo>
                    <a:pt x="2052" y="3613"/>
                  </a:lnTo>
                  <a:lnTo>
                    <a:pt x="2674" y="3613"/>
                  </a:lnTo>
                  <a:cubicBezTo>
                    <a:pt x="3714" y="3556"/>
                    <a:pt x="3526" y="290"/>
                    <a:pt x="3526" y="290"/>
                  </a:cubicBezTo>
                  <a:cubicBezTo>
                    <a:pt x="3526" y="30"/>
                    <a:pt x="2948" y="16"/>
                    <a:pt x="2948" y="16"/>
                  </a:cubicBezTo>
                  <a:lnTo>
                    <a:pt x="1995" y="1"/>
                  </a:lnTo>
                  <a:cubicBezTo>
                    <a:pt x="1979" y="1"/>
                    <a:pt x="1964" y="1"/>
                    <a:pt x="1948"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60">
              <a:extLst>
                <a:ext uri="{FF2B5EF4-FFF2-40B4-BE49-F238E27FC236}">
                  <a16:creationId xmlns:a16="http://schemas.microsoft.com/office/drawing/2014/main" id="{9DBA1960-EE64-2DF8-2F32-DA65C9916D22}"/>
                </a:ext>
              </a:extLst>
            </p:cNvPr>
            <p:cNvSpPr/>
            <p:nvPr/>
          </p:nvSpPr>
          <p:spPr>
            <a:xfrm flipH="1">
              <a:off x="7003215" y="1692390"/>
              <a:ext cx="18651" cy="101680"/>
            </a:xfrm>
            <a:custGeom>
              <a:avLst/>
              <a:gdLst/>
              <a:ahLst/>
              <a:cxnLst/>
              <a:rect l="l" t="t" r="r" b="b"/>
              <a:pathLst>
                <a:path w="175" h="954" extrusionOk="0">
                  <a:moveTo>
                    <a:pt x="145" y="0"/>
                  </a:moveTo>
                  <a:cubicBezTo>
                    <a:pt x="116" y="0"/>
                    <a:pt x="102" y="231"/>
                    <a:pt x="116" y="520"/>
                  </a:cubicBezTo>
                  <a:cubicBezTo>
                    <a:pt x="116" y="665"/>
                    <a:pt x="145" y="809"/>
                    <a:pt x="102" y="882"/>
                  </a:cubicBezTo>
                  <a:cubicBezTo>
                    <a:pt x="87" y="910"/>
                    <a:pt x="59" y="925"/>
                    <a:pt x="30" y="925"/>
                  </a:cubicBezTo>
                  <a:lnTo>
                    <a:pt x="1" y="925"/>
                  </a:lnTo>
                  <a:cubicBezTo>
                    <a:pt x="1" y="925"/>
                    <a:pt x="1" y="954"/>
                    <a:pt x="30" y="954"/>
                  </a:cubicBezTo>
                  <a:cubicBezTo>
                    <a:pt x="73" y="954"/>
                    <a:pt x="102" y="954"/>
                    <a:pt x="145" y="896"/>
                  </a:cubicBezTo>
                  <a:cubicBezTo>
                    <a:pt x="174" y="838"/>
                    <a:pt x="174" y="795"/>
                    <a:pt x="174" y="723"/>
                  </a:cubicBezTo>
                  <a:lnTo>
                    <a:pt x="174" y="520"/>
                  </a:lnTo>
                  <a:cubicBezTo>
                    <a:pt x="174" y="231"/>
                    <a:pt x="160" y="0"/>
                    <a:pt x="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60">
              <a:extLst>
                <a:ext uri="{FF2B5EF4-FFF2-40B4-BE49-F238E27FC236}">
                  <a16:creationId xmlns:a16="http://schemas.microsoft.com/office/drawing/2014/main" id="{15B79940-8089-D630-D9C3-8048E8DA54B2}"/>
                </a:ext>
              </a:extLst>
            </p:cNvPr>
            <p:cNvSpPr/>
            <p:nvPr/>
          </p:nvSpPr>
          <p:spPr>
            <a:xfrm flipH="1">
              <a:off x="7077182" y="1693882"/>
              <a:ext cx="9379" cy="24727"/>
            </a:xfrm>
            <a:custGeom>
              <a:avLst/>
              <a:gdLst/>
              <a:ahLst/>
              <a:cxnLst/>
              <a:rect l="l" t="t" r="r" b="b"/>
              <a:pathLst>
                <a:path w="88" h="232" extrusionOk="0">
                  <a:moveTo>
                    <a:pt x="44" y="1"/>
                  </a:moveTo>
                  <a:cubicBezTo>
                    <a:pt x="30" y="1"/>
                    <a:pt x="30" y="58"/>
                    <a:pt x="1" y="131"/>
                  </a:cubicBezTo>
                  <a:cubicBezTo>
                    <a:pt x="1" y="174"/>
                    <a:pt x="30" y="232"/>
                    <a:pt x="44" y="232"/>
                  </a:cubicBezTo>
                  <a:cubicBezTo>
                    <a:pt x="88" y="232"/>
                    <a:pt x="88" y="174"/>
                    <a:pt x="88" y="102"/>
                  </a:cubicBezTo>
                  <a:cubicBezTo>
                    <a:pt x="88" y="58"/>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60">
              <a:extLst>
                <a:ext uri="{FF2B5EF4-FFF2-40B4-BE49-F238E27FC236}">
                  <a16:creationId xmlns:a16="http://schemas.microsoft.com/office/drawing/2014/main" id="{2F37158E-A89D-CE9D-25D9-F467474AEED3}"/>
                </a:ext>
              </a:extLst>
            </p:cNvPr>
            <p:cNvSpPr/>
            <p:nvPr/>
          </p:nvSpPr>
          <p:spPr>
            <a:xfrm flipH="1">
              <a:off x="6964740" y="1692390"/>
              <a:ext cx="7780" cy="24727"/>
            </a:xfrm>
            <a:custGeom>
              <a:avLst/>
              <a:gdLst/>
              <a:ahLst/>
              <a:cxnLst/>
              <a:rect l="l" t="t" r="r" b="b"/>
              <a:pathLst>
                <a:path w="73" h="232" extrusionOk="0">
                  <a:moveTo>
                    <a:pt x="43" y="0"/>
                  </a:moveTo>
                  <a:cubicBezTo>
                    <a:pt x="15" y="0"/>
                    <a:pt x="0" y="44"/>
                    <a:pt x="0" y="116"/>
                  </a:cubicBezTo>
                  <a:cubicBezTo>
                    <a:pt x="0" y="174"/>
                    <a:pt x="15" y="231"/>
                    <a:pt x="43" y="231"/>
                  </a:cubicBezTo>
                  <a:cubicBezTo>
                    <a:pt x="72" y="231"/>
                    <a:pt x="72" y="174"/>
                    <a:pt x="72" y="101"/>
                  </a:cubicBezTo>
                  <a:cubicBezTo>
                    <a:pt x="72" y="44"/>
                    <a:pt x="58" y="0"/>
                    <a:pt x="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60">
              <a:extLst>
                <a:ext uri="{FF2B5EF4-FFF2-40B4-BE49-F238E27FC236}">
                  <a16:creationId xmlns:a16="http://schemas.microsoft.com/office/drawing/2014/main" id="{0ECCAF0E-5AB8-F00C-494F-EA8CC64EB0E3}"/>
                </a:ext>
              </a:extLst>
            </p:cNvPr>
            <p:cNvSpPr/>
            <p:nvPr/>
          </p:nvSpPr>
          <p:spPr>
            <a:xfrm flipH="1">
              <a:off x="7095620" y="1872512"/>
              <a:ext cx="61710" cy="109460"/>
            </a:xfrm>
            <a:custGeom>
              <a:avLst/>
              <a:gdLst/>
              <a:ahLst/>
              <a:cxnLst/>
              <a:rect l="l" t="t" r="r" b="b"/>
              <a:pathLst>
                <a:path w="579" h="1027" extrusionOk="0">
                  <a:moveTo>
                    <a:pt x="0" y="1"/>
                  </a:moveTo>
                  <a:cubicBezTo>
                    <a:pt x="0" y="189"/>
                    <a:pt x="0" y="362"/>
                    <a:pt x="44" y="550"/>
                  </a:cubicBezTo>
                  <a:cubicBezTo>
                    <a:pt x="101" y="723"/>
                    <a:pt x="203" y="868"/>
                    <a:pt x="361" y="954"/>
                  </a:cubicBezTo>
                  <a:cubicBezTo>
                    <a:pt x="419" y="998"/>
                    <a:pt x="506" y="1027"/>
                    <a:pt x="506" y="1027"/>
                  </a:cubicBezTo>
                  <a:cubicBezTo>
                    <a:pt x="506" y="1012"/>
                    <a:pt x="549" y="911"/>
                    <a:pt x="549" y="882"/>
                  </a:cubicBezTo>
                  <a:cubicBezTo>
                    <a:pt x="578" y="723"/>
                    <a:pt x="578" y="579"/>
                    <a:pt x="549" y="362"/>
                  </a:cubicBezTo>
                  <a:cubicBezTo>
                    <a:pt x="333" y="304"/>
                    <a:pt x="145" y="189"/>
                    <a:pt x="0"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60">
              <a:extLst>
                <a:ext uri="{FF2B5EF4-FFF2-40B4-BE49-F238E27FC236}">
                  <a16:creationId xmlns:a16="http://schemas.microsoft.com/office/drawing/2014/main" id="{29A921C7-5F8D-FACA-7FAA-F61B084ECD15}"/>
                </a:ext>
              </a:extLst>
            </p:cNvPr>
            <p:cNvSpPr/>
            <p:nvPr/>
          </p:nvSpPr>
          <p:spPr>
            <a:xfrm flipH="1">
              <a:off x="7220425" y="1664679"/>
              <a:ext cx="47854" cy="69385"/>
            </a:xfrm>
            <a:custGeom>
              <a:avLst/>
              <a:gdLst/>
              <a:ahLst/>
              <a:cxnLst/>
              <a:rect l="l" t="t" r="r" b="b"/>
              <a:pathLst>
                <a:path w="449" h="651" extrusionOk="0">
                  <a:moveTo>
                    <a:pt x="30" y="0"/>
                  </a:moveTo>
                  <a:cubicBezTo>
                    <a:pt x="30" y="15"/>
                    <a:pt x="73" y="43"/>
                    <a:pt x="145" y="72"/>
                  </a:cubicBezTo>
                  <a:cubicBezTo>
                    <a:pt x="181" y="90"/>
                    <a:pt x="226" y="134"/>
                    <a:pt x="267" y="189"/>
                  </a:cubicBezTo>
                  <a:lnTo>
                    <a:pt x="267" y="189"/>
                  </a:lnTo>
                  <a:cubicBezTo>
                    <a:pt x="256" y="184"/>
                    <a:pt x="245" y="179"/>
                    <a:pt x="232" y="174"/>
                  </a:cubicBezTo>
                  <a:cubicBezTo>
                    <a:pt x="211" y="168"/>
                    <a:pt x="192" y="165"/>
                    <a:pt x="174" y="165"/>
                  </a:cubicBezTo>
                  <a:cubicBezTo>
                    <a:pt x="143" y="165"/>
                    <a:pt x="115" y="175"/>
                    <a:pt x="88" y="202"/>
                  </a:cubicBezTo>
                  <a:cubicBezTo>
                    <a:pt x="59" y="217"/>
                    <a:pt x="30" y="275"/>
                    <a:pt x="15" y="304"/>
                  </a:cubicBezTo>
                  <a:cubicBezTo>
                    <a:pt x="1" y="405"/>
                    <a:pt x="15" y="477"/>
                    <a:pt x="59" y="520"/>
                  </a:cubicBezTo>
                  <a:cubicBezTo>
                    <a:pt x="131" y="636"/>
                    <a:pt x="203" y="650"/>
                    <a:pt x="203" y="650"/>
                  </a:cubicBezTo>
                  <a:cubicBezTo>
                    <a:pt x="203" y="650"/>
                    <a:pt x="145" y="593"/>
                    <a:pt x="88" y="491"/>
                  </a:cubicBezTo>
                  <a:cubicBezTo>
                    <a:pt x="73" y="448"/>
                    <a:pt x="44" y="376"/>
                    <a:pt x="73" y="332"/>
                  </a:cubicBezTo>
                  <a:cubicBezTo>
                    <a:pt x="86" y="281"/>
                    <a:pt x="134" y="229"/>
                    <a:pt x="195" y="229"/>
                  </a:cubicBezTo>
                  <a:cubicBezTo>
                    <a:pt x="203" y="229"/>
                    <a:pt x="210" y="230"/>
                    <a:pt x="218" y="231"/>
                  </a:cubicBezTo>
                  <a:cubicBezTo>
                    <a:pt x="247" y="260"/>
                    <a:pt x="304" y="275"/>
                    <a:pt x="333" y="304"/>
                  </a:cubicBezTo>
                  <a:lnTo>
                    <a:pt x="449" y="376"/>
                  </a:lnTo>
                  <a:lnTo>
                    <a:pt x="391" y="275"/>
                  </a:lnTo>
                  <a:cubicBezTo>
                    <a:pt x="333" y="145"/>
                    <a:pt x="232" y="72"/>
                    <a:pt x="160" y="43"/>
                  </a:cubicBezTo>
                  <a:cubicBezTo>
                    <a:pt x="88" y="0"/>
                    <a:pt x="30" y="0"/>
                    <a:pt x="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60">
              <a:extLst>
                <a:ext uri="{FF2B5EF4-FFF2-40B4-BE49-F238E27FC236}">
                  <a16:creationId xmlns:a16="http://schemas.microsoft.com/office/drawing/2014/main" id="{5E1ADFBB-B949-C674-F1A4-B3A596C25E98}"/>
                </a:ext>
              </a:extLst>
            </p:cNvPr>
            <p:cNvSpPr/>
            <p:nvPr/>
          </p:nvSpPr>
          <p:spPr>
            <a:xfrm flipH="1">
              <a:off x="7014086" y="1787887"/>
              <a:ext cx="61603" cy="48921"/>
            </a:xfrm>
            <a:custGeom>
              <a:avLst/>
              <a:gdLst/>
              <a:ahLst/>
              <a:cxnLst/>
              <a:rect l="l" t="t" r="r" b="b"/>
              <a:pathLst>
                <a:path w="578" h="459" extrusionOk="0">
                  <a:moveTo>
                    <a:pt x="29" y="0"/>
                  </a:moveTo>
                  <a:cubicBezTo>
                    <a:pt x="14" y="0"/>
                    <a:pt x="0" y="58"/>
                    <a:pt x="14" y="130"/>
                  </a:cubicBezTo>
                  <a:cubicBezTo>
                    <a:pt x="29" y="202"/>
                    <a:pt x="87" y="303"/>
                    <a:pt x="173" y="376"/>
                  </a:cubicBezTo>
                  <a:cubicBezTo>
                    <a:pt x="259" y="429"/>
                    <a:pt x="337" y="459"/>
                    <a:pt x="401" y="459"/>
                  </a:cubicBezTo>
                  <a:cubicBezTo>
                    <a:pt x="423" y="459"/>
                    <a:pt x="444" y="455"/>
                    <a:pt x="462" y="448"/>
                  </a:cubicBezTo>
                  <a:cubicBezTo>
                    <a:pt x="535" y="448"/>
                    <a:pt x="578" y="419"/>
                    <a:pt x="578" y="419"/>
                  </a:cubicBezTo>
                  <a:cubicBezTo>
                    <a:pt x="578" y="405"/>
                    <a:pt x="567" y="397"/>
                    <a:pt x="545" y="397"/>
                  </a:cubicBezTo>
                  <a:cubicBezTo>
                    <a:pt x="524" y="397"/>
                    <a:pt x="491" y="405"/>
                    <a:pt x="448" y="419"/>
                  </a:cubicBezTo>
                  <a:cubicBezTo>
                    <a:pt x="390" y="419"/>
                    <a:pt x="289" y="376"/>
                    <a:pt x="217" y="332"/>
                  </a:cubicBezTo>
                  <a:cubicBezTo>
                    <a:pt x="145" y="260"/>
                    <a:pt x="87" y="188"/>
                    <a:pt x="72" y="116"/>
                  </a:cubicBezTo>
                  <a:cubicBezTo>
                    <a:pt x="58" y="43"/>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60">
              <a:extLst>
                <a:ext uri="{FF2B5EF4-FFF2-40B4-BE49-F238E27FC236}">
                  <a16:creationId xmlns:a16="http://schemas.microsoft.com/office/drawing/2014/main" id="{2D0C63D0-E89F-789A-1A6C-A4DEBB162473}"/>
                </a:ext>
              </a:extLst>
            </p:cNvPr>
            <p:cNvSpPr/>
            <p:nvPr/>
          </p:nvSpPr>
          <p:spPr>
            <a:xfrm flipH="1">
              <a:off x="7057678" y="1782558"/>
              <a:ext cx="33466" cy="20784"/>
            </a:xfrm>
            <a:custGeom>
              <a:avLst/>
              <a:gdLst/>
              <a:ahLst/>
              <a:cxnLst/>
              <a:rect l="l" t="t" r="r" b="b"/>
              <a:pathLst>
                <a:path w="314" h="195" extrusionOk="0">
                  <a:moveTo>
                    <a:pt x="192" y="1"/>
                  </a:moveTo>
                  <a:cubicBezTo>
                    <a:pt x="165" y="1"/>
                    <a:pt x="134" y="12"/>
                    <a:pt x="102" y="36"/>
                  </a:cubicBezTo>
                  <a:cubicBezTo>
                    <a:pt x="58" y="64"/>
                    <a:pt x="29" y="108"/>
                    <a:pt x="15" y="137"/>
                  </a:cubicBezTo>
                  <a:cubicBezTo>
                    <a:pt x="1" y="180"/>
                    <a:pt x="15" y="195"/>
                    <a:pt x="15" y="195"/>
                  </a:cubicBezTo>
                  <a:cubicBezTo>
                    <a:pt x="29" y="195"/>
                    <a:pt x="73" y="122"/>
                    <a:pt x="145" y="79"/>
                  </a:cubicBezTo>
                  <a:cubicBezTo>
                    <a:pt x="232" y="50"/>
                    <a:pt x="304" y="50"/>
                    <a:pt x="304" y="36"/>
                  </a:cubicBezTo>
                  <a:cubicBezTo>
                    <a:pt x="314" y="26"/>
                    <a:pt x="310" y="9"/>
                    <a:pt x="288" y="9"/>
                  </a:cubicBezTo>
                  <a:cubicBezTo>
                    <a:pt x="278" y="9"/>
                    <a:pt x="264" y="12"/>
                    <a:pt x="246" y="21"/>
                  </a:cubicBezTo>
                  <a:cubicBezTo>
                    <a:pt x="233" y="8"/>
                    <a:pt x="214" y="1"/>
                    <a:pt x="1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60">
              <a:extLst>
                <a:ext uri="{FF2B5EF4-FFF2-40B4-BE49-F238E27FC236}">
                  <a16:creationId xmlns:a16="http://schemas.microsoft.com/office/drawing/2014/main" id="{0F794504-ECEC-D19B-12B9-1EFE75222561}"/>
                </a:ext>
              </a:extLst>
            </p:cNvPr>
            <p:cNvSpPr/>
            <p:nvPr/>
          </p:nvSpPr>
          <p:spPr>
            <a:xfrm flipH="1">
              <a:off x="6810730" y="2674854"/>
              <a:ext cx="754693" cy="1324501"/>
            </a:xfrm>
            <a:custGeom>
              <a:avLst/>
              <a:gdLst/>
              <a:ahLst/>
              <a:cxnLst/>
              <a:rect l="l" t="t" r="r" b="b"/>
              <a:pathLst>
                <a:path w="7081" h="12427" extrusionOk="0">
                  <a:moveTo>
                    <a:pt x="6401" y="0"/>
                  </a:moveTo>
                  <a:lnTo>
                    <a:pt x="651" y="2630"/>
                  </a:lnTo>
                  <a:cubicBezTo>
                    <a:pt x="651" y="2630"/>
                    <a:pt x="390" y="4234"/>
                    <a:pt x="390" y="8063"/>
                  </a:cubicBezTo>
                  <a:lnTo>
                    <a:pt x="0" y="11444"/>
                  </a:lnTo>
                  <a:lnTo>
                    <a:pt x="6112" y="12426"/>
                  </a:lnTo>
                  <a:lnTo>
                    <a:pt x="7080" y="2486"/>
                  </a:lnTo>
                  <a:cubicBezTo>
                    <a:pt x="7066" y="1778"/>
                    <a:pt x="6430" y="564"/>
                    <a:pt x="64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60">
              <a:extLst>
                <a:ext uri="{FF2B5EF4-FFF2-40B4-BE49-F238E27FC236}">
                  <a16:creationId xmlns:a16="http://schemas.microsoft.com/office/drawing/2014/main" id="{DFFEF1E0-B3EA-CEF1-F90A-4EF9F657BD8C}"/>
                </a:ext>
              </a:extLst>
            </p:cNvPr>
            <p:cNvSpPr/>
            <p:nvPr/>
          </p:nvSpPr>
          <p:spPr>
            <a:xfrm flipH="1">
              <a:off x="6781528" y="2930435"/>
              <a:ext cx="714619" cy="81322"/>
            </a:xfrm>
            <a:custGeom>
              <a:avLst/>
              <a:gdLst/>
              <a:ahLst/>
              <a:cxnLst/>
              <a:rect l="l" t="t" r="r" b="b"/>
              <a:pathLst>
                <a:path w="6705" h="763" extrusionOk="0">
                  <a:moveTo>
                    <a:pt x="4537" y="1"/>
                  </a:moveTo>
                  <a:lnTo>
                    <a:pt x="4523" y="30"/>
                  </a:lnTo>
                  <a:cubicBezTo>
                    <a:pt x="4248" y="276"/>
                    <a:pt x="3844" y="434"/>
                    <a:pt x="3439" y="550"/>
                  </a:cubicBezTo>
                  <a:cubicBezTo>
                    <a:pt x="3100" y="627"/>
                    <a:pt x="2744" y="662"/>
                    <a:pt x="2410" y="662"/>
                  </a:cubicBezTo>
                  <a:cubicBezTo>
                    <a:pt x="2302" y="662"/>
                    <a:pt x="2197" y="658"/>
                    <a:pt x="2096" y="651"/>
                  </a:cubicBezTo>
                  <a:cubicBezTo>
                    <a:pt x="1677" y="637"/>
                    <a:pt x="1301" y="564"/>
                    <a:pt x="997" y="492"/>
                  </a:cubicBezTo>
                  <a:cubicBezTo>
                    <a:pt x="694" y="420"/>
                    <a:pt x="434" y="362"/>
                    <a:pt x="275" y="319"/>
                  </a:cubicBezTo>
                  <a:cubicBezTo>
                    <a:pt x="203" y="290"/>
                    <a:pt x="131" y="276"/>
                    <a:pt x="73" y="261"/>
                  </a:cubicBezTo>
                  <a:cubicBezTo>
                    <a:pt x="29" y="247"/>
                    <a:pt x="1" y="247"/>
                    <a:pt x="1" y="247"/>
                  </a:cubicBezTo>
                  <a:lnTo>
                    <a:pt x="1" y="247"/>
                  </a:lnTo>
                  <a:cubicBezTo>
                    <a:pt x="1" y="261"/>
                    <a:pt x="44" y="261"/>
                    <a:pt x="73" y="276"/>
                  </a:cubicBezTo>
                  <a:cubicBezTo>
                    <a:pt x="131" y="304"/>
                    <a:pt x="203" y="333"/>
                    <a:pt x="275" y="348"/>
                  </a:cubicBezTo>
                  <a:cubicBezTo>
                    <a:pt x="434" y="406"/>
                    <a:pt x="694" y="492"/>
                    <a:pt x="997" y="564"/>
                  </a:cubicBezTo>
                  <a:cubicBezTo>
                    <a:pt x="1301" y="637"/>
                    <a:pt x="1691" y="738"/>
                    <a:pt x="2096" y="752"/>
                  </a:cubicBezTo>
                  <a:cubicBezTo>
                    <a:pt x="2195" y="759"/>
                    <a:pt x="2297" y="763"/>
                    <a:pt x="2401" y="763"/>
                  </a:cubicBezTo>
                  <a:cubicBezTo>
                    <a:pt x="2739" y="763"/>
                    <a:pt x="3101" y="725"/>
                    <a:pt x="3454" y="637"/>
                  </a:cubicBezTo>
                  <a:cubicBezTo>
                    <a:pt x="3868" y="537"/>
                    <a:pt x="4255" y="352"/>
                    <a:pt x="4543" y="96"/>
                  </a:cubicBezTo>
                  <a:lnTo>
                    <a:pt x="4543" y="96"/>
                  </a:lnTo>
                  <a:cubicBezTo>
                    <a:pt x="5112" y="338"/>
                    <a:pt x="5641" y="464"/>
                    <a:pt x="6048" y="464"/>
                  </a:cubicBezTo>
                  <a:cubicBezTo>
                    <a:pt x="6070" y="464"/>
                    <a:pt x="6091" y="464"/>
                    <a:pt x="6112" y="463"/>
                  </a:cubicBezTo>
                  <a:cubicBezTo>
                    <a:pt x="6315" y="463"/>
                    <a:pt x="6474" y="391"/>
                    <a:pt x="6560" y="333"/>
                  </a:cubicBezTo>
                  <a:cubicBezTo>
                    <a:pt x="6618" y="319"/>
                    <a:pt x="6647" y="304"/>
                    <a:pt x="6676" y="276"/>
                  </a:cubicBezTo>
                  <a:cubicBezTo>
                    <a:pt x="6690" y="276"/>
                    <a:pt x="6705" y="261"/>
                    <a:pt x="6705" y="261"/>
                  </a:cubicBezTo>
                  <a:lnTo>
                    <a:pt x="6705" y="261"/>
                  </a:lnTo>
                  <a:cubicBezTo>
                    <a:pt x="6705" y="261"/>
                    <a:pt x="6647" y="276"/>
                    <a:pt x="6560" y="304"/>
                  </a:cubicBezTo>
                  <a:cubicBezTo>
                    <a:pt x="6459" y="333"/>
                    <a:pt x="6315" y="391"/>
                    <a:pt x="6112" y="406"/>
                  </a:cubicBezTo>
                  <a:cubicBezTo>
                    <a:pt x="6094" y="406"/>
                    <a:pt x="6075" y="407"/>
                    <a:pt x="6056" y="407"/>
                  </a:cubicBezTo>
                  <a:cubicBezTo>
                    <a:pt x="5658" y="407"/>
                    <a:pt x="5131" y="263"/>
                    <a:pt x="4552"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60">
              <a:extLst>
                <a:ext uri="{FF2B5EF4-FFF2-40B4-BE49-F238E27FC236}">
                  <a16:creationId xmlns:a16="http://schemas.microsoft.com/office/drawing/2014/main" id="{4B026D1C-4A3B-BED8-DDB9-36EC98269EA7}"/>
                </a:ext>
              </a:extLst>
            </p:cNvPr>
            <p:cNvSpPr/>
            <p:nvPr/>
          </p:nvSpPr>
          <p:spPr>
            <a:xfrm flipH="1">
              <a:off x="7010996" y="2417674"/>
              <a:ext cx="55528" cy="519057"/>
            </a:xfrm>
            <a:custGeom>
              <a:avLst/>
              <a:gdLst/>
              <a:ahLst/>
              <a:cxnLst/>
              <a:rect l="l" t="t" r="r" b="b"/>
              <a:pathLst>
                <a:path w="521" h="4870" extrusionOk="0">
                  <a:moveTo>
                    <a:pt x="1" y="1"/>
                  </a:moveTo>
                  <a:cubicBezTo>
                    <a:pt x="1" y="1"/>
                    <a:pt x="1" y="73"/>
                    <a:pt x="15" y="188"/>
                  </a:cubicBezTo>
                  <a:cubicBezTo>
                    <a:pt x="44" y="347"/>
                    <a:pt x="59" y="506"/>
                    <a:pt x="73" y="723"/>
                  </a:cubicBezTo>
                  <a:cubicBezTo>
                    <a:pt x="131" y="1171"/>
                    <a:pt x="203" y="1763"/>
                    <a:pt x="275" y="2442"/>
                  </a:cubicBezTo>
                  <a:cubicBezTo>
                    <a:pt x="348" y="3107"/>
                    <a:pt x="405" y="3714"/>
                    <a:pt x="434" y="4147"/>
                  </a:cubicBezTo>
                  <a:cubicBezTo>
                    <a:pt x="449" y="4364"/>
                    <a:pt x="478" y="4552"/>
                    <a:pt x="492" y="4682"/>
                  </a:cubicBezTo>
                  <a:cubicBezTo>
                    <a:pt x="492" y="4798"/>
                    <a:pt x="506" y="4870"/>
                    <a:pt x="506" y="4870"/>
                  </a:cubicBezTo>
                  <a:cubicBezTo>
                    <a:pt x="506" y="4870"/>
                    <a:pt x="506" y="4826"/>
                    <a:pt x="521" y="4653"/>
                  </a:cubicBezTo>
                  <a:cubicBezTo>
                    <a:pt x="506" y="4537"/>
                    <a:pt x="506" y="4350"/>
                    <a:pt x="492" y="4133"/>
                  </a:cubicBezTo>
                  <a:cubicBezTo>
                    <a:pt x="478" y="3699"/>
                    <a:pt x="420" y="3093"/>
                    <a:pt x="348" y="2413"/>
                  </a:cubicBezTo>
                  <a:cubicBezTo>
                    <a:pt x="275" y="1749"/>
                    <a:pt x="203" y="1142"/>
                    <a:pt x="131" y="709"/>
                  </a:cubicBezTo>
                  <a:cubicBezTo>
                    <a:pt x="87" y="463"/>
                    <a:pt x="59" y="304"/>
                    <a:pt x="44" y="174"/>
                  </a:cubicBezTo>
                  <a:cubicBezTo>
                    <a:pt x="15" y="73"/>
                    <a:pt x="1" y="1"/>
                    <a:pt x="1"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60">
              <a:extLst>
                <a:ext uri="{FF2B5EF4-FFF2-40B4-BE49-F238E27FC236}">
                  <a16:creationId xmlns:a16="http://schemas.microsoft.com/office/drawing/2014/main" id="{AA74FD8F-3A72-1FD5-1753-93495771939F}"/>
                </a:ext>
              </a:extLst>
            </p:cNvPr>
            <p:cNvSpPr/>
            <p:nvPr/>
          </p:nvSpPr>
          <p:spPr>
            <a:xfrm flipH="1">
              <a:off x="7226499" y="2696384"/>
              <a:ext cx="154115" cy="162858"/>
            </a:xfrm>
            <a:custGeom>
              <a:avLst/>
              <a:gdLst/>
              <a:ahLst/>
              <a:cxnLst/>
              <a:rect l="l" t="t" r="r" b="b"/>
              <a:pathLst>
                <a:path w="1446" h="1528" extrusionOk="0">
                  <a:moveTo>
                    <a:pt x="101" y="1"/>
                  </a:moveTo>
                  <a:cubicBezTo>
                    <a:pt x="101" y="1"/>
                    <a:pt x="174" y="1"/>
                    <a:pt x="289" y="15"/>
                  </a:cubicBezTo>
                  <a:cubicBezTo>
                    <a:pt x="419" y="44"/>
                    <a:pt x="593" y="59"/>
                    <a:pt x="824" y="73"/>
                  </a:cubicBezTo>
                  <a:cubicBezTo>
                    <a:pt x="925" y="87"/>
                    <a:pt x="1055" y="87"/>
                    <a:pt x="1185" y="116"/>
                  </a:cubicBezTo>
                  <a:cubicBezTo>
                    <a:pt x="1257" y="116"/>
                    <a:pt x="1301" y="116"/>
                    <a:pt x="1344" y="160"/>
                  </a:cubicBezTo>
                  <a:cubicBezTo>
                    <a:pt x="1373" y="217"/>
                    <a:pt x="1373" y="290"/>
                    <a:pt x="1373" y="362"/>
                  </a:cubicBezTo>
                  <a:cubicBezTo>
                    <a:pt x="1373" y="506"/>
                    <a:pt x="1373" y="665"/>
                    <a:pt x="1344" y="810"/>
                  </a:cubicBezTo>
                  <a:cubicBezTo>
                    <a:pt x="1301" y="954"/>
                    <a:pt x="1228" y="1128"/>
                    <a:pt x="1127" y="1229"/>
                  </a:cubicBezTo>
                  <a:cubicBezTo>
                    <a:pt x="1012" y="1344"/>
                    <a:pt x="853" y="1417"/>
                    <a:pt x="708" y="1446"/>
                  </a:cubicBezTo>
                  <a:cubicBezTo>
                    <a:pt x="641" y="1466"/>
                    <a:pt x="571" y="1477"/>
                    <a:pt x="502" y="1477"/>
                  </a:cubicBezTo>
                  <a:cubicBezTo>
                    <a:pt x="422" y="1477"/>
                    <a:pt x="344" y="1462"/>
                    <a:pt x="275" y="1431"/>
                  </a:cubicBezTo>
                  <a:cubicBezTo>
                    <a:pt x="145" y="1359"/>
                    <a:pt x="101" y="1229"/>
                    <a:pt x="72" y="1099"/>
                  </a:cubicBezTo>
                  <a:cubicBezTo>
                    <a:pt x="44" y="983"/>
                    <a:pt x="58" y="853"/>
                    <a:pt x="58" y="738"/>
                  </a:cubicBezTo>
                  <a:cubicBezTo>
                    <a:pt x="72" y="506"/>
                    <a:pt x="116" y="348"/>
                    <a:pt x="130" y="217"/>
                  </a:cubicBezTo>
                  <a:cubicBezTo>
                    <a:pt x="145" y="116"/>
                    <a:pt x="174" y="44"/>
                    <a:pt x="174" y="44"/>
                  </a:cubicBezTo>
                  <a:lnTo>
                    <a:pt x="174" y="44"/>
                  </a:lnTo>
                  <a:cubicBezTo>
                    <a:pt x="174" y="44"/>
                    <a:pt x="130" y="88"/>
                    <a:pt x="116" y="232"/>
                  </a:cubicBezTo>
                  <a:cubicBezTo>
                    <a:pt x="72" y="362"/>
                    <a:pt x="44" y="535"/>
                    <a:pt x="29" y="752"/>
                  </a:cubicBezTo>
                  <a:cubicBezTo>
                    <a:pt x="0" y="868"/>
                    <a:pt x="0" y="998"/>
                    <a:pt x="29" y="1113"/>
                  </a:cubicBezTo>
                  <a:cubicBezTo>
                    <a:pt x="29" y="1243"/>
                    <a:pt x="101" y="1402"/>
                    <a:pt x="246" y="1475"/>
                  </a:cubicBezTo>
                  <a:cubicBezTo>
                    <a:pt x="323" y="1513"/>
                    <a:pt x="405" y="1527"/>
                    <a:pt x="489" y="1527"/>
                  </a:cubicBezTo>
                  <a:cubicBezTo>
                    <a:pt x="561" y="1527"/>
                    <a:pt x="635" y="1517"/>
                    <a:pt x="708" y="1503"/>
                  </a:cubicBezTo>
                  <a:cubicBezTo>
                    <a:pt x="867" y="1460"/>
                    <a:pt x="1040" y="1388"/>
                    <a:pt x="1156" y="1258"/>
                  </a:cubicBezTo>
                  <a:cubicBezTo>
                    <a:pt x="1301" y="1142"/>
                    <a:pt x="1358" y="969"/>
                    <a:pt x="1402" y="810"/>
                  </a:cubicBezTo>
                  <a:cubicBezTo>
                    <a:pt x="1431" y="651"/>
                    <a:pt x="1431" y="492"/>
                    <a:pt x="1431" y="348"/>
                  </a:cubicBezTo>
                  <a:cubicBezTo>
                    <a:pt x="1431" y="275"/>
                    <a:pt x="1445" y="189"/>
                    <a:pt x="1402" y="102"/>
                  </a:cubicBezTo>
                  <a:cubicBezTo>
                    <a:pt x="1358" y="87"/>
                    <a:pt x="1329" y="59"/>
                    <a:pt x="1286" y="59"/>
                  </a:cubicBezTo>
                  <a:cubicBezTo>
                    <a:pt x="1257" y="44"/>
                    <a:pt x="1214" y="44"/>
                    <a:pt x="1185" y="44"/>
                  </a:cubicBezTo>
                  <a:cubicBezTo>
                    <a:pt x="1055" y="44"/>
                    <a:pt x="925" y="15"/>
                    <a:pt x="824" y="15"/>
                  </a:cubicBezTo>
                  <a:cubicBezTo>
                    <a:pt x="607" y="15"/>
                    <a:pt x="434" y="1"/>
                    <a:pt x="289" y="1"/>
                  </a:cubicBezTo>
                  <a:close/>
                </a:path>
              </a:pathLst>
            </a:custGeom>
            <a:solidFill>
              <a:srgbClr val="C59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60">
              <a:extLst>
                <a:ext uri="{FF2B5EF4-FFF2-40B4-BE49-F238E27FC236}">
                  <a16:creationId xmlns:a16="http://schemas.microsoft.com/office/drawing/2014/main" id="{658008AD-F59C-EDD5-56F6-7D24EFC721C9}"/>
                </a:ext>
              </a:extLst>
            </p:cNvPr>
            <p:cNvSpPr/>
            <p:nvPr/>
          </p:nvSpPr>
          <p:spPr>
            <a:xfrm flipH="1">
              <a:off x="6989360" y="1947972"/>
              <a:ext cx="77164" cy="494436"/>
            </a:xfrm>
            <a:custGeom>
              <a:avLst/>
              <a:gdLst/>
              <a:ahLst/>
              <a:cxnLst/>
              <a:rect l="l" t="t" r="r" b="b"/>
              <a:pathLst>
                <a:path w="724" h="4639" extrusionOk="0">
                  <a:moveTo>
                    <a:pt x="1" y="1"/>
                  </a:moveTo>
                  <a:lnTo>
                    <a:pt x="1" y="4639"/>
                  </a:lnTo>
                  <a:cubicBezTo>
                    <a:pt x="1" y="4639"/>
                    <a:pt x="723" y="1532"/>
                    <a:pt x="579" y="1142"/>
                  </a:cubicBezTo>
                  <a:cubicBezTo>
                    <a:pt x="420" y="738"/>
                    <a:pt x="1" y="1"/>
                    <a:pt x="1"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60">
              <a:extLst>
                <a:ext uri="{FF2B5EF4-FFF2-40B4-BE49-F238E27FC236}">
                  <a16:creationId xmlns:a16="http://schemas.microsoft.com/office/drawing/2014/main" id="{51329C45-8FC3-6891-D7C6-BDA65B258E37}"/>
                </a:ext>
              </a:extLst>
            </p:cNvPr>
            <p:cNvSpPr/>
            <p:nvPr/>
          </p:nvSpPr>
          <p:spPr>
            <a:xfrm flipH="1">
              <a:off x="7067909" y="1963426"/>
              <a:ext cx="291177" cy="472800"/>
            </a:xfrm>
            <a:custGeom>
              <a:avLst/>
              <a:gdLst/>
              <a:ahLst/>
              <a:cxnLst/>
              <a:rect l="l" t="t" r="r" b="b"/>
              <a:pathLst>
                <a:path w="2732" h="4436" extrusionOk="0">
                  <a:moveTo>
                    <a:pt x="419" y="0"/>
                  </a:moveTo>
                  <a:cubicBezTo>
                    <a:pt x="333" y="15"/>
                    <a:pt x="0" y="1315"/>
                    <a:pt x="347" y="1720"/>
                  </a:cubicBezTo>
                  <a:cubicBezTo>
                    <a:pt x="723" y="2153"/>
                    <a:pt x="2731" y="4436"/>
                    <a:pt x="2731" y="4436"/>
                  </a:cubicBezTo>
                  <a:lnTo>
                    <a:pt x="419"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60">
              <a:extLst>
                <a:ext uri="{FF2B5EF4-FFF2-40B4-BE49-F238E27FC236}">
                  <a16:creationId xmlns:a16="http://schemas.microsoft.com/office/drawing/2014/main" id="{4169FC7F-7EB7-B5E3-7E01-7DB66BD056EB}"/>
                </a:ext>
              </a:extLst>
            </p:cNvPr>
            <p:cNvSpPr/>
            <p:nvPr/>
          </p:nvSpPr>
          <p:spPr>
            <a:xfrm flipH="1">
              <a:off x="7314321" y="4927764"/>
              <a:ext cx="371218" cy="37091"/>
            </a:xfrm>
            <a:custGeom>
              <a:avLst/>
              <a:gdLst/>
              <a:ahLst/>
              <a:cxnLst/>
              <a:rect l="l" t="t" r="r" b="b"/>
              <a:pathLst>
                <a:path w="3483" h="348" extrusionOk="0">
                  <a:moveTo>
                    <a:pt x="2384" y="1"/>
                  </a:moveTo>
                  <a:lnTo>
                    <a:pt x="0" y="131"/>
                  </a:lnTo>
                  <a:cubicBezTo>
                    <a:pt x="0" y="131"/>
                    <a:pt x="2240" y="347"/>
                    <a:pt x="3120" y="347"/>
                  </a:cubicBezTo>
                  <a:cubicBezTo>
                    <a:pt x="3330" y="347"/>
                    <a:pt x="3462" y="335"/>
                    <a:pt x="3468" y="304"/>
                  </a:cubicBezTo>
                  <a:cubicBezTo>
                    <a:pt x="3482" y="145"/>
                    <a:pt x="2384" y="1"/>
                    <a:pt x="23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60">
              <a:extLst>
                <a:ext uri="{FF2B5EF4-FFF2-40B4-BE49-F238E27FC236}">
                  <a16:creationId xmlns:a16="http://schemas.microsoft.com/office/drawing/2014/main" id="{079A71EB-F40B-C274-6592-5891C0819981}"/>
                </a:ext>
              </a:extLst>
            </p:cNvPr>
            <p:cNvSpPr/>
            <p:nvPr/>
          </p:nvSpPr>
          <p:spPr>
            <a:xfrm flipH="1">
              <a:off x="6896954" y="4927764"/>
              <a:ext cx="371325" cy="37091"/>
            </a:xfrm>
            <a:custGeom>
              <a:avLst/>
              <a:gdLst/>
              <a:ahLst/>
              <a:cxnLst/>
              <a:rect l="l" t="t" r="r" b="b"/>
              <a:pathLst>
                <a:path w="3484" h="348" extrusionOk="0">
                  <a:moveTo>
                    <a:pt x="2385" y="1"/>
                  </a:moveTo>
                  <a:lnTo>
                    <a:pt x="1" y="131"/>
                  </a:lnTo>
                  <a:cubicBezTo>
                    <a:pt x="1" y="131"/>
                    <a:pt x="2250" y="347"/>
                    <a:pt x="3126" y="347"/>
                  </a:cubicBezTo>
                  <a:cubicBezTo>
                    <a:pt x="3335" y="347"/>
                    <a:pt x="3466" y="335"/>
                    <a:pt x="3469" y="304"/>
                  </a:cubicBezTo>
                  <a:cubicBezTo>
                    <a:pt x="3483" y="145"/>
                    <a:pt x="2385" y="1"/>
                    <a:pt x="23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60">
              <a:extLst>
                <a:ext uri="{FF2B5EF4-FFF2-40B4-BE49-F238E27FC236}">
                  <a16:creationId xmlns:a16="http://schemas.microsoft.com/office/drawing/2014/main" id="{2ADEF385-C4E2-75A5-CFC0-76B853D0CE88}"/>
                </a:ext>
              </a:extLst>
            </p:cNvPr>
            <p:cNvSpPr/>
            <p:nvPr/>
          </p:nvSpPr>
          <p:spPr>
            <a:xfrm flipH="1">
              <a:off x="6904735" y="1505660"/>
              <a:ext cx="348090" cy="160087"/>
            </a:xfrm>
            <a:custGeom>
              <a:avLst/>
              <a:gdLst/>
              <a:ahLst/>
              <a:cxnLst/>
              <a:rect l="l" t="t" r="r" b="b"/>
              <a:pathLst>
                <a:path w="3266" h="1502" extrusionOk="0">
                  <a:moveTo>
                    <a:pt x="1771" y="0"/>
                  </a:moveTo>
                  <a:cubicBezTo>
                    <a:pt x="1647" y="0"/>
                    <a:pt x="1523" y="7"/>
                    <a:pt x="1402" y="18"/>
                  </a:cubicBezTo>
                  <a:cubicBezTo>
                    <a:pt x="1156" y="33"/>
                    <a:pt x="882" y="62"/>
                    <a:pt x="651" y="148"/>
                  </a:cubicBezTo>
                  <a:cubicBezTo>
                    <a:pt x="405" y="250"/>
                    <a:pt x="188" y="423"/>
                    <a:pt x="87" y="654"/>
                  </a:cubicBezTo>
                  <a:cubicBezTo>
                    <a:pt x="29" y="799"/>
                    <a:pt x="0" y="972"/>
                    <a:pt x="73" y="1116"/>
                  </a:cubicBezTo>
                  <a:cubicBezTo>
                    <a:pt x="102" y="1261"/>
                    <a:pt x="246" y="1362"/>
                    <a:pt x="419" y="1362"/>
                  </a:cubicBezTo>
                  <a:cubicBezTo>
                    <a:pt x="612" y="1454"/>
                    <a:pt x="812" y="1502"/>
                    <a:pt x="1012" y="1502"/>
                  </a:cubicBezTo>
                  <a:cubicBezTo>
                    <a:pt x="1188" y="1502"/>
                    <a:pt x="1363" y="1465"/>
                    <a:pt x="1532" y="1391"/>
                  </a:cubicBezTo>
                  <a:cubicBezTo>
                    <a:pt x="1879" y="1218"/>
                    <a:pt x="2168" y="900"/>
                    <a:pt x="2254" y="524"/>
                  </a:cubicBezTo>
                  <a:cubicBezTo>
                    <a:pt x="2327" y="640"/>
                    <a:pt x="2630" y="1131"/>
                    <a:pt x="2760" y="1218"/>
                  </a:cubicBezTo>
                  <a:cubicBezTo>
                    <a:pt x="2823" y="1266"/>
                    <a:pt x="2899" y="1292"/>
                    <a:pt x="2975" y="1292"/>
                  </a:cubicBezTo>
                  <a:cubicBezTo>
                    <a:pt x="3055" y="1292"/>
                    <a:pt x="3134" y="1263"/>
                    <a:pt x="3194" y="1203"/>
                  </a:cubicBezTo>
                  <a:cubicBezTo>
                    <a:pt x="3266" y="1116"/>
                    <a:pt x="3064" y="640"/>
                    <a:pt x="3006" y="538"/>
                  </a:cubicBezTo>
                  <a:cubicBezTo>
                    <a:pt x="2977" y="423"/>
                    <a:pt x="2890" y="336"/>
                    <a:pt x="2789" y="278"/>
                  </a:cubicBezTo>
                  <a:cubicBezTo>
                    <a:pt x="2498" y="63"/>
                    <a:pt x="2135" y="0"/>
                    <a:pt x="1771" y="0"/>
                  </a:cubicBezTo>
                  <a:close/>
                </a:path>
              </a:pathLst>
            </a:custGeom>
            <a:solidFill>
              <a:srgbClr val="151F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60">
              <a:extLst>
                <a:ext uri="{FF2B5EF4-FFF2-40B4-BE49-F238E27FC236}">
                  <a16:creationId xmlns:a16="http://schemas.microsoft.com/office/drawing/2014/main" id="{1C5B8606-D9F9-16AA-E7C9-001EDB7B47D7}"/>
                </a:ext>
              </a:extLst>
            </p:cNvPr>
            <p:cNvSpPr/>
            <p:nvPr/>
          </p:nvSpPr>
          <p:spPr>
            <a:xfrm flipH="1">
              <a:off x="6136295" y="2420765"/>
              <a:ext cx="502098" cy="372826"/>
            </a:xfrm>
            <a:custGeom>
              <a:avLst/>
              <a:gdLst/>
              <a:ahLst/>
              <a:cxnLst/>
              <a:rect l="l" t="t" r="r" b="b"/>
              <a:pathLst>
                <a:path w="4711" h="3498" extrusionOk="0">
                  <a:moveTo>
                    <a:pt x="0" y="0"/>
                  </a:moveTo>
                  <a:lnTo>
                    <a:pt x="0" y="145"/>
                  </a:lnTo>
                  <a:lnTo>
                    <a:pt x="4061" y="3497"/>
                  </a:lnTo>
                  <a:lnTo>
                    <a:pt x="4205" y="3497"/>
                  </a:lnTo>
                  <a:lnTo>
                    <a:pt x="4711" y="391"/>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60">
              <a:extLst>
                <a:ext uri="{FF2B5EF4-FFF2-40B4-BE49-F238E27FC236}">
                  <a16:creationId xmlns:a16="http://schemas.microsoft.com/office/drawing/2014/main" id="{5076722A-01D4-142D-AB74-3A57C42BC7E8}"/>
                </a:ext>
              </a:extLst>
            </p:cNvPr>
            <p:cNvSpPr/>
            <p:nvPr/>
          </p:nvSpPr>
          <p:spPr>
            <a:xfrm flipH="1">
              <a:off x="6157824" y="2434621"/>
              <a:ext cx="565300" cy="358970"/>
            </a:xfrm>
            <a:custGeom>
              <a:avLst/>
              <a:gdLst/>
              <a:ahLst/>
              <a:cxnLst/>
              <a:rect l="l" t="t" r="r" b="b"/>
              <a:pathLst>
                <a:path w="5304" h="3368" extrusionOk="0">
                  <a:moveTo>
                    <a:pt x="463" y="0"/>
                  </a:moveTo>
                  <a:lnTo>
                    <a:pt x="1" y="3035"/>
                  </a:lnTo>
                  <a:lnTo>
                    <a:pt x="4856" y="3367"/>
                  </a:lnTo>
                  <a:lnTo>
                    <a:pt x="5303" y="405"/>
                  </a:lnTo>
                  <a:lnTo>
                    <a:pt x="4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60">
              <a:extLst>
                <a:ext uri="{FF2B5EF4-FFF2-40B4-BE49-F238E27FC236}">
                  <a16:creationId xmlns:a16="http://schemas.microsoft.com/office/drawing/2014/main" id="{01A501E7-EE64-0086-6078-2576FB71FA5D}"/>
                </a:ext>
              </a:extLst>
            </p:cNvPr>
            <p:cNvSpPr/>
            <p:nvPr/>
          </p:nvSpPr>
          <p:spPr>
            <a:xfrm flipH="1">
              <a:off x="6643721" y="2492920"/>
              <a:ext cx="253341" cy="316124"/>
            </a:xfrm>
            <a:custGeom>
              <a:avLst/>
              <a:gdLst/>
              <a:ahLst/>
              <a:cxnLst/>
              <a:rect l="l" t="t" r="r" b="b"/>
              <a:pathLst>
                <a:path w="2377" h="2966" extrusionOk="0">
                  <a:moveTo>
                    <a:pt x="1060" y="0"/>
                  </a:moveTo>
                  <a:cubicBezTo>
                    <a:pt x="930" y="0"/>
                    <a:pt x="0" y="971"/>
                    <a:pt x="0" y="971"/>
                  </a:cubicBezTo>
                  <a:cubicBezTo>
                    <a:pt x="0" y="971"/>
                    <a:pt x="127" y="2965"/>
                    <a:pt x="508" y="2965"/>
                  </a:cubicBezTo>
                  <a:cubicBezTo>
                    <a:pt x="512" y="2965"/>
                    <a:pt x="516" y="2965"/>
                    <a:pt x="520" y="2965"/>
                  </a:cubicBezTo>
                  <a:cubicBezTo>
                    <a:pt x="520" y="2965"/>
                    <a:pt x="1951" y="2401"/>
                    <a:pt x="2037" y="2257"/>
                  </a:cubicBezTo>
                  <a:cubicBezTo>
                    <a:pt x="2093" y="2154"/>
                    <a:pt x="1823" y="2136"/>
                    <a:pt x="1625" y="2136"/>
                  </a:cubicBezTo>
                  <a:cubicBezTo>
                    <a:pt x="1517" y="2136"/>
                    <a:pt x="1431" y="2141"/>
                    <a:pt x="1431" y="2141"/>
                  </a:cubicBezTo>
                  <a:cubicBezTo>
                    <a:pt x="1431" y="2141"/>
                    <a:pt x="2124" y="1996"/>
                    <a:pt x="2225" y="1852"/>
                  </a:cubicBezTo>
                  <a:cubicBezTo>
                    <a:pt x="2326" y="1707"/>
                    <a:pt x="1300" y="1707"/>
                    <a:pt x="1300" y="1707"/>
                  </a:cubicBezTo>
                  <a:cubicBezTo>
                    <a:pt x="1300" y="1707"/>
                    <a:pt x="2326" y="1664"/>
                    <a:pt x="2312" y="1447"/>
                  </a:cubicBezTo>
                  <a:cubicBezTo>
                    <a:pt x="2297" y="1231"/>
                    <a:pt x="1170" y="1202"/>
                    <a:pt x="1170" y="1202"/>
                  </a:cubicBezTo>
                  <a:cubicBezTo>
                    <a:pt x="1170" y="1202"/>
                    <a:pt x="2326" y="1115"/>
                    <a:pt x="2370" y="884"/>
                  </a:cubicBezTo>
                  <a:cubicBezTo>
                    <a:pt x="2377" y="754"/>
                    <a:pt x="1998" y="721"/>
                    <a:pt x="1617" y="721"/>
                  </a:cubicBezTo>
                  <a:cubicBezTo>
                    <a:pt x="1235" y="721"/>
                    <a:pt x="853" y="754"/>
                    <a:pt x="853" y="754"/>
                  </a:cubicBezTo>
                  <a:cubicBezTo>
                    <a:pt x="1170" y="436"/>
                    <a:pt x="1170" y="46"/>
                    <a:pt x="1069" y="3"/>
                  </a:cubicBezTo>
                  <a:cubicBezTo>
                    <a:pt x="1067" y="1"/>
                    <a:pt x="1064" y="0"/>
                    <a:pt x="1060"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60">
              <a:extLst>
                <a:ext uri="{FF2B5EF4-FFF2-40B4-BE49-F238E27FC236}">
                  <a16:creationId xmlns:a16="http://schemas.microsoft.com/office/drawing/2014/main" id="{AB441335-E2D0-467A-EF3C-D181C431AFF4}"/>
                </a:ext>
              </a:extLst>
            </p:cNvPr>
            <p:cNvSpPr/>
            <p:nvPr/>
          </p:nvSpPr>
          <p:spPr>
            <a:xfrm flipH="1">
              <a:off x="6844623" y="2105072"/>
              <a:ext cx="762367" cy="784447"/>
            </a:xfrm>
            <a:custGeom>
              <a:avLst/>
              <a:gdLst/>
              <a:ahLst/>
              <a:cxnLst/>
              <a:rect l="l" t="t" r="r" b="b"/>
              <a:pathLst>
                <a:path w="7153" h="7360" extrusionOk="0">
                  <a:moveTo>
                    <a:pt x="578" y="0"/>
                  </a:moveTo>
                  <a:cubicBezTo>
                    <a:pt x="578" y="0"/>
                    <a:pt x="0" y="1879"/>
                    <a:pt x="87" y="4841"/>
                  </a:cubicBezTo>
                  <a:cubicBezTo>
                    <a:pt x="139" y="6976"/>
                    <a:pt x="1586" y="7360"/>
                    <a:pt x="2644" y="7360"/>
                  </a:cubicBezTo>
                  <a:cubicBezTo>
                    <a:pt x="3046" y="7360"/>
                    <a:pt x="3392" y="7304"/>
                    <a:pt x="3584" y="7268"/>
                  </a:cubicBezTo>
                  <a:cubicBezTo>
                    <a:pt x="4292" y="7138"/>
                    <a:pt x="7152" y="6604"/>
                    <a:pt x="7152" y="6604"/>
                  </a:cubicBezTo>
                  <a:lnTo>
                    <a:pt x="6647" y="4610"/>
                  </a:lnTo>
                  <a:cubicBezTo>
                    <a:pt x="6647" y="4610"/>
                    <a:pt x="4913" y="4927"/>
                    <a:pt x="2977" y="5029"/>
                  </a:cubicBezTo>
                  <a:cubicBezTo>
                    <a:pt x="2974" y="5029"/>
                    <a:pt x="2971" y="5029"/>
                    <a:pt x="2968" y="5029"/>
                  </a:cubicBezTo>
                  <a:cubicBezTo>
                    <a:pt x="2114" y="5029"/>
                    <a:pt x="2760" y="983"/>
                    <a:pt x="2760" y="983"/>
                  </a:cubicBezTo>
                  <a:lnTo>
                    <a:pt x="5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60">
              <a:extLst>
                <a:ext uri="{FF2B5EF4-FFF2-40B4-BE49-F238E27FC236}">
                  <a16:creationId xmlns:a16="http://schemas.microsoft.com/office/drawing/2014/main" id="{DB90BC7D-D9C4-CF0D-F524-65A6314D0768}"/>
                </a:ext>
              </a:extLst>
            </p:cNvPr>
            <p:cNvSpPr/>
            <p:nvPr/>
          </p:nvSpPr>
          <p:spPr>
            <a:xfrm flipH="1">
              <a:off x="6889280" y="2084395"/>
              <a:ext cx="659197" cy="555828"/>
            </a:xfrm>
            <a:custGeom>
              <a:avLst/>
              <a:gdLst/>
              <a:ahLst/>
              <a:cxnLst/>
              <a:rect l="l" t="t" r="r" b="b"/>
              <a:pathLst>
                <a:path w="6185" h="5215" extrusionOk="0">
                  <a:moveTo>
                    <a:pt x="80" y="138"/>
                  </a:moveTo>
                  <a:cubicBezTo>
                    <a:pt x="27" y="162"/>
                    <a:pt x="0" y="180"/>
                    <a:pt x="0" y="180"/>
                  </a:cubicBezTo>
                  <a:cubicBezTo>
                    <a:pt x="0" y="180"/>
                    <a:pt x="33" y="169"/>
                    <a:pt x="80" y="138"/>
                  </a:cubicBezTo>
                  <a:close/>
                  <a:moveTo>
                    <a:pt x="6184" y="4804"/>
                  </a:moveTo>
                  <a:lnTo>
                    <a:pt x="6184" y="4804"/>
                  </a:lnTo>
                  <a:cubicBezTo>
                    <a:pt x="6184" y="4804"/>
                    <a:pt x="6141" y="4804"/>
                    <a:pt x="6083" y="4818"/>
                  </a:cubicBezTo>
                  <a:cubicBezTo>
                    <a:pt x="6141" y="4818"/>
                    <a:pt x="6184" y="4804"/>
                    <a:pt x="6184" y="4804"/>
                  </a:cubicBezTo>
                  <a:close/>
                  <a:moveTo>
                    <a:pt x="6083" y="4818"/>
                  </a:moveTo>
                  <a:lnTo>
                    <a:pt x="6083" y="4818"/>
                  </a:lnTo>
                  <a:cubicBezTo>
                    <a:pt x="6011" y="4847"/>
                    <a:pt x="5895" y="4861"/>
                    <a:pt x="5765" y="4876"/>
                  </a:cubicBezTo>
                  <a:cubicBezTo>
                    <a:pt x="5910" y="4861"/>
                    <a:pt x="6011" y="4847"/>
                    <a:pt x="6083" y="4818"/>
                  </a:cubicBezTo>
                  <a:close/>
                  <a:moveTo>
                    <a:pt x="631" y="1"/>
                  </a:moveTo>
                  <a:cubicBezTo>
                    <a:pt x="538" y="1"/>
                    <a:pt x="454" y="13"/>
                    <a:pt x="390" y="21"/>
                  </a:cubicBezTo>
                  <a:cubicBezTo>
                    <a:pt x="260" y="50"/>
                    <a:pt x="145" y="93"/>
                    <a:pt x="101" y="122"/>
                  </a:cubicBezTo>
                  <a:cubicBezTo>
                    <a:pt x="94" y="128"/>
                    <a:pt x="87" y="133"/>
                    <a:pt x="80" y="138"/>
                  </a:cubicBezTo>
                  <a:lnTo>
                    <a:pt x="80" y="138"/>
                  </a:lnTo>
                  <a:cubicBezTo>
                    <a:pt x="144" y="108"/>
                    <a:pt x="248" y="67"/>
                    <a:pt x="390" y="36"/>
                  </a:cubicBezTo>
                  <a:cubicBezTo>
                    <a:pt x="442" y="23"/>
                    <a:pt x="506" y="15"/>
                    <a:pt x="576" y="15"/>
                  </a:cubicBezTo>
                  <a:cubicBezTo>
                    <a:pt x="662" y="15"/>
                    <a:pt x="757" y="26"/>
                    <a:pt x="853" y="50"/>
                  </a:cubicBezTo>
                  <a:cubicBezTo>
                    <a:pt x="1041" y="93"/>
                    <a:pt x="1228" y="194"/>
                    <a:pt x="1416" y="339"/>
                  </a:cubicBezTo>
                  <a:cubicBezTo>
                    <a:pt x="1590" y="483"/>
                    <a:pt x="1763" y="700"/>
                    <a:pt x="1864" y="960"/>
                  </a:cubicBezTo>
                  <a:cubicBezTo>
                    <a:pt x="1980" y="1206"/>
                    <a:pt x="2023" y="1524"/>
                    <a:pt x="2052" y="1827"/>
                  </a:cubicBezTo>
                  <a:cubicBezTo>
                    <a:pt x="2081" y="2463"/>
                    <a:pt x="1908" y="3128"/>
                    <a:pt x="1879" y="3864"/>
                  </a:cubicBezTo>
                  <a:cubicBezTo>
                    <a:pt x="1879" y="4052"/>
                    <a:pt x="1879" y="4226"/>
                    <a:pt x="1922" y="4413"/>
                  </a:cubicBezTo>
                  <a:cubicBezTo>
                    <a:pt x="1936" y="4587"/>
                    <a:pt x="1994" y="4775"/>
                    <a:pt x="2081" y="4919"/>
                  </a:cubicBezTo>
                  <a:cubicBezTo>
                    <a:pt x="2168" y="5064"/>
                    <a:pt x="2312" y="5179"/>
                    <a:pt x="2500" y="5208"/>
                  </a:cubicBezTo>
                  <a:cubicBezTo>
                    <a:pt x="2553" y="5213"/>
                    <a:pt x="2606" y="5215"/>
                    <a:pt x="2659" y="5215"/>
                  </a:cubicBezTo>
                  <a:cubicBezTo>
                    <a:pt x="2766" y="5215"/>
                    <a:pt x="2876" y="5208"/>
                    <a:pt x="2991" y="5208"/>
                  </a:cubicBezTo>
                  <a:cubicBezTo>
                    <a:pt x="3612" y="5165"/>
                    <a:pt x="4176" y="5107"/>
                    <a:pt x="4653" y="5064"/>
                  </a:cubicBezTo>
                  <a:cubicBezTo>
                    <a:pt x="5130" y="4991"/>
                    <a:pt x="5520" y="4934"/>
                    <a:pt x="5765" y="4876"/>
                  </a:cubicBezTo>
                  <a:lnTo>
                    <a:pt x="5765" y="4876"/>
                  </a:lnTo>
                  <a:cubicBezTo>
                    <a:pt x="5505" y="4919"/>
                    <a:pt x="5115" y="4963"/>
                    <a:pt x="4653" y="5020"/>
                  </a:cubicBezTo>
                  <a:cubicBezTo>
                    <a:pt x="4176" y="5078"/>
                    <a:pt x="3612" y="5107"/>
                    <a:pt x="2991" y="5150"/>
                  </a:cubicBezTo>
                  <a:cubicBezTo>
                    <a:pt x="2895" y="5150"/>
                    <a:pt x="2786" y="5157"/>
                    <a:pt x="2677" y="5157"/>
                  </a:cubicBezTo>
                  <a:cubicBezTo>
                    <a:pt x="2622" y="5157"/>
                    <a:pt x="2567" y="5155"/>
                    <a:pt x="2514" y="5150"/>
                  </a:cubicBezTo>
                  <a:cubicBezTo>
                    <a:pt x="2355" y="5107"/>
                    <a:pt x="2225" y="5020"/>
                    <a:pt x="2139" y="4876"/>
                  </a:cubicBezTo>
                  <a:cubicBezTo>
                    <a:pt x="2052" y="4746"/>
                    <a:pt x="2009" y="4587"/>
                    <a:pt x="1980" y="4413"/>
                  </a:cubicBezTo>
                  <a:cubicBezTo>
                    <a:pt x="1936" y="4240"/>
                    <a:pt x="1936" y="4067"/>
                    <a:pt x="1936" y="3879"/>
                  </a:cubicBezTo>
                  <a:cubicBezTo>
                    <a:pt x="1951" y="3156"/>
                    <a:pt x="2139" y="2477"/>
                    <a:pt x="2095" y="1842"/>
                  </a:cubicBezTo>
                  <a:cubicBezTo>
                    <a:pt x="2081" y="1524"/>
                    <a:pt x="2023" y="1206"/>
                    <a:pt x="1922" y="960"/>
                  </a:cubicBezTo>
                  <a:cubicBezTo>
                    <a:pt x="1806" y="686"/>
                    <a:pt x="1647" y="469"/>
                    <a:pt x="1445" y="324"/>
                  </a:cubicBezTo>
                  <a:cubicBezTo>
                    <a:pt x="1257" y="180"/>
                    <a:pt x="1055" y="93"/>
                    <a:pt x="867" y="36"/>
                  </a:cubicBezTo>
                  <a:cubicBezTo>
                    <a:pt x="789" y="9"/>
                    <a:pt x="707" y="1"/>
                    <a:pt x="631"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60">
              <a:extLst>
                <a:ext uri="{FF2B5EF4-FFF2-40B4-BE49-F238E27FC236}">
                  <a16:creationId xmlns:a16="http://schemas.microsoft.com/office/drawing/2014/main" id="{C9AFE3D7-B6F5-E323-16E7-F75716C3AB99}"/>
                </a:ext>
              </a:extLst>
            </p:cNvPr>
            <p:cNvSpPr/>
            <p:nvPr/>
          </p:nvSpPr>
          <p:spPr>
            <a:xfrm flipH="1">
              <a:off x="6850805" y="2802645"/>
              <a:ext cx="671561" cy="80576"/>
            </a:xfrm>
            <a:custGeom>
              <a:avLst/>
              <a:gdLst/>
              <a:ahLst/>
              <a:cxnLst/>
              <a:rect l="l" t="t" r="r" b="b"/>
              <a:pathLst>
                <a:path w="6301" h="756" extrusionOk="0">
                  <a:moveTo>
                    <a:pt x="6301" y="1"/>
                  </a:moveTo>
                  <a:lnTo>
                    <a:pt x="6301" y="1"/>
                  </a:lnTo>
                  <a:cubicBezTo>
                    <a:pt x="6301" y="1"/>
                    <a:pt x="6257" y="1"/>
                    <a:pt x="6228" y="15"/>
                  </a:cubicBezTo>
                  <a:cubicBezTo>
                    <a:pt x="6286" y="15"/>
                    <a:pt x="6301" y="1"/>
                    <a:pt x="6301" y="1"/>
                  </a:cubicBezTo>
                  <a:close/>
                  <a:moveTo>
                    <a:pt x="6228" y="15"/>
                  </a:moveTo>
                  <a:lnTo>
                    <a:pt x="6228" y="15"/>
                  </a:lnTo>
                  <a:cubicBezTo>
                    <a:pt x="6218" y="18"/>
                    <a:pt x="6208" y="21"/>
                    <a:pt x="6199" y="24"/>
                  </a:cubicBezTo>
                  <a:lnTo>
                    <a:pt x="6199" y="24"/>
                  </a:lnTo>
                  <a:cubicBezTo>
                    <a:pt x="6211" y="22"/>
                    <a:pt x="6221" y="19"/>
                    <a:pt x="6228" y="15"/>
                  </a:cubicBezTo>
                  <a:close/>
                  <a:moveTo>
                    <a:pt x="6199" y="24"/>
                  </a:moveTo>
                  <a:lnTo>
                    <a:pt x="6199" y="24"/>
                  </a:lnTo>
                  <a:cubicBezTo>
                    <a:pt x="6163" y="31"/>
                    <a:pt x="6109" y="37"/>
                    <a:pt x="6055" y="59"/>
                  </a:cubicBezTo>
                  <a:cubicBezTo>
                    <a:pt x="5882" y="87"/>
                    <a:pt x="5650" y="131"/>
                    <a:pt x="5361" y="174"/>
                  </a:cubicBezTo>
                  <a:cubicBezTo>
                    <a:pt x="4783" y="290"/>
                    <a:pt x="3974" y="434"/>
                    <a:pt x="3093" y="564"/>
                  </a:cubicBezTo>
                  <a:cubicBezTo>
                    <a:pt x="2631" y="608"/>
                    <a:pt x="2197" y="680"/>
                    <a:pt x="1821" y="709"/>
                  </a:cubicBezTo>
                  <a:cubicBezTo>
                    <a:pt x="1744" y="712"/>
                    <a:pt x="1667" y="713"/>
                    <a:pt x="1592" y="713"/>
                  </a:cubicBezTo>
                  <a:cubicBezTo>
                    <a:pt x="1305" y="713"/>
                    <a:pt x="1039" y="688"/>
                    <a:pt x="810" y="608"/>
                  </a:cubicBezTo>
                  <a:cubicBezTo>
                    <a:pt x="536" y="521"/>
                    <a:pt x="319" y="420"/>
                    <a:pt x="203" y="304"/>
                  </a:cubicBezTo>
                  <a:cubicBezTo>
                    <a:pt x="59" y="217"/>
                    <a:pt x="1" y="145"/>
                    <a:pt x="1" y="145"/>
                  </a:cubicBezTo>
                  <a:lnTo>
                    <a:pt x="1" y="145"/>
                  </a:lnTo>
                  <a:cubicBezTo>
                    <a:pt x="1" y="145"/>
                    <a:pt x="1" y="160"/>
                    <a:pt x="30" y="189"/>
                  </a:cubicBezTo>
                  <a:cubicBezTo>
                    <a:pt x="73" y="217"/>
                    <a:pt x="102" y="275"/>
                    <a:pt x="174" y="319"/>
                  </a:cubicBezTo>
                  <a:cubicBezTo>
                    <a:pt x="304" y="434"/>
                    <a:pt x="507" y="550"/>
                    <a:pt x="796" y="651"/>
                  </a:cubicBezTo>
                  <a:cubicBezTo>
                    <a:pt x="1026" y="724"/>
                    <a:pt x="1316" y="756"/>
                    <a:pt x="1634" y="756"/>
                  </a:cubicBezTo>
                  <a:cubicBezTo>
                    <a:pt x="1696" y="756"/>
                    <a:pt x="1758" y="754"/>
                    <a:pt x="1821" y="752"/>
                  </a:cubicBezTo>
                  <a:cubicBezTo>
                    <a:pt x="2226" y="738"/>
                    <a:pt x="2631" y="665"/>
                    <a:pt x="3093" y="608"/>
                  </a:cubicBezTo>
                  <a:cubicBezTo>
                    <a:pt x="3974" y="478"/>
                    <a:pt x="4783" y="333"/>
                    <a:pt x="5361" y="217"/>
                  </a:cubicBezTo>
                  <a:cubicBezTo>
                    <a:pt x="5650" y="160"/>
                    <a:pt x="5882" y="102"/>
                    <a:pt x="6055" y="73"/>
                  </a:cubicBezTo>
                  <a:cubicBezTo>
                    <a:pt x="6114" y="61"/>
                    <a:pt x="6154" y="39"/>
                    <a:pt x="6199" y="24"/>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60">
              <a:extLst>
                <a:ext uri="{FF2B5EF4-FFF2-40B4-BE49-F238E27FC236}">
                  <a16:creationId xmlns:a16="http://schemas.microsoft.com/office/drawing/2014/main" id="{A74EF06C-FEAA-0009-C3CF-E87ED7647EBA}"/>
                </a:ext>
              </a:extLst>
            </p:cNvPr>
            <p:cNvSpPr/>
            <p:nvPr/>
          </p:nvSpPr>
          <p:spPr>
            <a:xfrm flipH="1">
              <a:off x="6896955" y="2249809"/>
              <a:ext cx="106367" cy="44765"/>
            </a:xfrm>
            <a:custGeom>
              <a:avLst/>
              <a:gdLst/>
              <a:ahLst/>
              <a:cxnLst/>
              <a:rect l="l" t="t" r="r" b="b"/>
              <a:pathLst>
                <a:path w="998" h="420" extrusionOk="0">
                  <a:moveTo>
                    <a:pt x="939" y="1"/>
                  </a:moveTo>
                  <a:lnTo>
                    <a:pt x="0" y="217"/>
                  </a:lnTo>
                  <a:lnTo>
                    <a:pt x="0" y="420"/>
                  </a:lnTo>
                  <a:lnTo>
                    <a:pt x="997" y="145"/>
                  </a:lnTo>
                  <a:lnTo>
                    <a:pt x="9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4" name="Google Shape;2494;p60">
            <a:extLst>
              <a:ext uri="{FF2B5EF4-FFF2-40B4-BE49-F238E27FC236}">
                <a16:creationId xmlns:a16="http://schemas.microsoft.com/office/drawing/2014/main" id="{0D7FECF9-3F09-06F3-C3CC-DA43A9EFBF14}"/>
              </a:ext>
            </a:extLst>
          </p:cNvPr>
          <p:cNvGrpSpPr/>
          <p:nvPr/>
        </p:nvGrpSpPr>
        <p:grpSpPr>
          <a:xfrm>
            <a:off x="8396725" y="2674800"/>
            <a:ext cx="785377" cy="2421158"/>
            <a:chOff x="7825375" y="2447285"/>
            <a:chExt cx="785377" cy="2421158"/>
          </a:xfrm>
        </p:grpSpPr>
        <p:sp>
          <p:nvSpPr>
            <p:cNvPr id="2495" name="Google Shape;2495;p60">
              <a:extLst>
                <a:ext uri="{FF2B5EF4-FFF2-40B4-BE49-F238E27FC236}">
                  <a16:creationId xmlns:a16="http://schemas.microsoft.com/office/drawing/2014/main" id="{9058D44C-A74D-6432-60D2-A73D04AB1A7E}"/>
                </a:ext>
              </a:extLst>
            </p:cNvPr>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60">
              <a:extLst>
                <a:ext uri="{FF2B5EF4-FFF2-40B4-BE49-F238E27FC236}">
                  <a16:creationId xmlns:a16="http://schemas.microsoft.com/office/drawing/2014/main" id="{1675733A-51F3-D021-1AFF-231B76CB1FA8}"/>
                </a:ext>
              </a:extLst>
            </p:cNvPr>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60">
              <a:extLst>
                <a:ext uri="{FF2B5EF4-FFF2-40B4-BE49-F238E27FC236}">
                  <a16:creationId xmlns:a16="http://schemas.microsoft.com/office/drawing/2014/main" id="{8513BF92-EC18-0B4B-70FD-14868CC2E59C}"/>
                </a:ext>
              </a:extLst>
            </p:cNvPr>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60">
              <a:extLst>
                <a:ext uri="{FF2B5EF4-FFF2-40B4-BE49-F238E27FC236}">
                  <a16:creationId xmlns:a16="http://schemas.microsoft.com/office/drawing/2014/main" id="{1F96B36B-7270-6F15-B934-D4151C9C83C7}"/>
                </a:ext>
              </a:extLst>
            </p:cNvPr>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60">
              <a:extLst>
                <a:ext uri="{FF2B5EF4-FFF2-40B4-BE49-F238E27FC236}">
                  <a16:creationId xmlns:a16="http://schemas.microsoft.com/office/drawing/2014/main" id="{CE1A2924-0489-844C-006B-37950F63F793}"/>
                </a:ext>
              </a:extLst>
            </p:cNvPr>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60">
              <a:extLst>
                <a:ext uri="{FF2B5EF4-FFF2-40B4-BE49-F238E27FC236}">
                  <a16:creationId xmlns:a16="http://schemas.microsoft.com/office/drawing/2014/main" id="{C610968C-3F1B-7370-8E4F-673B823FA08E}"/>
                </a:ext>
              </a:extLst>
            </p:cNvPr>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60">
              <a:extLst>
                <a:ext uri="{FF2B5EF4-FFF2-40B4-BE49-F238E27FC236}">
                  <a16:creationId xmlns:a16="http://schemas.microsoft.com/office/drawing/2014/main" id="{E2E01916-C4CD-F3F9-D9EC-6B431F5BD0FF}"/>
                </a:ext>
              </a:extLst>
            </p:cNvPr>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02" name="Google Shape;2502;p60">
            <a:extLst>
              <a:ext uri="{FF2B5EF4-FFF2-40B4-BE49-F238E27FC236}">
                <a16:creationId xmlns:a16="http://schemas.microsoft.com/office/drawing/2014/main" id="{0CF7C222-ED0C-3932-250D-467D54417B11}"/>
              </a:ext>
            </a:extLst>
          </p:cNvPr>
          <p:cNvSpPr/>
          <p:nvPr/>
        </p:nvSpPr>
        <p:spPr>
          <a:xfrm rot="-1701150">
            <a:off x="8033848" y="265912"/>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3" name="Google Shape;2503;p60">
            <a:extLst>
              <a:ext uri="{FF2B5EF4-FFF2-40B4-BE49-F238E27FC236}">
                <a16:creationId xmlns:a16="http://schemas.microsoft.com/office/drawing/2014/main" id="{1A0B908E-E974-E7DE-083E-EBB5FB47210E}"/>
              </a:ext>
            </a:extLst>
          </p:cNvPr>
          <p:cNvGrpSpPr/>
          <p:nvPr/>
        </p:nvGrpSpPr>
        <p:grpSpPr>
          <a:xfrm>
            <a:off x="229946" y="4120951"/>
            <a:ext cx="680400" cy="638700"/>
            <a:chOff x="160871" y="936851"/>
            <a:chExt cx="680400" cy="638700"/>
          </a:xfrm>
        </p:grpSpPr>
        <p:sp>
          <p:nvSpPr>
            <p:cNvPr id="2504" name="Google Shape;2504;p60">
              <a:extLst>
                <a:ext uri="{FF2B5EF4-FFF2-40B4-BE49-F238E27FC236}">
                  <a16:creationId xmlns:a16="http://schemas.microsoft.com/office/drawing/2014/main" id="{D99D3E25-85BE-18AC-1CF0-BFD3138A23E7}"/>
                </a:ext>
              </a:extLst>
            </p:cNvPr>
            <p:cNvSpPr/>
            <p:nvPr/>
          </p:nvSpPr>
          <p:spPr>
            <a:xfrm rot="908294">
              <a:off x="217324" y="1002147"/>
              <a:ext cx="567493" cy="50810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5" name="Google Shape;2505;p60">
              <a:extLst>
                <a:ext uri="{FF2B5EF4-FFF2-40B4-BE49-F238E27FC236}">
                  <a16:creationId xmlns:a16="http://schemas.microsoft.com/office/drawing/2014/main" id="{58322BD7-F8CA-514A-EFB9-E1EE7232A900}"/>
                </a:ext>
              </a:extLst>
            </p:cNvPr>
            <p:cNvGrpSpPr/>
            <p:nvPr/>
          </p:nvGrpSpPr>
          <p:grpSpPr>
            <a:xfrm>
              <a:off x="336500" y="1150250"/>
              <a:ext cx="317850" cy="209175"/>
              <a:chOff x="336500" y="1150250"/>
              <a:chExt cx="317850" cy="209175"/>
            </a:xfrm>
          </p:grpSpPr>
          <p:sp>
            <p:nvSpPr>
              <p:cNvPr id="2506" name="Google Shape;2506;p60">
                <a:extLst>
                  <a:ext uri="{FF2B5EF4-FFF2-40B4-BE49-F238E27FC236}">
                    <a16:creationId xmlns:a16="http://schemas.microsoft.com/office/drawing/2014/main" id="{5CB813D2-8F7B-30B7-CC62-A9322C316AF6}"/>
                  </a:ext>
                </a:extLst>
              </p:cNvPr>
              <p:cNvSpPr/>
              <p:nvPr/>
            </p:nvSpPr>
            <p:spPr>
              <a:xfrm>
                <a:off x="336500" y="11502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60">
                <a:extLst>
                  <a:ext uri="{FF2B5EF4-FFF2-40B4-BE49-F238E27FC236}">
                    <a16:creationId xmlns:a16="http://schemas.microsoft.com/office/drawing/2014/main" id="{A12A482D-223D-FA6B-3BD0-B97BD4552413}"/>
                  </a:ext>
                </a:extLst>
              </p:cNvPr>
              <p:cNvSpPr/>
              <p:nvPr/>
            </p:nvSpPr>
            <p:spPr>
              <a:xfrm>
                <a:off x="460425" y="12155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60">
                <a:extLst>
                  <a:ext uri="{FF2B5EF4-FFF2-40B4-BE49-F238E27FC236}">
                    <a16:creationId xmlns:a16="http://schemas.microsoft.com/office/drawing/2014/main" id="{1E5B47E0-A935-F542-8F68-0ECC08F87143}"/>
                  </a:ext>
                </a:extLst>
              </p:cNvPr>
              <p:cNvSpPr/>
              <p:nvPr/>
            </p:nvSpPr>
            <p:spPr>
              <a:xfrm>
                <a:off x="573050" y="1278125"/>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432382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34">
          <a:extLst>
            <a:ext uri="{FF2B5EF4-FFF2-40B4-BE49-F238E27FC236}">
              <a16:creationId xmlns:a16="http://schemas.microsoft.com/office/drawing/2014/main" id="{9C31F20C-BF4F-BD96-B07C-D65193DD6660}"/>
            </a:ext>
          </a:extLst>
        </p:cNvPr>
        <p:cNvGrpSpPr/>
        <p:nvPr/>
      </p:nvGrpSpPr>
      <p:grpSpPr>
        <a:xfrm>
          <a:off x="0" y="0"/>
          <a:ext cx="0" cy="0"/>
          <a:chOff x="0" y="0"/>
          <a:chExt cx="0" cy="0"/>
        </a:xfrm>
      </p:grpSpPr>
      <p:sp>
        <p:nvSpPr>
          <p:cNvPr id="2435" name="Google Shape;2435;p60">
            <a:extLst>
              <a:ext uri="{FF2B5EF4-FFF2-40B4-BE49-F238E27FC236}">
                <a16:creationId xmlns:a16="http://schemas.microsoft.com/office/drawing/2014/main" id="{C7042888-4A81-4597-EED0-ED36964CDA1F}"/>
              </a:ext>
            </a:extLst>
          </p:cNvPr>
          <p:cNvSpPr txBox="1">
            <a:spLocks noGrp="1"/>
          </p:cNvSpPr>
          <p:nvPr>
            <p:ph type="title"/>
          </p:nvPr>
        </p:nvSpPr>
        <p:spPr>
          <a:xfrm>
            <a:off x="254677" y="149278"/>
            <a:ext cx="7752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Cleaning (Sample Image)</a:t>
            </a:r>
            <a:endParaRPr dirty="0"/>
          </a:p>
        </p:txBody>
      </p:sp>
      <p:sp>
        <p:nvSpPr>
          <p:cNvPr id="2502" name="Google Shape;2502;p60">
            <a:extLst>
              <a:ext uri="{FF2B5EF4-FFF2-40B4-BE49-F238E27FC236}">
                <a16:creationId xmlns:a16="http://schemas.microsoft.com/office/drawing/2014/main" id="{6050E817-4999-DF52-0989-20EDB3352779}"/>
              </a:ext>
            </a:extLst>
          </p:cNvPr>
          <p:cNvSpPr/>
          <p:nvPr/>
        </p:nvSpPr>
        <p:spPr>
          <a:xfrm rot="-1701150">
            <a:off x="8033848" y="265912"/>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3" name="Google Shape;2503;p60">
            <a:extLst>
              <a:ext uri="{FF2B5EF4-FFF2-40B4-BE49-F238E27FC236}">
                <a16:creationId xmlns:a16="http://schemas.microsoft.com/office/drawing/2014/main" id="{5E624ED7-EA7D-0284-B479-7794BA4259DB}"/>
              </a:ext>
            </a:extLst>
          </p:cNvPr>
          <p:cNvGrpSpPr/>
          <p:nvPr/>
        </p:nvGrpSpPr>
        <p:grpSpPr>
          <a:xfrm>
            <a:off x="229946" y="4120951"/>
            <a:ext cx="680400" cy="638700"/>
            <a:chOff x="160871" y="936851"/>
            <a:chExt cx="680400" cy="638700"/>
          </a:xfrm>
        </p:grpSpPr>
        <p:sp>
          <p:nvSpPr>
            <p:cNvPr id="2504" name="Google Shape;2504;p60">
              <a:extLst>
                <a:ext uri="{FF2B5EF4-FFF2-40B4-BE49-F238E27FC236}">
                  <a16:creationId xmlns:a16="http://schemas.microsoft.com/office/drawing/2014/main" id="{034A9839-3EA3-AAD9-7427-89678532890B}"/>
                </a:ext>
              </a:extLst>
            </p:cNvPr>
            <p:cNvSpPr/>
            <p:nvPr/>
          </p:nvSpPr>
          <p:spPr>
            <a:xfrm rot="908294">
              <a:off x="217324" y="1002147"/>
              <a:ext cx="567493" cy="50810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5" name="Google Shape;2505;p60">
              <a:extLst>
                <a:ext uri="{FF2B5EF4-FFF2-40B4-BE49-F238E27FC236}">
                  <a16:creationId xmlns:a16="http://schemas.microsoft.com/office/drawing/2014/main" id="{840F5C3C-30B0-89F0-E29C-670035DB4C05}"/>
                </a:ext>
              </a:extLst>
            </p:cNvPr>
            <p:cNvGrpSpPr/>
            <p:nvPr/>
          </p:nvGrpSpPr>
          <p:grpSpPr>
            <a:xfrm>
              <a:off x="336500" y="1150250"/>
              <a:ext cx="317850" cy="209175"/>
              <a:chOff x="336500" y="1150250"/>
              <a:chExt cx="317850" cy="209175"/>
            </a:xfrm>
          </p:grpSpPr>
          <p:sp>
            <p:nvSpPr>
              <p:cNvPr id="2506" name="Google Shape;2506;p60">
                <a:extLst>
                  <a:ext uri="{FF2B5EF4-FFF2-40B4-BE49-F238E27FC236}">
                    <a16:creationId xmlns:a16="http://schemas.microsoft.com/office/drawing/2014/main" id="{319874EE-6E7B-769E-7198-9F9D0886ADF9}"/>
                  </a:ext>
                </a:extLst>
              </p:cNvPr>
              <p:cNvSpPr/>
              <p:nvPr/>
            </p:nvSpPr>
            <p:spPr>
              <a:xfrm>
                <a:off x="336500" y="11502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60">
                <a:extLst>
                  <a:ext uri="{FF2B5EF4-FFF2-40B4-BE49-F238E27FC236}">
                    <a16:creationId xmlns:a16="http://schemas.microsoft.com/office/drawing/2014/main" id="{426CA30F-2E4D-2E4E-5217-5C9E776EAB29}"/>
                  </a:ext>
                </a:extLst>
              </p:cNvPr>
              <p:cNvSpPr/>
              <p:nvPr/>
            </p:nvSpPr>
            <p:spPr>
              <a:xfrm>
                <a:off x="460425" y="12155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60">
                <a:extLst>
                  <a:ext uri="{FF2B5EF4-FFF2-40B4-BE49-F238E27FC236}">
                    <a16:creationId xmlns:a16="http://schemas.microsoft.com/office/drawing/2014/main" id="{E0C4AF3B-7392-E09F-FD35-E8965071850D}"/>
                  </a:ext>
                </a:extLst>
              </p:cNvPr>
              <p:cNvSpPr/>
              <p:nvPr/>
            </p:nvSpPr>
            <p:spPr>
              <a:xfrm>
                <a:off x="573050" y="1278125"/>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 name="Picture 4">
            <a:extLst>
              <a:ext uri="{FF2B5EF4-FFF2-40B4-BE49-F238E27FC236}">
                <a16:creationId xmlns:a16="http://schemas.microsoft.com/office/drawing/2014/main" id="{8770ABF0-6D9B-F383-3C10-19039AC98A97}"/>
              </a:ext>
            </a:extLst>
          </p:cNvPr>
          <p:cNvPicPr>
            <a:picLocks noChangeAspect="1"/>
          </p:cNvPicPr>
          <p:nvPr/>
        </p:nvPicPr>
        <p:blipFill>
          <a:blip r:embed="rId3"/>
          <a:stretch>
            <a:fillRect/>
          </a:stretch>
        </p:blipFill>
        <p:spPr>
          <a:xfrm>
            <a:off x="1209993" y="784869"/>
            <a:ext cx="6976786" cy="4254349"/>
          </a:xfrm>
          <a:prstGeom prst="rect">
            <a:avLst/>
          </a:prstGeom>
        </p:spPr>
      </p:pic>
    </p:spTree>
    <p:extLst>
      <p:ext uri="{BB962C8B-B14F-4D97-AF65-F5344CB8AC3E}">
        <p14:creationId xmlns:p14="http://schemas.microsoft.com/office/powerpoint/2010/main" val="3922242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4">
          <a:extLst>
            <a:ext uri="{FF2B5EF4-FFF2-40B4-BE49-F238E27FC236}">
              <a16:creationId xmlns:a16="http://schemas.microsoft.com/office/drawing/2014/main" id="{7132B002-8596-2EB8-979C-E84E3B92781A}"/>
            </a:ext>
          </a:extLst>
        </p:cNvPr>
        <p:cNvGrpSpPr/>
        <p:nvPr/>
      </p:nvGrpSpPr>
      <p:grpSpPr>
        <a:xfrm>
          <a:off x="0" y="0"/>
          <a:ext cx="0" cy="0"/>
          <a:chOff x="0" y="0"/>
          <a:chExt cx="0" cy="0"/>
        </a:xfrm>
      </p:grpSpPr>
      <p:sp>
        <p:nvSpPr>
          <p:cNvPr id="2435" name="Google Shape;2435;p60">
            <a:extLst>
              <a:ext uri="{FF2B5EF4-FFF2-40B4-BE49-F238E27FC236}">
                <a16:creationId xmlns:a16="http://schemas.microsoft.com/office/drawing/2014/main" id="{209CE1E4-8C12-5CD1-57F0-43F890DF0CFD}"/>
              </a:ext>
            </a:extLst>
          </p:cNvPr>
          <p:cNvSpPr txBox="1">
            <a:spLocks noGrp="1"/>
          </p:cNvSpPr>
          <p:nvPr>
            <p:ph type="title"/>
          </p:nvPr>
        </p:nvSpPr>
        <p:spPr>
          <a:xfrm>
            <a:off x="254677" y="149278"/>
            <a:ext cx="7752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Cleaning (Sample Image)</a:t>
            </a:r>
            <a:endParaRPr dirty="0"/>
          </a:p>
        </p:txBody>
      </p:sp>
      <p:sp>
        <p:nvSpPr>
          <p:cNvPr id="2502" name="Google Shape;2502;p60">
            <a:extLst>
              <a:ext uri="{FF2B5EF4-FFF2-40B4-BE49-F238E27FC236}">
                <a16:creationId xmlns:a16="http://schemas.microsoft.com/office/drawing/2014/main" id="{026E85F4-15E8-65B2-04ED-D425A55DC4CC}"/>
              </a:ext>
            </a:extLst>
          </p:cNvPr>
          <p:cNvSpPr/>
          <p:nvPr/>
        </p:nvSpPr>
        <p:spPr>
          <a:xfrm rot="-1701150">
            <a:off x="8033848" y="265912"/>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3" name="Google Shape;2503;p60">
            <a:extLst>
              <a:ext uri="{FF2B5EF4-FFF2-40B4-BE49-F238E27FC236}">
                <a16:creationId xmlns:a16="http://schemas.microsoft.com/office/drawing/2014/main" id="{4D93B821-6211-3780-9A2C-969451504B50}"/>
              </a:ext>
            </a:extLst>
          </p:cNvPr>
          <p:cNvGrpSpPr/>
          <p:nvPr/>
        </p:nvGrpSpPr>
        <p:grpSpPr>
          <a:xfrm>
            <a:off x="229946" y="4120951"/>
            <a:ext cx="680400" cy="638700"/>
            <a:chOff x="160871" y="936851"/>
            <a:chExt cx="680400" cy="638700"/>
          </a:xfrm>
        </p:grpSpPr>
        <p:sp>
          <p:nvSpPr>
            <p:cNvPr id="2504" name="Google Shape;2504;p60">
              <a:extLst>
                <a:ext uri="{FF2B5EF4-FFF2-40B4-BE49-F238E27FC236}">
                  <a16:creationId xmlns:a16="http://schemas.microsoft.com/office/drawing/2014/main" id="{3E62C646-0168-9043-45C2-F69695BF25F0}"/>
                </a:ext>
              </a:extLst>
            </p:cNvPr>
            <p:cNvSpPr/>
            <p:nvPr/>
          </p:nvSpPr>
          <p:spPr>
            <a:xfrm rot="908294">
              <a:off x="217324" y="1002147"/>
              <a:ext cx="567493" cy="50810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5" name="Google Shape;2505;p60">
              <a:extLst>
                <a:ext uri="{FF2B5EF4-FFF2-40B4-BE49-F238E27FC236}">
                  <a16:creationId xmlns:a16="http://schemas.microsoft.com/office/drawing/2014/main" id="{4408AD47-E648-1EAF-59C5-E55578563B51}"/>
                </a:ext>
              </a:extLst>
            </p:cNvPr>
            <p:cNvGrpSpPr/>
            <p:nvPr/>
          </p:nvGrpSpPr>
          <p:grpSpPr>
            <a:xfrm>
              <a:off x="336500" y="1150250"/>
              <a:ext cx="317850" cy="209175"/>
              <a:chOff x="336500" y="1150250"/>
              <a:chExt cx="317850" cy="209175"/>
            </a:xfrm>
          </p:grpSpPr>
          <p:sp>
            <p:nvSpPr>
              <p:cNvPr id="2506" name="Google Shape;2506;p60">
                <a:extLst>
                  <a:ext uri="{FF2B5EF4-FFF2-40B4-BE49-F238E27FC236}">
                    <a16:creationId xmlns:a16="http://schemas.microsoft.com/office/drawing/2014/main" id="{23104F28-CF91-A7E7-3682-5FF6BCA1F9CA}"/>
                  </a:ext>
                </a:extLst>
              </p:cNvPr>
              <p:cNvSpPr/>
              <p:nvPr/>
            </p:nvSpPr>
            <p:spPr>
              <a:xfrm>
                <a:off x="336500" y="11502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60">
                <a:extLst>
                  <a:ext uri="{FF2B5EF4-FFF2-40B4-BE49-F238E27FC236}">
                    <a16:creationId xmlns:a16="http://schemas.microsoft.com/office/drawing/2014/main" id="{B9ECBFBB-ABF8-D918-8131-3EEA4E464956}"/>
                  </a:ext>
                </a:extLst>
              </p:cNvPr>
              <p:cNvSpPr/>
              <p:nvPr/>
            </p:nvSpPr>
            <p:spPr>
              <a:xfrm>
                <a:off x="460425" y="12155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60">
                <a:extLst>
                  <a:ext uri="{FF2B5EF4-FFF2-40B4-BE49-F238E27FC236}">
                    <a16:creationId xmlns:a16="http://schemas.microsoft.com/office/drawing/2014/main" id="{93D373EA-0A05-9CA0-D3AB-97E99671E324}"/>
                  </a:ext>
                </a:extLst>
              </p:cNvPr>
              <p:cNvSpPr/>
              <p:nvPr/>
            </p:nvSpPr>
            <p:spPr>
              <a:xfrm>
                <a:off x="573050" y="1278125"/>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97775DCE-CEDB-BE12-C176-98D0C4EC2954}"/>
              </a:ext>
            </a:extLst>
          </p:cNvPr>
          <p:cNvPicPr>
            <a:picLocks noChangeAspect="1"/>
          </p:cNvPicPr>
          <p:nvPr/>
        </p:nvPicPr>
        <p:blipFill>
          <a:blip r:embed="rId3"/>
          <a:stretch>
            <a:fillRect/>
          </a:stretch>
        </p:blipFill>
        <p:spPr>
          <a:xfrm>
            <a:off x="1803171" y="1071031"/>
            <a:ext cx="5273497" cy="3391194"/>
          </a:xfrm>
          <a:prstGeom prst="rect">
            <a:avLst/>
          </a:prstGeom>
        </p:spPr>
      </p:pic>
    </p:spTree>
    <p:extLst>
      <p:ext uri="{BB962C8B-B14F-4D97-AF65-F5344CB8AC3E}">
        <p14:creationId xmlns:p14="http://schemas.microsoft.com/office/powerpoint/2010/main" val="3689173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36"/>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Handling Missing Values</a:t>
            </a:r>
            <a:endParaRPr dirty="0"/>
          </a:p>
        </p:txBody>
      </p:sp>
      <p:grpSp>
        <p:nvGrpSpPr>
          <p:cNvPr id="704" name="Google Shape;704;p36"/>
          <p:cNvGrpSpPr/>
          <p:nvPr/>
        </p:nvGrpSpPr>
        <p:grpSpPr>
          <a:xfrm>
            <a:off x="118696" y="1017725"/>
            <a:ext cx="887400" cy="856500"/>
            <a:chOff x="118696" y="1017725"/>
            <a:chExt cx="887400" cy="856500"/>
          </a:xfrm>
        </p:grpSpPr>
        <p:sp>
          <p:nvSpPr>
            <p:cNvPr id="705" name="Google Shape;705;p36"/>
            <p:cNvSpPr/>
            <p:nvPr/>
          </p:nvSpPr>
          <p:spPr>
            <a:xfrm rot="1645945">
              <a:off x="221177" y="11405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6" name="Google Shape;706;p36"/>
            <p:cNvGrpSpPr/>
            <p:nvPr/>
          </p:nvGrpSpPr>
          <p:grpSpPr>
            <a:xfrm>
              <a:off x="356001" y="1278355"/>
              <a:ext cx="470598" cy="335235"/>
              <a:chOff x="393289" y="3285780"/>
              <a:chExt cx="470598" cy="335235"/>
            </a:xfrm>
          </p:grpSpPr>
          <p:sp>
            <p:nvSpPr>
              <p:cNvPr id="707" name="Google Shape;707;p36"/>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6"/>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6"/>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10" name="Google Shape;710;p36"/>
          <p:cNvSpPr/>
          <p:nvPr/>
        </p:nvSpPr>
        <p:spPr>
          <a:xfrm rot="464186">
            <a:off x="268825" y="4115024"/>
            <a:ext cx="296398" cy="26551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 name="Google Shape;711;p36"/>
          <p:cNvGrpSpPr/>
          <p:nvPr/>
        </p:nvGrpSpPr>
        <p:grpSpPr>
          <a:xfrm>
            <a:off x="8386129" y="4361448"/>
            <a:ext cx="644700" cy="619200"/>
            <a:chOff x="8386129" y="4361448"/>
            <a:chExt cx="644700" cy="619200"/>
          </a:xfrm>
        </p:grpSpPr>
        <p:sp>
          <p:nvSpPr>
            <p:cNvPr id="712" name="Google Shape;712;p36"/>
            <p:cNvSpPr/>
            <p:nvPr/>
          </p:nvSpPr>
          <p:spPr>
            <a:xfrm rot="-1481922">
              <a:off x="8457190" y="4445867"/>
              <a:ext cx="502577" cy="450362"/>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6"/>
            <p:cNvSpPr/>
            <p:nvPr/>
          </p:nvSpPr>
          <p:spPr>
            <a:xfrm rot="-2234491">
              <a:off x="8613868" y="4516895"/>
              <a:ext cx="189264" cy="308220"/>
            </a:xfrm>
            <a:custGeom>
              <a:avLst/>
              <a:gdLst/>
              <a:ahLst/>
              <a:cxnLst/>
              <a:rect l="l" t="t" r="r" b="b"/>
              <a:pathLst>
                <a:path w="1012" h="1648" extrusionOk="0">
                  <a:moveTo>
                    <a:pt x="520" y="0"/>
                  </a:moveTo>
                  <a:cubicBezTo>
                    <a:pt x="159" y="0"/>
                    <a:pt x="15" y="217"/>
                    <a:pt x="0" y="506"/>
                  </a:cubicBezTo>
                  <a:cubicBezTo>
                    <a:pt x="0" y="521"/>
                    <a:pt x="15" y="535"/>
                    <a:pt x="29" y="535"/>
                  </a:cubicBezTo>
                  <a:lnTo>
                    <a:pt x="304" y="535"/>
                  </a:lnTo>
                  <a:cubicBezTo>
                    <a:pt x="318" y="535"/>
                    <a:pt x="333" y="535"/>
                    <a:pt x="333" y="521"/>
                  </a:cubicBezTo>
                  <a:cubicBezTo>
                    <a:pt x="333" y="405"/>
                    <a:pt x="390" y="304"/>
                    <a:pt x="520" y="304"/>
                  </a:cubicBezTo>
                  <a:cubicBezTo>
                    <a:pt x="622" y="304"/>
                    <a:pt x="679" y="362"/>
                    <a:pt x="679" y="463"/>
                  </a:cubicBezTo>
                  <a:cubicBezTo>
                    <a:pt x="679" y="564"/>
                    <a:pt x="607" y="622"/>
                    <a:pt x="448" y="766"/>
                  </a:cubicBezTo>
                  <a:cubicBezTo>
                    <a:pt x="260" y="911"/>
                    <a:pt x="246" y="1026"/>
                    <a:pt x="246" y="1200"/>
                  </a:cubicBezTo>
                  <a:cubicBezTo>
                    <a:pt x="246" y="1214"/>
                    <a:pt x="260" y="1243"/>
                    <a:pt x="289" y="1243"/>
                  </a:cubicBezTo>
                  <a:lnTo>
                    <a:pt x="535" y="1243"/>
                  </a:lnTo>
                  <a:cubicBezTo>
                    <a:pt x="549" y="1243"/>
                    <a:pt x="578" y="1229"/>
                    <a:pt x="578" y="1200"/>
                  </a:cubicBezTo>
                  <a:cubicBezTo>
                    <a:pt x="578" y="1099"/>
                    <a:pt x="622" y="1026"/>
                    <a:pt x="809" y="867"/>
                  </a:cubicBezTo>
                  <a:cubicBezTo>
                    <a:pt x="910" y="766"/>
                    <a:pt x="1012" y="665"/>
                    <a:pt x="1012" y="463"/>
                  </a:cubicBezTo>
                  <a:cubicBezTo>
                    <a:pt x="1012" y="246"/>
                    <a:pt x="896" y="0"/>
                    <a:pt x="520" y="0"/>
                  </a:cubicBezTo>
                  <a:close/>
                  <a:moveTo>
                    <a:pt x="260" y="1373"/>
                  </a:moveTo>
                  <a:cubicBezTo>
                    <a:pt x="246" y="1373"/>
                    <a:pt x="231" y="1388"/>
                    <a:pt x="231" y="1402"/>
                  </a:cubicBezTo>
                  <a:lnTo>
                    <a:pt x="231" y="1619"/>
                  </a:lnTo>
                  <a:cubicBezTo>
                    <a:pt x="231" y="1633"/>
                    <a:pt x="246" y="1648"/>
                    <a:pt x="260" y="1648"/>
                  </a:cubicBezTo>
                  <a:lnTo>
                    <a:pt x="535" y="1648"/>
                  </a:lnTo>
                  <a:cubicBezTo>
                    <a:pt x="549" y="1648"/>
                    <a:pt x="578" y="1633"/>
                    <a:pt x="578" y="1619"/>
                  </a:cubicBezTo>
                  <a:lnTo>
                    <a:pt x="578" y="1402"/>
                  </a:lnTo>
                  <a:cubicBezTo>
                    <a:pt x="578" y="1388"/>
                    <a:pt x="549" y="1373"/>
                    <a:pt x="535" y="13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2437;p60">
            <a:extLst>
              <a:ext uri="{FF2B5EF4-FFF2-40B4-BE49-F238E27FC236}">
                <a16:creationId xmlns:a16="http://schemas.microsoft.com/office/drawing/2014/main" id="{C237171C-D14C-DA61-0ABA-24CB31597E72}"/>
              </a:ext>
            </a:extLst>
          </p:cNvPr>
          <p:cNvSpPr txBox="1">
            <a:spLocks noGrp="1"/>
          </p:cNvSpPr>
          <p:nvPr>
            <p:ph type="subTitle" idx="1"/>
          </p:nvPr>
        </p:nvSpPr>
        <p:spPr>
          <a:xfrm flipH="1">
            <a:off x="915718" y="1017661"/>
            <a:ext cx="7975978" cy="4042019"/>
          </a:xfrm>
          <a:prstGeom prst="rect">
            <a:avLst/>
          </a:prstGeom>
        </p:spPr>
        <p:txBody>
          <a:bodyPr spcFirstLastPara="1" wrap="square" lIns="91425" tIns="91425" rIns="91425" bIns="91425" anchor="t" anchorCtr="0">
            <a:noAutofit/>
          </a:bodyPr>
          <a:lstStyle/>
          <a:p>
            <a:pPr algn="l"/>
            <a:r>
              <a:rPr lang="en-US" sz="1600" b="1" dirty="0"/>
              <a:t>Approach:</a:t>
            </a:r>
          </a:p>
          <a:p>
            <a:pPr algn="l"/>
            <a:r>
              <a:rPr lang="en-US" sz="1600" dirty="0"/>
              <a:t>Ensured that missing data does not distort analysis by carefully filling or removing gaps.</a:t>
            </a:r>
          </a:p>
          <a:p>
            <a:pPr algn="l"/>
            <a:endParaRPr lang="en-US" sz="1600" dirty="0"/>
          </a:p>
          <a:p>
            <a:pPr algn="l"/>
            <a:r>
              <a:rPr lang="en-US" sz="1600" b="1" dirty="0"/>
              <a:t>Methods Used:</a:t>
            </a:r>
          </a:p>
          <a:p>
            <a:pPr algn="l"/>
            <a:endParaRPr lang="en-US" sz="1600" b="1" dirty="0"/>
          </a:p>
          <a:p>
            <a:pPr algn="l">
              <a:buFont typeface="Arial" panose="020B0604020202020204" pitchFamily="34" charset="0"/>
              <a:buChar char="•"/>
            </a:pPr>
            <a:r>
              <a:rPr lang="en-US" sz="1600" b="1" dirty="0"/>
              <a:t>Deletion:</a:t>
            </a:r>
            <a:r>
              <a:rPr lang="en-US" sz="1600" dirty="0"/>
              <a:t> Removed rows with completely empty or irrelevant records.</a:t>
            </a:r>
          </a:p>
          <a:p>
            <a:pPr algn="l">
              <a:buFont typeface="Arial" panose="020B0604020202020204" pitchFamily="34" charset="0"/>
              <a:buChar char="•"/>
            </a:pPr>
            <a:r>
              <a:rPr lang="en-US" sz="1600" b="1" dirty="0"/>
              <a:t>Imputation:</a:t>
            </a:r>
            <a:r>
              <a:rPr lang="en-US" sz="1600" dirty="0"/>
              <a:t> Filled missing numerical values with mean/median where appropriate.</a:t>
            </a:r>
          </a:p>
          <a:p>
            <a:pPr algn="l">
              <a:buFont typeface="Arial" panose="020B0604020202020204" pitchFamily="34" charset="0"/>
              <a:buChar char="•"/>
            </a:pPr>
            <a:r>
              <a:rPr lang="en-US" sz="1600" b="1" dirty="0"/>
              <a:t>Standardization:</a:t>
            </a:r>
            <a:r>
              <a:rPr lang="en-US" sz="1600" dirty="0"/>
              <a:t> Replaced missing categorical values with most frequent category (mode).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6">
          <a:extLst>
            <a:ext uri="{FF2B5EF4-FFF2-40B4-BE49-F238E27FC236}">
              <a16:creationId xmlns:a16="http://schemas.microsoft.com/office/drawing/2014/main" id="{55930133-3D0A-3E90-9ABF-7BFD3546B603}"/>
            </a:ext>
          </a:extLst>
        </p:cNvPr>
        <p:cNvGrpSpPr/>
        <p:nvPr/>
      </p:nvGrpSpPr>
      <p:grpSpPr>
        <a:xfrm>
          <a:off x="0" y="0"/>
          <a:ext cx="0" cy="0"/>
          <a:chOff x="0" y="0"/>
          <a:chExt cx="0" cy="0"/>
        </a:xfrm>
      </p:grpSpPr>
      <p:sp>
        <p:nvSpPr>
          <p:cNvPr id="697" name="Google Shape;697;p36">
            <a:extLst>
              <a:ext uri="{FF2B5EF4-FFF2-40B4-BE49-F238E27FC236}">
                <a16:creationId xmlns:a16="http://schemas.microsoft.com/office/drawing/2014/main" id="{8EF105ED-5588-2904-4DC2-BB0E2A12497E}"/>
              </a:ext>
            </a:extLst>
          </p:cNvPr>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Handling Missing Values</a:t>
            </a:r>
            <a:endParaRPr dirty="0"/>
          </a:p>
        </p:txBody>
      </p:sp>
      <p:grpSp>
        <p:nvGrpSpPr>
          <p:cNvPr id="704" name="Google Shape;704;p36">
            <a:extLst>
              <a:ext uri="{FF2B5EF4-FFF2-40B4-BE49-F238E27FC236}">
                <a16:creationId xmlns:a16="http://schemas.microsoft.com/office/drawing/2014/main" id="{08631089-F08A-1C21-7E5F-D30CCF2B2928}"/>
              </a:ext>
            </a:extLst>
          </p:cNvPr>
          <p:cNvGrpSpPr/>
          <p:nvPr/>
        </p:nvGrpSpPr>
        <p:grpSpPr>
          <a:xfrm>
            <a:off x="118696" y="1017725"/>
            <a:ext cx="887400" cy="856500"/>
            <a:chOff x="118696" y="1017725"/>
            <a:chExt cx="887400" cy="856500"/>
          </a:xfrm>
        </p:grpSpPr>
        <p:sp>
          <p:nvSpPr>
            <p:cNvPr id="705" name="Google Shape;705;p36">
              <a:extLst>
                <a:ext uri="{FF2B5EF4-FFF2-40B4-BE49-F238E27FC236}">
                  <a16:creationId xmlns:a16="http://schemas.microsoft.com/office/drawing/2014/main" id="{C4A9BE75-8A4B-DC1F-56A2-CBC865003908}"/>
                </a:ext>
              </a:extLst>
            </p:cNvPr>
            <p:cNvSpPr/>
            <p:nvPr/>
          </p:nvSpPr>
          <p:spPr>
            <a:xfrm rot="1645945">
              <a:off x="221177" y="11405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6" name="Google Shape;706;p36">
              <a:extLst>
                <a:ext uri="{FF2B5EF4-FFF2-40B4-BE49-F238E27FC236}">
                  <a16:creationId xmlns:a16="http://schemas.microsoft.com/office/drawing/2014/main" id="{15B7D4DE-396A-4F61-DAA5-8F76CE3AF577}"/>
                </a:ext>
              </a:extLst>
            </p:cNvPr>
            <p:cNvGrpSpPr/>
            <p:nvPr/>
          </p:nvGrpSpPr>
          <p:grpSpPr>
            <a:xfrm>
              <a:off x="356001" y="1278355"/>
              <a:ext cx="470598" cy="335235"/>
              <a:chOff x="393289" y="3285780"/>
              <a:chExt cx="470598" cy="335235"/>
            </a:xfrm>
          </p:grpSpPr>
          <p:sp>
            <p:nvSpPr>
              <p:cNvPr id="707" name="Google Shape;707;p36">
                <a:extLst>
                  <a:ext uri="{FF2B5EF4-FFF2-40B4-BE49-F238E27FC236}">
                    <a16:creationId xmlns:a16="http://schemas.microsoft.com/office/drawing/2014/main" id="{01BBDBDC-33BA-F4AF-F4D2-0B5A75DB7F9D}"/>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6">
                <a:extLst>
                  <a:ext uri="{FF2B5EF4-FFF2-40B4-BE49-F238E27FC236}">
                    <a16:creationId xmlns:a16="http://schemas.microsoft.com/office/drawing/2014/main" id="{4C7CA19F-BB4A-DC8A-D998-B7422E60E1B8}"/>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6">
                <a:extLst>
                  <a:ext uri="{FF2B5EF4-FFF2-40B4-BE49-F238E27FC236}">
                    <a16:creationId xmlns:a16="http://schemas.microsoft.com/office/drawing/2014/main" id="{B0758E89-6E71-95CE-B151-4A322D449097}"/>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10" name="Google Shape;710;p36">
            <a:extLst>
              <a:ext uri="{FF2B5EF4-FFF2-40B4-BE49-F238E27FC236}">
                <a16:creationId xmlns:a16="http://schemas.microsoft.com/office/drawing/2014/main" id="{267388DC-79B3-4CEA-B71A-8960EEA96054}"/>
              </a:ext>
            </a:extLst>
          </p:cNvPr>
          <p:cNvSpPr/>
          <p:nvPr/>
        </p:nvSpPr>
        <p:spPr>
          <a:xfrm rot="464186">
            <a:off x="268825" y="4115024"/>
            <a:ext cx="296398" cy="26551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 name="Google Shape;711;p36">
            <a:extLst>
              <a:ext uri="{FF2B5EF4-FFF2-40B4-BE49-F238E27FC236}">
                <a16:creationId xmlns:a16="http://schemas.microsoft.com/office/drawing/2014/main" id="{CA5ACACE-F35E-67EC-ED28-2DD7CAEDFEDC}"/>
              </a:ext>
            </a:extLst>
          </p:cNvPr>
          <p:cNvGrpSpPr/>
          <p:nvPr/>
        </p:nvGrpSpPr>
        <p:grpSpPr>
          <a:xfrm>
            <a:off x="8386129" y="4361448"/>
            <a:ext cx="644700" cy="619200"/>
            <a:chOff x="8386129" y="4361448"/>
            <a:chExt cx="644700" cy="619200"/>
          </a:xfrm>
        </p:grpSpPr>
        <p:sp>
          <p:nvSpPr>
            <p:cNvPr id="712" name="Google Shape;712;p36">
              <a:extLst>
                <a:ext uri="{FF2B5EF4-FFF2-40B4-BE49-F238E27FC236}">
                  <a16:creationId xmlns:a16="http://schemas.microsoft.com/office/drawing/2014/main" id="{C842705B-832B-DCFE-F20A-ACF1234F167B}"/>
                </a:ext>
              </a:extLst>
            </p:cNvPr>
            <p:cNvSpPr/>
            <p:nvPr/>
          </p:nvSpPr>
          <p:spPr>
            <a:xfrm rot="-1481922">
              <a:off x="8457190" y="4445867"/>
              <a:ext cx="502577" cy="450362"/>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6">
              <a:extLst>
                <a:ext uri="{FF2B5EF4-FFF2-40B4-BE49-F238E27FC236}">
                  <a16:creationId xmlns:a16="http://schemas.microsoft.com/office/drawing/2014/main" id="{891BBC3B-C038-6AB8-1DF7-DC7A1D63ED47}"/>
                </a:ext>
              </a:extLst>
            </p:cNvPr>
            <p:cNvSpPr/>
            <p:nvPr/>
          </p:nvSpPr>
          <p:spPr>
            <a:xfrm rot="-2234491">
              <a:off x="8613868" y="4516895"/>
              <a:ext cx="189264" cy="308220"/>
            </a:xfrm>
            <a:custGeom>
              <a:avLst/>
              <a:gdLst/>
              <a:ahLst/>
              <a:cxnLst/>
              <a:rect l="l" t="t" r="r" b="b"/>
              <a:pathLst>
                <a:path w="1012" h="1648" extrusionOk="0">
                  <a:moveTo>
                    <a:pt x="520" y="0"/>
                  </a:moveTo>
                  <a:cubicBezTo>
                    <a:pt x="159" y="0"/>
                    <a:pt x="15" y="217"/>
                    <a:pt x="0" y="506"/>
                  </a:cubicBezTo>
                  <a:cubicBezTo>
                    <a:pt x="0" y="521"/>
                    <a:pt x="15" y="535"/>
                    <a:pt x="29" y="535"/>
                  </a:cubicBezTo>
                  <a:lnTo>
                    <a:pt x="304" y="535"/>
                  </a:lnTo>
                  <a:cubicBezTo>
                    <a:pt x="318" y="535"/>
                    <a:pt x="333" y="535"/>
                    <a:pt x="333" y="521"/>
                  </a:cubicBezTo>
                  <a:cubicBezTo>
                    <a:pt x="333" y="405"/>
                    <a:pt x="390" y="304"/>
                    <a:pt x="520" y="304"/>
                  </a:cubicBezTo>
                  <a:cubicBezTo>
                    <a:pt x="622" y="304"/>
                    <a:pt x="679" y="362"/>
                    <a:pt x="679" y="463"/>
                  </a:cubicBezTo>
                  <a:cubicBezTo>
                    <a:pt x="679" y="564"/>
                    <a:pt x="607" y="622"/>
                    <a:pt x="448" y="766"/>
                  </a:cubicBezTo>
                  <a:cubicBezTo>
                    <a:pt x="260" y="911"/>
                    <a:pt x="246" y="1026"/>
                    <a:pt x="246" y="1200"/>
                  </a:cubicBezTo>
                  <a:cubicBezTo>
                    <a:pt x="246" y="1214"/>
                    <a:pt x="260" y="1243"/>
                    <a:pt x="289" y="1243"/>
                  </a:cubicBezTo>
                  <a:lnTo>
                    <a:pt x="535" y="1243"/>
                  </a:lnTo>
                  <a:cubicBezTo>
                    <a:pt x="549" y="1243"/>
                    <a:pt x="578" y="1229"/>
                    <a:pt x="578" y="1200"/>
                  </a:cubicBezTo>
                  <a:cubicBezTo>
                    <a:pt x="578" y="1099"/>
                    <a:pt x="622" y="1026"/>
                    <a:pt x="809" y="867"/>
                  </a:cubicBezTo>
                  <a:cubicBezTo>
                    <a:pt x="910" y="766"/>
                    <a:pt x="1012" y="665"/>
                    <a:pt x="1012" y="463"/>
                  </a:cubicBezTo>
                  <a:cubicBezTo>
                    <a:pt x="1012" y="246"/>
                    <a:pt x="896" y="0"/>
                    <a:pt x="520" y="0"/>
                  </a:cubicBezTo>
                  <a:close/>
                  <a:moveTo>
                    <a:pt x="260" y="1373"/>
                  </a:moveTo>
                  <a:cubicBezTo>
                    <a:pt x="246" y="1373"/>
                    <a:pt x="231" y="1388"/>
                    <a:pt x="231" y="1402"/>
                  </a:cubicBezTo>
                  <a:lnTo>
                    <a:pt x="231" y="1619"/>
                  </a:lnTo>
                  <a:cubicBezTo>
                    <a:pt x="231" y="1633"/>
                    <a:pt x="246" y="1648"/>
                    <a:pt x="260" y="1648"/>
                  </a:cubicBezTo>
                  <a:lnTo>
                    <a:pt x="535" y="1648"/>
                  </a:lnTo>
                  <a:cubicBezTo>
                    <a:pt x="549" y="1648"/>
                    <a:pt x="578" y="1633"/>
                    <a:pt x="578" y="1619"/>
                  </a:cubicBezTo>
                  <a:lnTo>
                    <a:pt x="578" y="1402"/>
                  </a:lnTo>
                  <a:cubicBezTo>
                    <a:pt x="578" y="1388"/>
                    <a:pt x="549" y="1373"/>
                    <a:pt x="535" y="13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 name="Picture 15">
            <a:extLst>
              <a:ext uri="{FF2B5EF4-FFF2-40B4-BE49-F238E27FC236}">
                <a16:creationId xmlns:a16="http://schemas.microsoft.com/office/drawing/2014/main" id="{94A65866-10F9-882C-7296-B863BA7904C7}"/>
              </a:ext>
            </a:extLst>
          </p:cNvPr>
          <p:cNvPicPr>
            <a:picLocks noChangeAspect="1"/>
          </p:cNvPicPr>
          <p:nvPr/>
        </p:nvPicPr>
        <p:blipFill>
          <a:blip r:embed="rId3"/>
          <a:stretch>
            <a:fillRect/>
          </a:stretch>
        </p:blipFill>
        <p:spPr>
          <a:xfrm>
            <a:off x="1465230" y="1202934"/>
            <a:ext cx="6213539" cy="3777695"/>
          </a:xfrm>
          <a:prstGeom prst="rect">
            <a:avLst/>
          </a:prstGeom>
        </p:spPr>
      </p:pic>
    </p:spTree>
    <p:extLst>
      <p:ext uri="{BB962C8B-B14F-4D97-AF65-F5344CB8AC3E}">
        <p14:creationId xmlns:p14="http://schemas.microsoft.com/office/powerpoint/2010/main" val="2963168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6">
          <a:extLst>
            <a:ext uri="{FF2B5EF4-FFF2-40B4-BE49-F238E27FC236}">
              <a16:creationId xmlns:a16="http://schemas.microsoft.com/office/drawing/2014/main" id="{ABDB3288-C46E-A3D2-C58C-56EEA9DE15EB}"/>
            </a:ext>
          </a:extLst>
        </p:cNvPr>
        <p:cNvGrpSpPr/>
        <p:nvPr/>
      </p:nvGrpSpPr>
      <p:grpSpPr>
        <a:xfrm>
          <a:off x="0" y="0"/>
          <a:ext cx="0" cy="0"/>
          <a:chOff x="0" y="0"/>
          <a:chExt cx="0" cy="0"/>
        </a:xfrm>
      </p:grpSpPr>
      <p:sp>
        <p:nvSpPr>
          <p:cNvPr id="697" name="Google Shape;697;p36">
            <a:extLst>
              <a:ext uri="{FF2B5EF4-FFF2-40B4-BE49-F238E27FC236}">
                <a16:creationId xmlns:a16="http://schemas.microsoft.com/office/drawing/2014/main" id="{7C0206E3-7C72-18C1-29CA-016FEFE450BB}"/>
              </a:ext>
            </a:extLst>
          </p:cNvPr>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Handling Outlier Handling</a:t>
            </a:r>
            <a:endParaRPr dirty="0"/>
          </a:p>
        </p:txBody>
      </p:sp>
      <p:grpSp>
        <p:nvGrpSpPr>
          <p:cNvPr id="704" name="Google Shape;704;p36">
            <a:extLst>
              <a:ext uri="{FF2B5EF4-FFF2-40B4-BE49-F238E27FC236}">
                <a16:creationId xmlns:a16="http://schemas.microsoft.com/office/drawing/2014/main" id="{DD535D7E-602B-C919-2580-938590C92ED8}"/>
              </a:ext>
            </a:extLst>
          </p:cNvPr>
          <p:cNvGrpSpPr/>
          <p:nvPr/>
        </p:nvGrpSpPr>
        <p:grpSpPr>
          <a:xfrm>
            <a:off x="118696" y="1017725"/>
            <a:ext cx="887400" cy="856500"/>
            <a:chOff x="118696" y="1017725"/>
            <a:chExt cx="887400" cy="856500"/>
          </a:xfrm>
        </p:grpSpPr>
        <p:sp>
          <p:nvSpPr>
            <p:cNvPr id="705" name="Google Shape;705;p36">
              <a:extLst>
                <a:ext uri="{FF2B5EF4-FFF2-40B4-BE49-F238E27FC236}">
                  <a16:creationId xmlns:a16="http://schemas.microsoft.com/office/drawing/2014/main" id="{697EAF9B-00E9-F885-1E3E-664EA31E7961}"/>
                </a:ext>
              </a:extLst>
            </p:cNvPr>
            <p:cNvSpPr/>
            <p:nvPr/>
          </p:nvSpPr>
          <p:spPr>
            <a:xfrm rot="1645945">
              <a:off x="221177" y="11405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6" name="Google Shape;706;p36">
              <a:extLst>
                <a:ext uri="{FF2B5EF4-FFF2-40B4-BE49-F238E27FC236}">
                  <a16:creationId xmlns:a16="http://schemas.microsoft.com/office/drawing/2014/main" id="{211092A3-118F-D93E-AD91-26686121DA3D}"/>
                </a:ext>
              </a:extLst>
            </p:cNvPr>
            <p:cNvGrpSpPr/>
            <p:nvPr/>
          </p:nvGrpSpPr>
          <p:grpSpPr>
            <a:xfrm>
              <a:off x="356001" y="1278355"/>
              <a:ext cx="470598" cy="335235"/>
              <a:chOff x="393289" y="3285780"/>
              <a:chExt cx="470598" cy="335235"/>
            </a:xfrm>
          </p:grpSpPr>
          <p:sp>
            <p:nvSpPr>
              <p:cNvPr id="707" name="Google Shape;707;p36">
                <a:extLst>
                  <a:ext uri="{FF2B5EF4-FFF2-40B4-BE49-F238E27FC236}">
                    <a16:creationId xmlns:a16="http://schemas.microsoft.com/office/drawing/2014/main" id="{D23A139E-2259-2695-2B96-573809CE7B37}"/>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6">
                <a:extLst>
                  <a:ext uri="{FF2B5EF4-FFF2-40B4-BE49-F238E27FC236}">
                    <a16:creationId xmlns:a16="http://schemas.microsoft.com/office/drawing/2014/main" id="{14EFCB15-0291-95BA-8844-282CEB59C121}"/>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6">
                <a:extLst>
                  <a:ext uri="{FF2B5EF4-FFF2-40B4-BE49-F238E27FC236}">
                    <a16:creationId xmlns:a16="http://schemas.microsoft.com/office/drawing/2014/main" id="{509A319B-D9C9-23D3-E67F-44A1A9B17355}"/>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10" name="Google Shape;710;p36">
            <a:extLst>
              <a:ext uri="{FF2B5EF4-FFF2-40B4-BE49-F238E27FC236}">
                <a16:creationId xmlns:a16="http://schemas.microsoft.com/office/drawing/2014/main" id="{87013CB8-F5B3-C5D4-5A5B-5292A4662E71}"/>
              </a:ext>
            </a:extLst>
          </p:cNvPr>
          <p:cNvSpPr/>
          <p:nvPr/>
        </p:nvSpPr>
        <p:spPr>
          <a:xfrm rot="464186">
            <a:off x="268825" y="4115024"/>
            <a:ext cx="296398" cy="26551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 name="Google Shape;711;p36">
            <a:extLst>
              <a:ext uri="{FF2B5EF4-FFF2-40B4-BE49-F238E27FC236}">
                <a16:creationId xmlns:a16="http://schemas.microsoft.com/office/drawing/2014/main" id="{E83C078D-2E63-0899-4958-DB88943AB39D}"/>
              </a:ext>
            </a:extLst>
          </p:cNvPr>
          <p:cNvGrpSpPr/>
          <p:nvPr/>
        </p:nvGrpSpPr>
        <p:grpSpPr>
          <a:xfrm>
            <a:off x="8386129" y="4361448"/>
            <a:ext cx="644700" cy="619200"/>
            <a:chOff x="8386129" y="4361448"/>
            <a:chExt cx="644700" cy="619200"/>
          </a:xfrm>
        </p:grpSpPr>
        <p:sp>
          <p:nvSpPr>
            <p:cNvPr id="712" name="Google Shape;712;p36">
              <a:extLst>
                <a:ext uri="{FF2B5EF4-FFF2-40B4-BE49-F238E27FC236}">
                  <a16:creationId xmlns:a16="http://schemas.microsoft.com/office/drawing/2014/main" id="{F30D27FF-86AE-9142-A12B-FBAFABB65685}"/>
                </a:ext>
              </a:extLst>
            </p:cNvPr>
            <p:cNvSpPr/>
            <p:nvPr/>
          </p:nvSpPr>
          <p:spPr>
            <a:xfrm rot="-1481922">
              <a:off x="8457190" y="4445867"/>
              <a:ext cx="502577" cy="450362"/>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6">
              <a:extLst>
                <a:ext uri="{FF2B5EF4-FFF2-40B4-BE49-F238E27FC236}">
                  <a16:creationId xmlns:a16="http://schemas.microsoft.com/office/drawing/2014/main" id="{5A75443D-7835-4897-7C50-6EDBB870764B}"/>
                </a:ext>
              </a:extLst>
            </p:cNvPr>
            <p:cNvSpPr/>
            <p:nvPr/>
          </p:nvSpPr>
          <p:spPr>
            <a:xfrm rot="-2234491">
              <a:off x="8613868" y="4516895"/>
              <a:ext cx="189264" cy="308220"/>
            </a:xfrm>
            <a:custGeom>
              <a:avLst/>
              <a:gdLst/>
              <a:ahLst/>
              <a:cxnLst/>
              <a:rect l="l" t="t" r="r" b="b"/>
              <a:pathLst>
                <a:path w="1012" h="1648" extrusionOk="0">
                  <a:moveTo>
                    <a:pt x="520" y="0"/>
                  </a:moveTo>
                  <a:cubicBezTo>
                    <a:pt x="159" y="0"/>
                    <a:pt x="15" y="217"/>
                    <a:pt x="0" y="506"/>
                  </a:cubicBezTo>
                  <a:cubicBezTo>
                    <a:pt x="0" y="521"/>
                    <a:pt x="15" y="535"/>
                    <a:pt x="29" y="535"/>
                  </a:cubicBezTo>
                  <a:lnTo>
                    <a:pt x="304" y="535"/>
                  </a:lnTo>
                  <a:cubicBezTo>
                    <a:pt x="318" y="535"/>
                    <a:pt x="333" y="535"/>
                    <a:pt x="333" y="521"/>
                  </a:cubicBezTo>
                  <a:cubicBezTo>
                    <a:pt x="333" y="405"/>
                    <a:pt x="390" y="304"/>
                    <a:pt x="520" y="304"/>
                  </a:cubicBezTo>
                  <a:cubicBezTo>
                    <a:pt x="622" y="304"/>
                    <a:pt x="679" y="362"/>
                    <a:pt x="679" y="463"/>
                  </a:cubicBezTo>
                  <a:cubicBezTo>
                    <a:pt x="679" y="564"/>
                    <a:pt x="607" y="622"/>
                    <a:pt x="448" y="766"/>
                  </a:cubicBezTo>
                  <a:cubicBezTo>
                    <a:pt x="260" y="911"/>
                    <a:pt x="246" y="1026"/>
                    <a:pt x="246" y="1200"/>
                  </a:cubicBezTo>
                  <a:cubicBezTo>
                    <a:pt x="246" y="1214"/>
                    <a:pt x="260" y="1243"/>
                    <a:pt x="289" y="1243"/>
                  </a:cubicBezTo>
                  <a:lnTo>
                    <a:pt x="535" y="1243"/>
                  </a:lnTo>
                  <a:cubicBezTo>
                    <a:pt x="549" y="1243"/>
                    <a:pt x="578" y="1229"/>
                    <a:pt x="578" y="1200"/>
                  </a:cubicBezTo>
                  <a:cubicBezTo>
                    <a:pt x="578" y="1099"/>
                    <a:pt x="622" y="1026"/>
                    <a:pt x="809" y="867"/>
                  </a:cubicBezTo>
                  <a:cubicBezTo>
                    <a:pt x="910" y="766"/>
                    <a:pt x="1012" y="665"/>
                    <a:pt x="1012" y="463"/>
                  </a:cubicBezTo>
                  <a:cubicBezTo>
                    <a:pt x="1012" y="246"/>
                    <a:pt x="896" y="0"/>
                    <a:pt x="520" y="0"/>
                  </a:cubicBezTo>
                  <a:close/>
                  <a:moveTo>
                    <a:pt x="260" y="1373"/>
                  </a:moveTo>
                  <a:cubicBezTo>
                    <a:pt x="246" y="1373"/>
                    <a:pt x="231" y="1388"/>
                    <a:pt x="231" y="1402"/>
                  </a:cubicBezTo>
                  <a:lnTo>
                    <a:pt x="231" y="1619"/>
                  </a:lnTo>
                  <a:cubicBezTo>
                    <a:pt x="231" y="1633"/>
                    <a:pt x="246" y="1648"/>
                    <a:pt x="260" y="1648"/>
                  </a:cubicBezTo>
                  <a:lnTo>
                    <a:pt x="535" y="1648"/>
                  </a:lnTo>
                  <a:cubicBezTo>
                    <a:pt x="549" y="1648"/>
                    <a:pt x="578" y="1633"/>
                    <a:pt x="578" y="1619"/>
                  </a:cubicBezTo>
                  <a:lnTo>
                    <a:pt x="578" y="1402"/>
                  </a:lnTo>
                  <a:cubicBezTo>
                    <a:pt x="578" y="1388"/>
                    <a:pt x="549" y="1373"/>
                    <a:pt x="535" y="13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EA037F38-A0BC-8C61-ECD4-2B4F496F4A4A}"/>
              </a:ext>
            </a:extLst>
          </p:cNvPr>
          <p:cNvSpPr>
            <a:spLocks noGrp="1" noChangeArrowheads="1"/>
          </p:cNvSpPr>
          <p:nvPr>
            <p:ph type="subTitle" idx="1"/>
          </p:nvPr>
        </p:nvSpPr>
        <p:spPr bwMode="auto">
          <a:xfrm>
            <a:off x="698446" y="1079545"/>
            <a:ext cx="768764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Karla" pitchFamily="2" charset="0"/>
              </a:rPr>
              <a:t>Identification: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Karla" pitchFamily="2" charset="0"/>
            </a:endParaRPr>
          </a:p>
          <a:p>
            <a:pPr marL="342900"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Karla" pitchFamily="2" charset="0"/>
              </a:rPr>
              <a:t>Used </a:t>
            </a:r>
            <a:r>
              <a:rPr kumimoji="0" lang="en-US" altLang="en-US" sz="2000" b="1" i="0" u="none" strike="noStrike" cap="none" normalizeH="0" baseline="0" dirty="0">
                <a:ln>
                  <a:noFill/>
                </a:ln>
                <a:solidFill>
                  <a:schemeClr val="tx1"/>
                </a:solidFill>
                <a:effectLst/>
                <a:latin typeface="Karla" pitchFamily="2" charset="0"/>
              </a:rPr>
              <a:t>Boxplots</a:t>
            </a:r>
            <a:r>
              <a:rPr kumimoji="0" lang="en-US" altLang="en-US" sz="2000" b="0" i="0" u="none" strike="noStrike" cap="none" normalizeH="0" baseline="0" dirty="0">
                <a:ln>
                  <a:noFill/>
                </a:ln>
                <a:solidFill>
                  <a:schemeClr val="tx1"/>
                </a:solidFill>
                <a:effectLst/>
                <a:latin typeface="Karla" pitchFamily="2" charset="0"/>
              </a:rPr>
              <a:t> and </a:t>
            </a:r>
            <a:r>
              <a:rPr kumimoji="0" lang="en-US" altLang="en-US" sz="2000" b="1" i="0" u="none" strike="noStrike" cap="none" normalizeH="0" baseline="0" dirty="0">
                <a:ln>
                  <a:noFill/>
                </a:ln>
                <a:solidFill>
                  <a:schemeClr val="tx1"/>
                </a:solidFill>
                <a:effectLst/>
                <a:latin typeface="Karla" pitchFamily="2" charset="0"/>
              </a:rPr>
              <a:t>IQR methods</a:t>
            </a:r>
            <a:r>
              <a:rPr kumimoji="0" lang="en-US" altLang="en-US" sz="2000" b="0" i="0" u="none" strike="noStrike" cap="none" normalizeH="0" baseline="0" dirty="0">
                <a:ln>
                  <a:noFill/>
                </a:ln>
                <a:solidFill>
                  <a:schemeClr val="tx1"/>
                </a:solidFill>
                <a:effectLst/>
                <a:latin typeface="Karla" pitchFamily="2" charset="0"/>
              </a:rPr>
              <a:t> to detect unusually high or low values in Total Spent and Quantity.</a:t>
            </a:r>
          </a:p>
          <a:p>
            <a:pPr marL="342900"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Karla" pitchFamily="2" charset="0"/>
              </a:rPr>
              <a:t>Visualized data distributions to confirm extreme points.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Karla" pitchFamily="2" charset="0"/>
              </a:rPr>
              <a:t>Techniques Used: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Karla" pitchFamily="2"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Karla" pitchFamily="2" charset="0"/>
              </a:rPr>
              <a:t>Removal:</a:t>
            </a:r>
            <a:r>
              <a:rPr kumimoji="0" lang="en-US" altLang="en-US" sz="2000" b="0" i="0" u="none" strike="noStrike" cap="none" normalizeH="0" baseline="0" dirty="0">
                <a:ln>
                  <a:noFill/>
                </a:ln>
                <a:solidFill>
                  <a:schemeClr val="tx1"/>
                </a:solidFill>
                <a:effectLst/>
                <a:latin typeface="Karla" pitchFamily="2" charset="0"/>
              </a:rPr>
              <a:t> Dropped extreme outliers that could skew results.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Karla" pitchFamily="2" charset="0"/>
              </a:rPr>
              <a:t>Capping:</a:t>
            </a:r>
            <a:r>
              <a:rPr kumimoji="0" lang="en-US" altLang="en-US" sz="2000" b="0" i="0" u="none" strike="noStrike" cap="none" normalizeH="0" baseline="0" dirty="0">
                <a:ln>
                  <a:noFill/>
                </a:ln>
                <a:solidFill>
                  <a:schemeClr val="tx1"/>
                </a:solidFill>
                <a:effectLst/>
                <a:latin typeface="Karla" pitchFamily="2" charset="0"/>
              </a:rPr>
              <a:t> Applied </a:t>
            </a:r>
            <a:r>
              <a:rPr kumimoji="0" lang="en-US" altLang="en-US" sz="2000" b="0" i="0" u="none" strike="noStrike" cap="none" normalizeH="0" baseline="0" dirty="0" err="1">
                <a:ln>
                  <a:noFill/>
                </a:ln>
                <a:solidFill>
                  <a:schemeClr val="tx1"/>
                </a:solidFill>
                <a:effectLst/>
                <a:latin typeface="Karla" pitchFamily="2" charset="0"/>
              </a:rPr>
              <a:t>upper&amp;lower</a:t>
            </a:r>
            <a:r>
              <a:rPr kumimoji="0" lang="en-US" altLang="en-US" sz="2000" b="0" i="0" u="none" strike="noStrike" cap="none" normalizeH="0" baseline="0" dirty="0">
                <a:ln>
                  <a:noFill/>
                </a:ln>
                <a:solidFill>
                  <a:schemeClr val="tx1"/>
                </a:solidFill>
                <a:effectLst/>
                <a:latin typeface="Karla" pitchFamily="2" charset="0"/>
              </a:rPr>
              <a:t> limits for certain attributes to retain valid data while reducing impact of extremes.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Karla" pitchFamily="2" charset="0"/>
            </a:endParaRPr>
          </a:p>
        </p:txBody>
      </p:sp>
    </p:spTree>
    <p:extLst>
      <p:ext uri="{BB962C8B-B14F-4D97-AF65-F5344CB8AC3E}">
        <p14:creationId xmlns:p14="http://schemas.microsoft.com/office/powerpoint/2010/main" val="3895758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37"/>
          <p:cNvSpPr txBox="1">
            <a:spLocks noGrp="1"/>
          </p:cNvSpPr>
          <p:nvPr>
            <p:ph type="title"/>
          </p:nvPr>
        </p:nvSpPr>
        <p:spPr>
          <a:xfrm>
            <a:off x="2124450" y="215508"/>
            <a:ext cx="4895100" cy="51679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t>Before and After Handling Outlier </a:t>
            </a:r>
            <a:endParaRPr sz="2000" dirty="0"/>
          </a:p>
        </p:txBody>
      </p:sp>
      <p:grpSp>
        <p:nvGrpSpPr>
          <p:cNvPr id="786" name="Google Shape;786;p37"/>
          <p:cNvGrpSpPr/>
          <p:nvPr/>
        </p:nvGrpSpPr>
        <p:grpSpPr>
          <a:xfrm>
            <a:off x="328320" y="61450"/>
            <a:ext cx="675000" cy="670800"/>
            <a:chOff x="328320" y="61450"/>
            <a:chExt cx="675000" cy="670800"/>
          </a:xfrm>
        </p:grpSpPr>
        <p:sp>
          <p:nvSpPr>
            <p:cNvPr id="787" name="Google Shape;787;p37"/>
            <p:cNvSpPr/>
            <p:nvPr/>
          </p:nvSpPr>
          <p:spPr>
            <a:xfrm rot="2514200">
              <a:off x="414501" y="171665"/>
              <a:ext cx="502638" cy="450370"/>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7"/>
            <p:cNvSpPr/>
            <p:nvPr/>
          </p:nvSpPr>
          <p:spPr>
            <a:xfrm rot="1762018">
              <a:off x="571195" y="242741"/>
              <a:ext cx="189264" cy="308221"/>
            </a:xfrm>
            <a:custGeom>
              <a:avLst/>
              <a:gdLst/>
              <a:ahLst/>
              <a:cxnLst/>
              <a:rect l="l" t="t" r="r" b="b"/>
              <a:pathLst>
                <a:path w="1012" h="1648" extrusionOk="0">
                  <a:moveTo>
                    <a:pt x="520" y="0"/>
                  </a:moveTo>
                  <a:cubicBezTo>
                    <a:pt x="159" y="0"/>
                    <a:pt x="15" y="217"/>
                    <a:pt x="0" y="506"/>
                  </a:cubicBezTo>
                  <a:cubicBezTo>
                    <a:pt x="0" y="521"/>
                    <a:pt x="15" y="535"/>
                    <a:pt x="29" y="535"/>
                  </a:cubicBezTo>
                  <a:lnTo>
                    <a:pt x="304" y="535"/>
                  </a:lnTo>
                  <a:cubicBezTo>
                    <a:pt x="318" y="535"/>
                    <a:pt x="333" y="535"/>
                    <a:pt x="333" y="521"/>
                  </a:cubicBezTo>
                  <a:cubicBezTo>
                    <a:pt x="333" y="405"/>
                    <a:pt x="390" y="304"/>
                    <a:pt x="520" y="304"/>
                  </a:cubicBezTo>
                  <a:cubicBezTo>
                    <a:pt x="622" y="304"/>
                    <a:pt x="679" y="362"/>
                    <a:pt x="679" y="463"/>
                  </a:cubicBezTo>
                  <a:cubicBezTo>
                    <a:pt x="679" y="564"/>
                    <a:pt x="607" y="622"/>
                    <a:pt x="448" y="766"/>
                  </a:cubicBezTo>
                  <a:cubicBezTo>
                    <a:pt x="260" y="911"/>
                    <a:pt x="246" y="1026"/>
                    <a:pt x="246" y="1200"/>
                  </a:cubicBezTo>
                  <a:cubicBezTo>
                    <a:pt x="246" y="1214"/>
                    <a:pt x="260" y="1243"/>
                    <a:pt x="289" y="1243"/>
                  </a:cubicBezTo>
                  <a:lnTo>
                    <a:pt x="535" y="1243"/>
                  </a:lnTo>
                  <a:cubicBezTo>
                    <a:pt x="549" y="1243"/>
                    <a:pt x="578" y="1229"/>
                    <a:pt x="578" y="1200"/>
                  </a:cubicBezTo>
                  <a:cubicBezTo>
                    <a:pt x="578" y="1099"/>
                    <a:pt x="622" y="1026"/>
                    <a:pt x="809" y="867"/>
                  </a:cubicBezTo>
                  <a:cubicBezTo>
                    <a:pt x="910" y="766"/>
                    <a:pt x="1012" y="665"/>
                    <a:pt x="1012" y="463"/>
                  </a:cubicBezTo>
                  <a:cubicBezTo>
                    <a:pt x="1012" y="246"/>
                    <a:pt x="896" y="0"/>
                    <a:pt x="520" y="0"/>
                  </a:cubicBezTo>
                  <a:close/>
                  <a:moveTo>
                    <a:pt x="260" y="1373"/>
                  </a:moveTo>
                  <a:cubicBezTo>
                    <a:pt x="246" y="1373"/>
                    <a:pt x="231" y="1388"/>
                    <a:pt x="231" y="1402"/>
                  </a:cubicBezTo>
                  <a:lnTo>
                    <a:pt x="231" y="1619"/>
                  </a:lnTo>
                  <a:cubicBezTo>
                    <a:pt x="231" y="1633"/>
                    <a:pt x="246" y="1648"/>
                    <a:pt x="260" y="1648"/>
                  </a:cubicBezTo>
                  <a:lnTo>
                    <a:pt x="535" y="1648"/>
                  </a:lnTo>
                  <a:cubicBezTo>
                    <a:pt x="549" y="1648"/>
                    <a:pt x="578" y="1633"/>
                    <a:pt x="578" y="1619"/>
                  </a:cubicBezTo>
                  <a:lnTo>
                    <a:pt x="578" y="1402"/>
                  </a:lnTo>
                  <a:cubicBezTo>
                    <a:pt x="578" y="1388"/>
                    <a:pt x="549" y="1373"/>
                    <a:pt x="535" y="13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9" name="Google Shape;789;p37"/>
          <p:cNvSpPr/>
          <p:nvPr/>
        </p:nvSpPr>
        <p:spPr>
          <a:xfrm rot="-1701150">
            <a:off x="8546948" y="1290987"/>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Picture 6">
            <a:extLst>
              <a:ext uri="{FF2B5EF4-FFF2-40B4-BE49-F238E27FC236}">
                <a16:creationId xmlns:a16="http://schemas.microsoft.com/office/drawing/2014/main" id="{BB3FC9A3-8BBF-B378-D49E-15792C66F1CE}"/>
              </a:ext>
            </a:extLst>
          </p:cNvPr>
          <p:cNvPicPr>
            <a:picLocks noChangeAspect="1"/>
          </p:cNvPicPr>
          <p:nvPr/>
        </p:nvPicPr>
        <p:blipFill>
          <a:blip r:embed="rId3"/>
          <a:stretch>
            <a:fillRect/>
          </a:stretch>
        </p:blipFill>
        <p:spPr>
          <a:xfrm>
            <a:off x="5075503" y="887035"/>
            <a:ext cx="3426803" cy="3762647"/>
          </a:xfrm>
          <a:prstGeom prst="rect">
            <a:avLst/>
          </a:prstGeom>
        </p:spPr>
      </p:pic>
      <p:pic>
        <p:nvPicPr>
          <p:cNvPr id="9" name="Picture 8">
            <a:extLst>
              <a:ext uri="{FF2B5EF4-FFF2-40B4-BE49-F238E27FC236}">
                <a16:creationId xmlns:a16="http://schemas.microsoft.com/office/drawing/2014/main" id="{4DC775AB-C98F-5B40-3C10-048B3F469D2A}"/>
              </a:ext>
            </a:extLst>
          </p:cNvPr>
          <p:cNvPicPr>
            <a:picLocks noChangeAspect="1"/>
          </p:cNvPicPr>
          <p:nvPr/>
        </p:nvPicPr>
        <p:blipFill>
          <a:blip r:embed="rId4"/>
          <a:stretch>
            <a:fillRect/>
          </a:stretch>
        </p:blipFill>
        <p:spPr>
          <a:xfrm>
            <a:off x="1209040" y="887035"/>
            <a:ext cx="3667760" cy="37626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5"/>
          <p:cNvSpPr txBox="1">
            <a:spLocks noGrp="1"/>
          </p:cNvSpPr>
          <p:nvPr>
            <p:ph type="title"/>
          </p:nvPr>
        </p:nvSpPr>
        <p:spPr>
          <a:xfrm>
            <a:off x="600939" y="527571"/>
            <a:ext cx="4550181" cy="396989"/>
          </a:xfrm>
          <a:prstGeom prst="rect">
            <a:avLst/>
          </a:prstGeom>
        </p:spPr>
        <p:txBody>
          <a:bodyPr spcFirstLastPara="1" wrap="square" lIns="91425" tIns="91425" rIns="91425" bIns="91425" anchor="t" anchorCtr="0">
            <a:noAutofit/>
          </a:bodyPr>
          <a:lstStyle/>
          <a:p>
            <a:pPr lvl="0" algn="l"/>
            <a:r>
              <a:rPr lang="en" sz="2400" dirty="0"/>
              <a:t>Handling Invalid Values</a:t>
            </a:r>
            <a:endParaRPr sz="2400" dirty="0"/>
          </a:p>
        </p:txBody>
      </p:sp>
      <p:grpSp>
        <p:nvGrpSpPr>
          <p:cNvPr id="634" name="Google Shape;634;p35"/>
          <p:cNvGrpSpPr/>
          <p:nvPr/>
        </p:nvGrpSpPr>
        <p:grpSpPr>
          <a:xfrm>
            <a:off x="6279442" y="741176"/>
            <a:ext cx="2250830" cy="3661147"/>
            <a:chOff x="5401837" y="470183"/>
            <a:chExt cx="2068777" cy="3107670"/>
          </a:xfrm>
        </p:grpSpPr>
        <p:sp>
          <p:nvSpPr>
            <p:cNvPr id="635" name="Google Shape;635;p35"/>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35"/>
          <p:cNvGrpSpPr/>
          <p:nvPr/>
        </p:nvGrpSpPr>
        <p:grpSpPr>
          <a:xfrm>
            <a:off x="143931" y="3252251"/>
            <a:ext cx="817500" cy="812700"/>
            <a:chOff x="143931" y="3252251"/>
            <a:chExt cx="817500" cy="812700"/>
          </a:xfrm>
        </p:grpSpPr>
        <p:sp>
          <p:nvSpPr>
            <p:cNvPr id="638" name="Google Shape;638;p35"/>
            <p:cNvSpPr/>
            <p:nvPr/>
          </p:nvSpPr>
          <p:spPr>
            <a:xfrm rot="2515456">
              <a:off x="248257" y="3385830"/>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rot="1928159">
              <a:off x="470029" y="3511940"/>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5"/>
          <p:cNvGrpSpPr/>
          <p:nvPr/>
        </p:nvGrpSpPr>
        <p:grpSpPr>
          <a:xfrm>
            <a:off x="6196468" y="1415408"/>
            <a:ext cx="2416767" cy="3688689"/>
            <a:chOff x="8936226" y="1196470"/>
            <a:chExt cx="2416767" cy="3688689"/>
          </a:xfrm>
        </p:grpSpPr>
        <p:sp>
          <p:nvSpPr>
            <p:cNvPr id="641" name="Google Shape;641;p35"/>
            <p:cNvSpPr/>
            <p:nvPr/>
          </p:nvSpPr>
          <p:spPr>
            <a:xfrm flipH="1">
              <a:off x="9621961" y="1803301"/>
              <a:ext cx="785363" cy="776526"/>
            </a:xfrm>
            <a:custGeom>
              <a:avLst/>
              <a:gdLst/>
              <a:ahLst/>
              <a:cxnLst/>
              <a:rect l="l" t="t" r="r" b="b"/>
              <a:pathLst>
                <a:path w="10043" h="9930" extrusionOk="0">
                  <a:moveTo>
                    <a:pt x="8464" y="0"/>
                  </a:moveTo>
                  <a:cubicBezTo>
                    <a:pt x="8007" y="0"/>
                    <a:pt x="7162" y="139"/>
                    <a:pt x="6427" y="1025"/>
                  </a:cubicBezTo>
                  <a:cubicBezTo>
                    <a:pt x="5358" y="2298"/>
                    <a:pt x="2430" y="5651"/>
                    <a:pt x="2167" y="6031"/>
                  </a:cubicBezTo>
                  <a:cubicBezTo>
                    <a:pt x="1918" y="6412"/>
                    <a:pt x="0" y="9149"/>
                    <a:pt x="1318" y="9852"/>
                  </a:cubicBezTo>
                  <a:cubicBezTo>
                    <a:pt x="1417" y="9905"/>
                    <a:pt x="1531" y="9930"/>
                    <a:pt x="1655" y="9930"/>
                  </a:cubicBezTo>
                  <a:cubicBezTo>
                    <a:pt x="3168" y="9930"/>
                    <a:pt x="6295" y="6265"/>
                    <a:pt x="6295" y="6265"/>
                  </a:cubicBezTo>
                  <a:lnTo>
                    <a:pt x="9809" y="1918"/>
                  </a:lnTo>
                  <a:cubicBezTo>
                    <a:pt x="9955" y="1727"/>
                    <a:pt x="10043" y="1493"/>
                    <a:pt x="10043" y="1259"/>
                  </a:cubicBezTo>
                  <a:cubicBezTo>
                    <a:pt x="10043" y="1039"/>
                    <a:pt x="9955" y="790"/>
                    <a:pt x="9677" y="615"/>
                  </a:cubicBezTo>
                  <a:cubicBezTo>
                    <a:pt x="9208" y="307"/>
                    <a:pt x="8798" y="29"/>
                    <a:pt x="8798" y="29"/>
                  </a:cubicBezTo>
                  <a:cubicBezTo>
                    <a:pt x="8798" y="29"/>
                    <a:pt x="8671" y="0"/>
                    <a:pt x="8464"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5"/>
            <p:cNvSpPr/>
            <p:nvPr/>
          </p:nvSpPr>
          <p:spPr>
            <a:xfrm flipH="1">
              <a:off x="9719244" y="1815813"/>
              <a:ext cx="99705" cy="194327"/>
            </a:xfrm>
            <a:custGeom>
              <a:avLst/>
              <a:gdLst/>
              <a:ahLst/>
              <a:cxnLst/>
              <a:rect l="l" t="t" r="r" b="b"/>
              <a:pathLst>
                <a:path w="1275" h="2485" extrusionOk="0">
                  <a:moveTo>
                    <a:pt x="1245" y="1"/>
                  </a:moveTo>
                  <a:cubicBezTo>
                    <a:pt x="1245" y="1"/>
                    <a:pt x="1216" y="74"/>
                    <a:pt x="1245" y="206"/>
                  </a:cubicBezTo>
                  <a:cubicBezTo>
                    <a:pt x="1245" y="323"/>
                    <a:pt x="1216" y="513"/>
                    <a:pt x="1216" y="733"/>
                  </a:cubicBezTo>
                  <a:cubicBezTo>
                    <a:pt x="1216" y="967"/>
                    <a:pt x="1201" y="1230"/>
                    <a:pt x="1201" y="1523"/>
                  </a:cubicBezTo>
                  <a:lnTo>
                    <a:pt x="1201" y="1977"/>
                  </a:lnTo>
                  <a:cubicBezTo>
                    <a:pt x="1187" y="2124"/>
                    <a:pt x="1143" y="2299"/>
                    <a:pt x="1026" y="2358"/>
                  </a:cubicBezTo>
                  <a:cubicBezTo>
                    <a:pt x="988" y="2378"/>
                    <a:pt x="949" y="2387"/>
                    <a:pt x="909" y="2387"/>
                  </a:cubicBezTo>
                  <a:cubicBezTo>
                    <a:pt x="808" y="2387"/>
                    <a:pt x="704" y="2329"/>
                    <a:pt x="630" y="2255"/>
                  </a:cubicBezTo>
                  <a:cubicBezTo>
                    <a:pt x="542" y="2138"/>
                    <a:pt x="484" y="1992"/>
                    <a:pt x="455" y="1845"/>
                  </a:cubicBezTo>
                  <a:cubicBezTo>
                    <a:pt x="381" y="1567"/>
                    <a:pt x="367" y="1304"/>
                    <a:pt x="308" y="1084"/>
                  </a:cubicBezTo>
                  <a:cubicBezTo>
                    <a:pt x="250" y="865"/>
                    <a:pt x="191" y="689"/>
                    <a:pt x="118" y="586"/>
                  </a:cubicBezTo>
                  <a:cubicBezTo>
                    <a:pt x="89" y="528"/>
                    <a:pt x="45" y="499"/>
                    <a:pt x="30" y="469"/>
                  </a:cubicBezTo>
                  <a:lnTo>
                    <a:pt x="1" y="440"/>
                  </a:lnTo>
                  <a:lnTo>
                    <a:pt x="1" y="440"/>
                  </a:lnTo>
                  <a:cubicBezTo>
                    <a:pt x="1" y="440"/>
                    <a:pt x="30" y="499"/>
                    <a:pt x="89" y="601"/>
                  </a:cubicBezTo>
                  <a:cubicBezTo>
                    <a:pt x="133" y="718"/>
                    <a:pt x="191" y="879"/>
                    <a:pt x="235" y="1099"/>
                  </a:cubicBezTo>
                  <a:cubicBezTo>
                    <a:pt x="264" y="1318"/>
                    <a:pt x="294" y="1567"/>
                    <a:pt x="367" y="1860"/>
                  </a:cubicBezTo>
                  <a:cubicBezTo>
                    <a:pt x="396" y="2006"/>
                    <a:pt x="455" y="2182"/>
                    <a:pt x="557" y="2299"/>
                  </a:cubicBezTo>
                  <a:cubicBezTo>
                    <a:pt x="643" y="2396"/>
                    <a:pt x="776" y="2485"/>
                    <a:pt x="910" y="2485"/>
                  </a:cubicBezTo>
                  <a:cubicBezTo>
                    <a:pt x="959" y="2485"/>
                    <a:pt x="1008" y="2473"/>
                    <a:pt x="1055" y="2446"/>
                  </a:cubicBezTo>
                  <a:cubicBezTo>
                    <a:pt x="1143" y="2402"/>
                    <a:pt x="1201" y="2328"/>
                    <a:pt x="1245" y="2226"/>
                  </a:cubicBezTo>
                  <a:cubicBezTo>
                    <a:pt x="1260" y="2138"/>
                    <a:pt x="1274" y="2050"/>
                    <a:pt x="1274" y="1977"/>
                  </a:cubicBezTo>
                  <a:lnTo>
                    <a:pt x="1274" y="1523"/>
                  </a:lnTo>
                  <a:lnTo>
                    <a:pt x="1274" y="733"/>
                  </a:lnTo>
                  <a:cubicBezTo>
                    <a:pt x="1260" y="513"/>
                    <a:pt x="1260" y="323"/>
                    <a:pt x="1260" y="206"/>
                  </a:cubicBezTo>
                  <a:cubicBezTo>
                    <a:pt x="1260" y="74"/>
                    <a:pt x="1245" y="1"/>
                    <a:pt x="1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p:nvPr/>
          </p:nvSpPr>
          <p:spPr>
            <a:xfrm flipH="1">
              <a:off x="9672324" y="1848891"/>
              <a:ext cx="55053" cy="118317"/>
            </a:xfrm>
            <a:custGeom>
              <a:avLst/>
              <a:gdLst/>
              <a:ahLst/>
              <a:cxnLst/>
              <a:rect l="l" t="t" r="r" b="b"/>
              <a:pathLst>
                <a:path w="704" h="1513" extrusionOk="0">
                  <a:moveTo>
                    <a:pt x="685" y="1"/>
                  </a:moveTo>
                  <a:cubicBezTo>
                    <a:pt x="652" y="1"/>
                    <a:pt x="550" y="354"/>
                    <a:pt x="367" y="749"/>
                  </a:cubicBezTo>
                  <a:cubicBezTo>
                    <a:pt x="177" y="1188"/>
                    <a:pt x="1" y="1496"/>
                    <a:pt x="16" y="1510"/>
                  </a:cubicBezTo>
                  <a:cubicBezTo>
                    <a:pt x="16" y="1512"/>
                    <a:pt x="17" y="1512"/>
                    <a:pt x="19" y="1512"/>
                  </a:cubicBezTo>
                  <a:cubicBezTo>
                    <a:pt x="52" y="1512"/>
                    <a:pt x="273" y="1226"/>
                    <a:pt x="455" y="807"/>
                  </a:cubicBezTo>
                  <a:cubicBezTo>
                    <a:pt x="660" y="383"/>
                    <a:pt x="704" y="2"/>
                    <a:pt x="689" y="2"/>
                  </a:cubicBezTo>
                  <a:cubicBezTo>
                    <a:pt x="688" y="1"/>
                    <a:pt x="687" y="1"/>
                    <a:pt x="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5"/>
            <p:cNvSpPr/>
            <p:nvPr/>
          </p:nvSpPr>
          <p:spPr>
            <a:xfrm flipH="1">
              <a:off x="9618523" y="1885645"/>
              <a:ext cx="105414" cy="98297"/>
            </a:xfrm>
            <a:custGeom>
              <a:avLst/>
              <a:gdLst/>
              <a:ahLst/>
              <a:cxnLst/>
              <a:rect l="l" t="t" r="r" b="b"/>
              <a:pathLst>
                <a:path w="1348" h="1257" extrusionOk="0">
                  <a:moveTo>
                    <a:pt x="1317" y="0"/>
                  </a:moveTo>
                  <a:cubicBezTo>
                    <a:pt x="1293" y="0"/>
                    <a:pt x="1004" y="376"/>
                    <a:pt x="660" y="835"/>
                  </a:cubicBezTo>
                  <a:cubicBezTo>
                    <a:pt x="586" y="952"/>
                    <a:pt x="499" y="1084"/>
                    <a:pt x="411" y="1128"/>
                  </a:cubicBezTo>
                  <a:cubicBezTo>
                    <a:pt x="358" y="1163"/>
                    <a:pt x="294" y="1183"/>
                    <a:pt x="235" y="1183"/>
                  </a:cubicBezTo>
                  <a:cubicBezTo>
                    <a:pt x="197" y="1183"/>
                    <a:pt x="162" y="1175"/>
                    <a:pt x="133" y="1157"/>
                  </a:cubicBezTo>
                  <a:cubicBezTo>
                    <a:pt x="74" y="1113"/>
                    <a:pt x="59" y="1026"/>
                    <a:pt x="74" y="982"/>
                  </a:cubicBezTo>
                  <a:cubicBezTo>
                    <a:pt x="103" y="938"/>
                    <a:pt x="118" y="908"/>
                    <a:pt x="118" y="908"/>
                  </a:cubicBezTo>
                  <a:lnTo>
                    <a:pt x="118" y="908"/>
                  </a:lnTo>
                  <a:cubicBezTo>
                    <a:pt x="118" y="908"/>
                    <a:pt x="74" y="908"/>
                    <a:pt x="45" y="967"/>
                  </a:cubicBezTo>
                  <a:cubicBezTo>
                    <a:pt x="30" y="1026"/>
                    <a:pt x="1" y="1113"/>
                    <a:pt x="103" y="1201"/>
                  </a:cubicBezTo>
                  <a:cubicBezTo>
                    <a:pt x="147" y="1238"/>
                    <a:pt x="206" y="1256"/>
                    <a:pt x="270" y="1256"/>
                  </a:cubicBezTo>
                  <a:cubicBezTo>
                    <a:pt x="334" y="1256"/>
                    <a:pt x="403" y="1238"/>
                    <a:pt x="469" y="1201"/>
                  </a:cubicBezTo>
                  <a:cubicBezTo>
                    <a:pt x="586" y="1143"/>
                    <a:pt x="660" y="1011"/>
                    <a:pt x="762" y="894"/>
                  </a:cubicBezTo>
                  <a:cubicBezTo>
                    <a:pt x="1084" y="425"/>
                    <a:pt x="1348" y="15"/>
                    <a:pt x="1318" y="1"/>
                  </a:cubicBezTo>
                  <a:cubicBezTo>
                    <a:pt x="1318" y="1"/>
                    <a:pt x="1318" y="0"/>
                    <a:pt x="1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5"/>
            <p:cNvSpPr/>
            <p:nvPr/>
          </p:nvSpPr>
          <p:spPr>
            <a:xfrm flipH="1">
              <a:off x="9793768" y="1895889"/>
              <a:ext cx="73273" cy="143419"/>
            </a:xfrm>
            <a:custGeom>
              <a:avLst/>
              <a:gdLst/>
              <a:ahLst/>
              <a:cxnLst/>
              <a:rect l="l" t="t" r="r" b="b"/>
              <a:pathLst>
                <a:path w="937" h="1834" extrusionOk="0">
                  <a:moveTo>
                    <a:pt x="922" y="1"/>
                  </a:moveTo>
                  <a:cubicBezTo>
                    <a:pt x="902" y="1"/>
                    <a:pt x="622" y="174"/>
                    <a:pt x="247" y="427"/>
                  </a:cubicBezTo>
                  <a:lnTo>
                    <a:pt x="247" y="427"/>
                  </a:lnTo>
                  <a:cubicBezTo>
                    <a:pt x="227" y="433"/>
                    <a:pt x="209" y="442"/>
                    <a:pt x="191" y="455"/>
                  </a:cubicBezTo>
                  <a:lnTo>
                    <a:pt x="250" y="529"/>
                  </a:lnTo>
                  <a:cubicBezTo>
                    <a:pt x="253" y="526"/>
                    <a:pt x="256" y="524"/>
                    <a:pt x="259" y="522"/>
                  </a:cubicBezTo>
                  <a:lnTo>
                    <a:pt x="259" y="522"/>
                  </a:lnTo>
                  <a:lnTo>
                    <a:pt x="264" y="529"/>
                  </a:lnTo>
                  <a:cubicBezTo>
                    <a:pt x="277" y="522"/>
                    <a:pt x="294" y="519"/>
                    <a:pt x="314" y="519"/>
                  </a:cubicBezTo>
                  <a:cubicBezTo>
                    <a:pt x="342" y="519"/>
                    <a:pt x="377" y="526"/>
                    <a:pt x="411" y="543"/>
                  </a:cubicBezTo>
                  <a:cubicBezTo>
                    <a:pt x="440" y="587"/>
                    <a:pt x="484" y="646"/>
                    <a:pt x="499" y="719"/>
                  </a:cubicBezTo>
                  <a:cubicBezTo>
                    <a:pt x="557" y="1056"/>
                    <a:pt x="411" y="1378"/>
                    <a:pt x="279" y="1553"/>
                  </a:cubicBezTo>
                  <a:cubicBezTo>
                    <a:pt x="133" y="1744"/>
                    <a:pt x="1" y="1817"/>
                    <a:pt x="30" y="1831"/>
                  </a:cubicBezTo>
                  <a:cubicBezTo>
                    <a:pt x="30" y="1833"/>
                    <a:pt x="31" y="1833"/>
                    <a:pt x="33" y="1833"/>
                  </a:cubicBezTo>
                  <a:cubicBezTo>
                    <a:pt x="54" y="1833"/>
                    <a:pt x="190" y="1756"/>
                    <a:pt x="338" y="1568"/>
                  </a:cubicBezTo>
                  <a:cubicBezTo>
                    <a:pt x="499" y="1392"/>
                    <a:pt x="645" y="1056"/>
                    <a:pt x="587" y="675"/>
                  </a:cubicBezTo>
                  <a:cubicBezTo>
                    <a:pt x="572" y="602"/>
                    <a:pt x="513" y="514"/>
                    <a:pt x="440" y="455"/>
                  </a:cubicBezTo>
                  <a:cubicBezTo>
                    <a:pt x="421" y="448"/>
                    <a:pt x="400" y="440"/>
                    <a:pt x="377" y="434"/>
                  </a:cubicBezTo>
                  <a:lnTo>
                    <a:pt x="377" y="434"/>
                  </a:lnTo>
                  <a:cubicBezTo>
                    <a:pt x="706" y="190"/>
                    <a:pt x="936" y="15"/>
                    <a:pt x="923" y="2"/>
                  </a:cubicBezTo>
                  <a:cubicBezTo>
                    <a:pt x="923" y="1"/>
                    <a:pt x="923" y="1"/>
                    <a:pt x="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5"/>
            <p:cNvSpPr/>
            <p:nvPr/>
          </p:nvSpPr>
          <p:spPr>
            <a:xfrm flipH="1">
              <a:off x="10646536" y="2905683"/>
              <a:ext cx="213017" cy="1979477"/>
            </a:xfrm>
            <a:custGeom>
              <a:avLst/>
              <a:gdLst/>
              <a:ahLst/>
              <a:cxnLst/>
              <a:rect l="l" t="t" r="r" b="b"/>
              <a:pathLst>
                <a:path w="2724" h="25313" extrusionOk="0">
                  <a:moveTo>
                    <a:pt x="2723" y="1"/>
                  </a:moveTo>
                  <a:lnTo>
                    <a:pt x="1860" y="249"/>
                  </a:lnTo>
                  <a:lnTo>
                    <a:pt x="1" y="25312"/>
                  </a:lnTo>
                  <a:lnTo>
                    <a:pt x="528" y="25312"/>
                  </a:lnTo>
                  <a:lnTo>
                    <a:pt x="27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5"/>
            <p:cNvSpPr/>
            <p:nvPr/>
          </p:nvSpPr>
          <p:spPr>
            <a:xfrm flipH="1">
              <a:off x="10276727" y="2783222"/>
              <a:ext cx="873572" cy="115658"/>
            </a:xfrm>
            <a:custGeom>
              <a:avLst/>
              <a:gdLst/>
              <a:ahLst/>
              <a:cxnLst/>
              <a:rect l="l" t="t" r="r" b="b"/>
              <a:pathLst>
                <a:path w="11171" h="1479" extrusionOk="0">
                  <a:moveTo>
                    <a:pt x="4655" y="0"/>
                  </a:moveTo>
                  <a:cubicBezTo>
                    <a:pt x="0" y="0"/>
                    <a:pt x="220" y="1479"/>
                    <a:pt x="220" y="1479"/>
                  </a:cubicBezTo>
                  <a:lnTo>
                    <a:pt x="10950" y="1479"/>
                  </a:lnTo>
                  <a:cubicBezTo>
                    <a:pt x="11170" y="308"/>
                    <a:pt x="9282" y="0"/>
                    <a:pt x="4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5"/>
            <p:cNvSpPr/>
            <p:nvPr/>
          </p:nvSpPr>
          <p:spPr>
            <a:xfrm flipH="1">
              <a:off x="10293931" y="2887384"/>
              <a:ext cx="839242" cy="37849"/>
            </a:xfrm>
            <a:custGeom>
              <a:avLst/>
              <a:gdLst/>
              <a:ahLst/>
              <a:cxnLst/>
              <a:rect l="l" t="t" r="r" b="b"/>
              <a:pathLst>
                <a:path w="10732" h="484" extrusionOk="0">
                  <a:moveTo>
                    <a:pt x="1" y="0"/>
                  </a:moveTo>
                  <a:lnTo>
                    <a:pt x="1" y="483"/>
                  </a:lnTo>
                  <a:lnTo>
                    <a:pt x="10731" y="483"/>
                  </a:lnTo>
                  <a:lnTo>
                    <a:pt x="10731" y="14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5"/>
            <p:cNvSpPr/>
            <p:nvPr/>
          </p:nvSpPr>
          <p:spPr>
            <a:xfrm flipH="1">
              <a:off x="10351175" y="2925155"/>
              <a:ext cx="269086" cy="1949682"/>
            </a:xfrm>
            <a:custGeom>
              <a:avLst/>
              <a:gdLst/>
              <a:ahLst/>
              <a:cxnLst/>
              <a:rect l="l" t="t" r="r" b="b"/>
              <a:pathLst>
                <a:path w="3441" h="24932" extrusionOk="0">
                  <a:moveTo>
                    <a:pt x="0" y="0"/>
                  </a:moveTo>
                  <a:lnTo>
                    <a:pt x="3074" y="24932"/>
                  </a:lnTo>
                  <a:lnTo>
                    <a:pt x="3440" y="24932"/>
                  </a:lnTo>
                  <a:lnTo>
                    <a:pt x="922" y="0"/>
                  </a:lnTo>
                  <a:close/>
                </a:path>
              </a:pathLst>
            </a:custGeom>
            <a:solidFill>
              <a:srgbClr val="7C4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5"/>
            <p:cNvSpPr/>
            <p:nvPr/>
          </p:nvSpPr>
          <p:spPr>
            <a:xfrm flipH="1">
              <a:off x="10795349" y="2905683"/>
              <a:ext cx="557644" cy="1969154"/>
            </a:xfrm>
            <a:custGeom>
              <a:avLst/>
              <a:gdLst/>
              <a:ahLst/>
              <a:cxnLst/>
              <a:rect l="l" t="t" r="r" b="b"/>
              <a:pathLst>
                <a:path w="7131" h="25181" extrusionOk="0">
                  <a:moveTo>
                    <a:pt x="6237" y="1"/>
                  </a:moveTo>
                  <a:lnTo>
                    <a:pt x="1" y="25181"/>
                  </a:lnTo>
                  <a:lnTo>
                    <a:pt x="411" y="25181"/>
                  </a:lnTo>
                  <a:lnTo>
                    <a:pt x="7130" y="249"/>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5"/>
            <p:cNvSpPr/>
            <p:nvPr/>
          </p:nvSpPr>
          <p:spPr>
            <a:xfrm flipH="1">
              <a:off x="10522901" y="3686429"/>
              <a:ext cx="488906" cy="36754"/>
            </a:xfrm>
            <a:custGeom>
              <a:avLst/>
              <a:gdLst/>
              <a:ahLst/>
              <a:cxnLst/>
              <a:rect l="l" t="t" r="r" b="b"/>
              <a:pathLst>
                <a:path w="6252" h="470" extrusionOk="0">
                  <a:moveTo>
                    <a:pt x="6193" y="1"/>
                  </a:moveTo>
                  <a:lnTo>
                    <a:pt x="0" y="147"/>
                  </a:lnTo>
                  <a:lnTo>
                    <a:pt x="0" y="469"/>
                  </a:lnTo>
                  <a:lnTo>
                    <a:pt x="6252" y="337"/>
                  </a:lnTo>
                  <a:lnTo>
                    <a:pt x="6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5"/>
            <p:cNvSpPr/>
            <p:nvPr/>
          </p:nvSpPr>
          <p:spPr>
            <a:xfrm flipH="1">
              <a:off x="10395825" y="4683555"/>
              <a:ext cx="880454" cy="67643"/>
            </a:xfrm>
            <a:custGeom>
              <a:avLst/>
              <a:gdLst/>
              <a:ahLst/>
              <a:cxnLst/>
              <a:rect l="l" t="t" r="r" b="b"/>
              <a:pathLst>
                <a:path w="11259" h="865" extrusionOk="0">
                  <a:moveTo>
                    <a:pt x="89" y="1"/>
                  </a:moveTo>
                  <a:lnTo>
                    <a:pt x="1" y="308"/>
                  </a:lnTo>
                  <a:lnTo>
                    <a:pt x="11259" y="864"/>
                  </a:lnTo>
                  <a:lnTo>
                    <a:pt x="11259" y="425"/>
                  </a:lnTo>
                  <a:lnTo>
                    <a:pt x="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5"/>
            <p:cNvSpPr/>
            <p:nvPr/>
          </p:nvSpPr>
          <p:spPr>
            <a:xfrm flipH="1">
              <a:off x="9784540" y="4225617"/>
              <a:ext cx="296534" cy="435183"/>
            </a:xfrm>
            <a:custGeom>
              <a:avLst/>
              <a:gdLst/>
              <a:ahLst/>
              <a:cxnLst/>
              <a:rect l="l" t="t" r="r" b="b"/>
              <a:pathLst>
                <a:path w="3792" h="5565" extrusionOk="0">
                  <a:moveTo>
                    <a:pt x="937" y="1"/>
                  </a:moveTo>
                  <a:lnTo>
                    <a:pt x="0" y="1641"/>
                  </a:lnTo>
                  <a:cubicBezTo>
                    <a:pt x="0" y="1641"/>
                    <a:pt x="2782" y="4891"/>
                    <a:pt x="3236" y="5432"/>
                  </a:cubicBezTo>
                  <a:cubicBezTo>
                    <a:pt x="3317" y="5525"/>
                    <a:pt x="3375" y="5564"/>
                    <a:pt x="3416" y="5564"/>
                  </a:cubicBezTo>
                  <a:cubicBezTo>
                    <a:pt x="3624" y="5564"/>
                    <a:pt x="3367" y="4539"/>
                    <a:pt x="3367" y="4539"/>
                  </a:cubicBezTo>
                  <a:lnTo>
                    <a:pt x="3792" y="3324"/>
                  </a:lnTo>
                  <a:lnTo>
                    <a:pt x="9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5"/>
            <p:cNvSpPr/>
            <p:nvPr/>
          </p:nvSpPr>
          <p:spPr>
            <a:xfrm flipH="1">
              <a:off x="9404408" y="2659588"/>
              <a:ext cx="1304063" cy="1874063"/>
            </a:xfrm>
            <a:custGeom>
              <a:avLst/>
              <a:gdLst/>
              <a:ahLst/>
              <a:cxnLst/>
              <a:rect l="l" t="t" r="r" b="b"/>
              <a:pathLst>
                <a:path w="16676" h="23965" extrusionOk="0">
                  <a:moveTo>
                    <a:pt x="7145" y="0"/>
                  </a:moveTo>
                  <a:lnTo>
                    <a:pt x="1" y="835"/>
                  </a:lnTo>
                  <a:lnTo>
                    <a:pt x="11024" y="10160"/>
                  </a:lnTo>
                  <a:lnTo>
                    <a:pt x="6647" y="22223"/>
                  </a:lnTo>
                  <a:lnTo>
                    <a:pt x="11991" y="23965"/>
                  </a:lnTo>
                  <a:cubicBezTo>
                    <a:pt x="11991" y="23965"/>
                    <a:pt x="16675" y="10160"/>
                    <a:pt x="16675" y="8593"/>
                  </a:cubicBezTo>
                  <a:cubicBezTo>
                    <a:pt x="16661" y="6705"/>
                    <a:pt x="7145" y="0"/>
                    <a:pt x="7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5"/>
            <p:cNvSpPr/>
            <p:nvPr/>
          </p:nvSpPr>
          <p:spPr>
            <a:xfrm flipH="1">
              <a:off x="9814099" y="4685901"/>
              <a:ext cx="495944" cy="145608"/>
            </a:xfrm>
            <a:custGeom>
              <a:avLst/>
              <a:gdLst/>
              <a:ahLst/>
              <a:cxnLst/>
              <a:rect l="l" t="t" r="r" b="b"/>
              <a:pathLst>
                <a:path w="6342" h="1862" extrusionOk="0">
                  <a:moveTo>
                    <a:pt x="0" y="0"/>
                  </a:moveTo>
                  <a:lnTo>
                    <a:pt x="601" y="1801"/>
                  </a:lnTo>
                  <a:cubicBezTo>
                    <a:pt x="601" y="1801"/>
                    <a:pt x="4146" y="1861"/>
                    <a:pt x="5340" y="1861"/>
                  </a:cubicBezTo>
                  <a:cubicBezTo>
                    <a:pt x="5460" y="1861"/>
                    <a:pt x="5555" y="1861"/>
                    <a:pt x="5622" y="1859"/>
                  </a:cubicBezTo>
                  <a:cubicBezTo>
                    <a:pt x="5630" y="1859"/>
                    <a:pt x="5637" y="1859"/>
                    <a:pt x="5644" y="1859"/>
                  </a:cubicBezTo>
                  <a:cubicBezTo>
                    <a:pt x="6341" y="1859"/>
                    <a:pt x="5036" y="1171"/>
                    <a:pt x="5036" y="1171"/>
                  </a:cubicBezTo>
                  <a:lnTo>
                    <a:pt x="4392" y="59"/>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5"/>
            <p:cNvSpPr/>
            <p:nvPr/>
          </p:nvSpPr>
          <p:spPr>
            <a:xfrm flipH="1">
              <a:off x="10133700" y="1657927"/>
              <a:ext cx="803661" cy="996424"/>
            </a:xfrm>
            <a:custGeom>
              <a:avLst/>
              <a:gdLst/>
              <a:ahLst/>
              <a:cxnLst/>
              <a:rect l="l" t="t" r="r" b="b"/>
              <a:pathLst>
                <a:path w="10277" h="12742" extrusionOk="0">
                  <a:moveTo>
                    <a:pt x="4954" y="0"/>
                  </a:moveTo>
                  <a:cubicBezTo>
                    <a:pt x="3960" y="0"/>
                    <a:pt x="3002" y="114"/>
                    <a:pt x="2386" y="351"/>
                  </a:cubicBezTo>
                  <a:cubicBezTo>
                    <a:pt x="2386" y="351"/>
                    <a:pt x="220" y="1273"/>
                    <a:pt x="0" y="3220"/>
                  </a:cubicBezTo>
                  <a:lnTo>
                    <a:pt x="0" y="8168"/>
                  </a:lnTo>
                  <a:lnTo>
                    <a:pt x="29" y="10233"/>
                  </a:lnTo>
                  <a:cubicBezTo>
                    <a:pt x="29" y="10233"/>
                    <a:pt x="5271" y="12742"/>
                    <a:pt x="8414" y="12742"/>
                  </a:cubicBezTo>
                  <a:cubicBezTo>
                    <a:pt x="9209" y="12742"/>
                    <a:pt x="9869" y="12581"/>
                    <a:pt x="10277" y="12180"/>
                  </a:cubicBezTo>
                  <a:lnTo>
                    <a:pt x="9867" y="5621"/>
                  </a:lnTo>
                  <a:cubicBezTo>
                    <a:pt x="9838" y="4216"/>
                    <a:pt x="10013" y="1961"/>
                    <a:pt x="8974" y="1024"/>
                  </a:cubicBezTo>
                  <a:cubicBezTo>
                    <a:pt x="8769" y="849"/>
                    <a:pt x="8549" y="658"/>
                    <a:pt x="8315" y="541"/>
                  </a:cubicBezTo>
                  <a:cubicBezTo>
                    <a:pt x="7566" y="187"/>
                    <a:pt x="6230" y="0"/>
                    <a:pt x="49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p:nvPr/>
          </p:nvSpPr>
          <p:spPr>
            <a:xfrm flipH="1">
              <a:off x="10224100" y="1207809"/>
              <a:ext cx="422515" cy="538642"/>
            </a:xfrm>
            <a:custGeom>
              <a:avLst/>
              <a:gdLst/>
              <a:ahLst/>
              <a:cxnLst/>
              <a:rect l="l" t="t" r="r" b="b"/>
              <a:pathLst>
                <a:path w="5403" h="6888" extrusionOk="0">
                  <a:moveTo>
                    <a:pt x="2796" y="0"/>
                  </a:moveTo>
                  <a:cubicBezTo>
                    <a:pt x="1518" y="0"/>
                    <a:pt x="1450" y="617"/>
                    <a:pt x="1450" y="617"/>
                  </a:cubicBezTo>
                  <a:lnTo>
                    <a:pt x="1450" y="1700"/>
                  </a:lnTo>
                  <a:cubicBezTo>
                    <a:pt x="1450" y="1700"/>
                    <a:pt x="1090" y="1443"/>
                    <a:pt x="746" y="1443"/>
                  </a:cubicBezTo>
                  <a:cubicBezTo>
                    <a:pt x="493" y="1443"/>
                    <a:pt x="248" y="1582"/>
                    <a:pt x="161" y="2066"/>
                  </a:cubicBezTo>
                  <a:cubicBezTo>
                    <a:pt x="0" y="2959"/>
                    <a:pt x="864" y="3120"/>
                    <a:pt x="864" y="3120"/>
                  </a:cubicBezTo>
                  <a:lnTo>
                    <a:pt x="659" y="5682"/>
                  </a:lnTo>
                  <a:cubicBezTo>
                    <a:pt x="630" y="6034"/>
                    <a:pt x="732" y="6370"/>
                    <a:pt x="967" y="6605"/>
                  </a:cubicBezTo>
                  <a:cubicBezTo>
                    <a:pt x="1185" y="6812"/>
                    <a:pt x="1431" y="6888"/>
                    <a:pt x="1674" y="6888"/>
                  </a:cubicBezTo>
                  <a:cubicBezTo>
                    <a:pt x="2051" y="6888"/>
                    <a:pt x="2422" y="6706"/>
                    <a:pt x="2679" y="6546"/>
                  </a:cubicBezTo>
                  <a:cubicBezTo>
                    <a:pt x="2870" y="6414"/>
                    <a:pt x="2987" y="6224"/>
                    <a:pt x="2987" y="5975"/>
                  </a:cubicBezTo>
                  <a:lnTo>
                    <a:pt x="2987" y="5302"/>
                  </a:lnTo>
                  <a:lnTo>
                    <a:pt x="3895" y="5302"/>
                  </a:lnTo>
                  <a:cubicBezTo>
                    <a:pt x="5402" y="5228"/>
                    <a:pt x="5139" y="441"/>
                    <a:pt x="5139" y="441"/>
                  </a:cubicBezTo>
                  <a:cubicBezTo>
                    <a:pt x="5139" y="31"/>
                    <a:pt x="4334" y="31"/>
                    <a:pt x="4334" y="31"/>
                  </a:cubicBezTo>
                  <a:lnTo>
                    <a:pt x="2928" y="2"/>
                  </a:lnTo>
                  <a:cubicBezTo>
                    <a:pt x="2883" y="1"/>
                    <a:pt x="2839" y="0"/>
                    <a:pt x="279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5"/>
            <p:cNvSpPr/>
            <p:nvPr/>
          </p:nvSpPr>
          <p:spPr>
            <a:xfrm flipH="1">
              <a:off x="10311138" y="1383133"/>
              <a:ext cx="22913" cy="112217"/>
            </a:xfrm>
            <a:custGeom>
              <a:avLst/>
              <a:gdLst/>
              <a:ahLst/>
              <a:cxnLst/>
              <a:rect l="l" t="t" r="r" b="b"/>
              <a:pathLst>
                <a:path w="293" h="1435" extrusionOk="0">
                  <a:moveTo>
                    <a:pt x="234" y="0"/>
                  </a:moveTo>
                  <a:cubicBezTo>
                    <a:pt x="220" y="29"/>
                    <a:pt x="190" y="366"/>
                    <a:pt x="190" y="776"/>
                  </a:cubicBezTo>
                  <a:cubicBezTo>
                    <a:pt x="190" y="996"/>
                    <a:pt x="234" y="1186"/>
                    <a:pt x="176" y="1303"/>
                  </a:cubicBezTo>
                  <a:cubicBezTo>
                    <a:pt x="146" y="1362"/>
                    <a:pt x="103" y="1391"/>
                    <a:pt x="73" y="1391"/>
                  </a:cubicBezTo>
                  <a:cubicBezTo>
                    <a:pt x="29" y="1405"/>
                    <a:pt x="15" y="1405"/>
                    <a:pt x="15" y="1405"/>
                  </a:cubicBezTo>
                  <a:cubicBezTo>
                    <a:pt x="0" y="1405"/>
                    <a:pt x="15" y="1435"/>
                    <a:pt x="73" y="1435"/>
                  </a:cubicBezTo>
                  <a:cubicBezTo>
                    <a:pt x="117" y="1435"/>
                    <a:pt x="176" y="1405"/>
                    <a:pt x="234" y="1347"/>
                  </a:cubicBezTo>
                  <a:cubicBezTo>
                    <a:pt x="264" y="1274"/>
                    <a:pt x="293" y="1171"/>
                    <a:pt x="293" y="1083"/>
                  </a:cubicBezTo>
                  <a:lnTo>
                    <a:pt x="293" y="776"/>
                  </a:lnTo>
                  <a:cubicBezTo>
                    <a:pt x="293" y="351"/>
                    <a:pt x="249"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5"/>
            <p:cNvSpPr/>
            <p:nvPr/>
          </p:nvSpPr>
          <p:spPr>
            <a:xfrm flipH="1">
              <a:off x="10390120" y="1387669"/>
              <a:ext cx="9228" cy="27526"/>
            </a:xfrm>
            <a:custGeom>
              <a:avLst/>
              <a:gdLst/>
              <a:ahLst/>
              <a:cxnLst/>
              <a:rect l="l" t="t" r="r" b="b"/>
              <a:pathLst>
                <a:path w="118" h="352" extrusionOk="0">
                  <a:moveTo>
                    <a:pt x="59" y="1"/>
                  </a:moveTo>
                  <a:cubicBezTo>
                    <a:pt x="30" y="1"/>
                    <a:pt x="1" y="74"/>
                    <a:pt x="30" y="191"/>
                  </a:cubicBezTo>
                  <a:cubicBezTo>
                    <a:pt x="30" y="279"/>
                    <a:pt x="59" y="352"/>
                    <a:pt x="74" y="352"/>
                  </a:cubicBezTo>
                  <a:cubicBezTo>
                    <a:pt x="103" y="352"/>
                    <a:pt x="118" y="264"/>
                    <a:pt x="118" y="162"/>
                  </a:cubicBezTo>
                  <a:cubicBezTo>
                    <a:pt x="118"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5"/>
            <p:cNvSpPr/>
            <p:nvPr/>
          </p:nvSpPr>
          <p:spPr>
            <a:xfrm flipH="1">
              <a:off x="10269927" y="1385401"/>
              <a:ext cx="6882" cy="26432"/>
            </a:xfrm>
            <a:custGeom>
              <a:avLst/>
              <a:gdLst/>
              <a:ahLst/>
              <a:cxnLst/>
              <a:rect l="l" t="t" r="r" b="b"/>
              <a:pathLst>
                <a:path w="88" h="338" extrusionOk="0">
                  <a:moveTo>
                    <a:pt x="29" y="0"/>
                  </a:moveTo>
                  <a:cubicBezTo>
                    <a:pt x="15" y="0"/>
                    <a:pt x="0" y="88"/>
                    <a:pt x="0" y="176"/>
                  </a:cubicBezTo>
                  <a:cubicBezTo>
                    <a:pt x="0" y="264"/>
                    <a:pt x="29" y="337"/>
                    <a:pt x="44" y="337"/>
                  </a:cubicBezTo>
                  <a:cubicBezTo>
                    <a:pt x="73" y="337"/>
                    <a:pt x="88" y="249"/>
                    <a:pt x="88" y="161"/>
                  </a:cubicBezTo>
                  <a:cubicBezTo>
                    <a:pt x="88" y="59"/>
                    <a:pt x="4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5"/>
            <p:cNvSpPr/>
            <p:nvPr/>
          </p:nvSpPr>
          <p:spPr>
            <a:xfrm flipH="1">
              <a:off x="10410686" y="1581135"/>
              <a:ext cx="66470" cy="119177"/>
            </a:xfrm>
            <a:custGeom>
              <a:avLst/>
              <a:gdLst/>
              <a:ahLst/>
              <a:cxnLst/>
              <a:rect l="l" t="t" r="r" b="b"/>
              <a:pathLst>
                <a:path w="850" h="1524" extrusionOk="0">
                  <a:moveTo>
                    <a:pt x="15" y="1"/>
                  </a:moveTo>
                  <a:lnTo>
                    <a:pt x="15" y="1"/>
                  </a:lnTo>
                  <a:cubicBezTo>
                    <a:pt x="0" y="250"/>
                    <a:pt x="0" y="528"/>
                    <a:pt x="73" y="791"/>
                  </a:cubicBezTo>
                  <a:cubicBezTo>
                    <a:pt x="147" y="1040"/>
                    <a:pt x="308" y="1260"/>
                    <a:pt x="527" y="1406"/>
                  </a:cubicBezTo>
                  <a:cubicBezTo>
                    <a:pt x="600" y="1465"/>
                    <a:pt x="747" y="1523"/>
                    <a:pt x="747" y="1523"/>
                  </a:cubicBezTo>
                  <a:cubicBezTo>
                    <a:pt x="747" y="1494"/>
                    <a:pt x="776" y="1333"/>
                    <a:pt x="805" y="1318"/>
                  </a:cubicBezTo>
                  <a:cubicBezTo>
                    <a:pt x="849" y="1040"/>
                    <a:pt x="835" y="820"/>
                    <a:pt x="805" y="513"/>
                  </a:cubicBezTo>
                  <a:cubicBezTo>
                    <a:pt x="483" y="440"/>
                    <a:pt x="220" y="235"/>
                    <a:pt x="15" y="1"/>
                  </a:cubicBezTo>
                  <a:close/>
                </a:path>
              </a:pathLst>
            </a:custGeom>
            <a:solidFill>
              <a:srgbClr val="151F29">
                <a:alpha val="18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5"/>
            <p:cNvSpPr/>
            <p:nvPr/>
          </p:nvSpPr>
          <p:spPr>
            <a:xfrm flipH="1">
              <a:off x="10545815" y="1356780"/>
              <a:ext cx="53880" cy="74446"/>
            </a:xfrm>
            <a:custGeom>
              <a:avLst/>
              <a:gdLst/>
              <a:ahLst/>
              <a:cxnLst/>
              <a:rect l="l" t="t" r="r" b="b"/>
              <a:pathLst>
                <a:path w="689" h="952" extrusionOk="0">
                  <a:moveTo>
                    <a:pt x="59" y="0"/>
                  </a:moveTo>
                  <a:cubicBezTo>
                    <a:pt x="59" y="0"/>
                    <a:pt x="132" y="30"/>
                    <a:pt x="220" y="88"/>
                  </a:cubicBezTo>
                  <a:cubicBezTo>
                    <a:pt x="281" y="131"/>
                    <a:pt x="346" y="185"/>
                    <a:pt x="405" y="257"/>
                  </a:cubicBezTo>
                  <a:lnTo>
                    <a:pt x="405" y="257"/>
                  </a:lnTo>
                  <a:cubicBezTo>
                    <a:pt x="392" y="254"/>
                    <a:pt x="380" y="251"/>
                    <a:pt x="367" y="249"/>
                  </a:cubicBezTo>
                  <a:cubicBezTo>
                    <a:pt x="348" y="246"/>
                    <a:pt x="329" y="244"/>
                    <a:pt x="310" y="244"/>
                  </a:cubicBezTo>
                  <a:cubicBezTo>
                    <a:pt x="251" y="244"/>
                    <a:pt x="191" y="260"/>
                    <a:pt x="147" y="293"/>
                  </a:cubicBezTo>
                  <a:cubicBezTo>
                    <a:pt x="103" y="322"/>
                    <a:pt x="59" y="396"/>
                    <a:pt x="45" y="454"/>
                  </a:cubicBezTo>
                  <a:cubicBezTo>
                    <a:pt x="1" y="586"/>
                    <a:pt x="45" y="688"/>
                    <a:pt x="103" y="762"/>
                  </a:cubicBezTo>
                  <a:cubicBezTo>
                    <a:pt x="206" y="923"/>
                    <a:pt x="323" y="952"/>
                    <a:pt x="323" y="952"/>
                  </a:cubicBezTo>
                  <a:cubicBezTo>
                    <a:pt x="337" y="923"/>
                    <a:pt x="250" y="879"/>
                    <a:pt x="132" y="703"/>
                  </a:cubicBezTo>
                  <a:cubicBezTo>
                    <a:pt x="103" y="630"/>
                    <a:pt x="74" y="542"/>
                    <a:pt x="118" y="454"/>
                  </a:cubicBezTo>
                  <a:cubicBezTo>
                    <a:pt x="130" y="380"/>
                    <a:pt x="195" y="316"/>
                    <a:pt x="286" y="316"/>
                  </a:cubicBezTo>
                  <a:cubicBezTo>
                    <a:pt x="302" y="316"/>
                    <a:pt x="319" y="318"/>
                    <a:pt x="337" y="322"/>
                  </a:cubicBezTo>
                  <a:cubicBezTo>
                    <a:pt x="393" y="334"/>
                    <a:pt x="449" y="370"/>
                    <a:pt x="498" y="407"/>
                  </a:cubicBezTo>
                  <a:lnTo>
                    <a:pt x="498" y="407"/>
                  </a:lnTo>
                  <a:cubicBezTo>
                    <a:pt x="503" y="417"/>
                    <a:pt x="508" y="428"/>
                    <a:pt x="513" y="440"/>
                  </a:cubicBezTo>
                  <a:lnTo>
                    <a:pt x="527" y="428"/>
                  </a:lnTo>
                  <a:lnTo>
                    <a:pt x="527" y="428"/>
                  </a:lnTo>
                  <a:cubicBezTo>
                    <a:pt x="532" y="432"/>
                    <a:pt x="537" y="436"/>
                    <a:pt x="542" y="440"/>
                  </a:cubicBezTo>
                  <a:lnTo>
                    <a:pt x="689" y="542"/>
                  </a:lnTo>
                  <a:lnTo>
                    <a:pt x="616" y="381"/>
                  </a:lnTo>
                  <a:cubicBezTo>
                    <a:pt x="513" y="191"/>
                    <a:pt x="367" y="88"/>
                    <a:pt x="264" y="30"/>
                  </a:cubicBezTo>
                  <a:cubicBezTo>
                    <a:pt x="132" y="0"/>
                    <a:pt x="59"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5"/>
            <p:cNvSpPr/>
            <p:nvPr/>
          </p:nvSpPr>
          <p:spPr>
            <a:xfrm flipH="1">
              <a:off x="10337413" y="1536014"/>
              <a:ext cx="42463" cy="9931"/>
            </a:xfrm>
            <a:custGeom>
              <a:avLst/>
              <a:gdLst/>
              <a:ahLst/>
              <a:cxnLst/>
              <a:rect l="l" t="t" r="r" b="b"/>
              <a:pathLst>
                <a:path w="543" h="127" extrusionOk="0">
                  <a:moveTo>
                    <a:pt x="35" y="1"/>
                  </a:moveTo>
                  <a:cubicBezTo>
                    <a:pt x="17" y="1"/>
                    <a:pt x="5" y="2"/>
                    <a:pt x="0" y="7"/>
                  </a:cubicBezTo>
                  <a:cubicBezTo>
                    <a:pt x="0" y="21"/>
                    <a:pt x="103" y="95"/>
                    <a:pt x="264" y="124"/>
                  </a:cubicBezTo>
                  <a:cubicBezTo>
                    <a:pt x="280" y="125"/>
                    <a:pt x="296" y="126"/>
                    <a:pt x="311" y="126"/>
                  </a:cubicBezTo>
                  <a:cubicBezTo>
                    <a:pt x="438" y="126"/>
                    <a:pt x="542" y="78"/>
                    <a:pt x="542" y="65"/>
                  </a:cubicBezTo>
                  <a:cubicBezTo>
                    <a:pt x="527" y="51"/>
                    <a:pt x="410" y="51"/>
                    <a:pt x="264" y="21"/>
                  </a:cubicBezTo>
                  <a:cubicBezTo>
                    <a:pt x="160" y="11"/>
                    <a:pt x="79"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5"/>
            <p:cNvSpPr/>
            <p:nvPr/>
          </p:nvSpPr>
          <p:spPr>
            <a:xfrm flipH="1">
              <a:off x="10234423" y="1196470"/>
              <a:ext cx="321793" cy="145687"/>
            </a:xfrm>
            <a:custGeom>
              <a:avLst/>
              <a:gdLst/>
              <a:ahLst/>
              <a:cxnLst/>
              <a:rect l="l" t="t" r="r" b="b"/>
              <a:pathLst>
                <a:path w="4115" h="1863" extrusionOk="0">
                  <a:moveTo>
                    <a:pt x="1216" y="1"/>
                  </a:moveTo>
                  <a:cubicBezTo>
                    <a:pt x="923" y="1"/>
                    <a:pt x="587" y="15"/>
                    <a:pt x="367" y="235"/>
                  </a:cubicBezTo>
                  <a:cubicBezTo>
                    <a:pt x="118" y="469"/>
                    <a:pt x="74" y="835"/>
                    <a:pt x="89" y="1172"/>
                  </a:cubicBezTo>
                  <a:cubicBezTo>
                    <a:pt x="89" y="1348"/>
                    <a:pt x="1" y="1655"/>
                    <a:pt x="147" y="1787"/>
                  </a:cubicBezTo>
                  <a:cubicBezTo>
                    <a:pt x="178" y="1812"/>
                    <a:pt x="233" y="1820"/>
                    <a:pt x="296" y="1820"/>
                  </a:cubicBezTo>
                  <a:cubicBezTo>
                    <a:pt x="397" y="1820"/>
                    <a:pt x="521" y="1799"/>
                    <a:pt x="596" y="1799"/>
                  </a:cubicBezTo>
                  <a:cubicBezTo>
                    <a:pt x="609" y="1799"/>
                    <a:pt x="621" y="1800"/>
                    <a:pt x="630" y="1801"/>
                  </a:cubicBezTo>
                  <a:cubicBezTo>
                    <a:pt x="796" y="1835"/>
                    <a:pt x="971" y="1863"/>
                    <a:pt x="1139" y="1863"/>
                  </a:cubicBezTo>
                  <a:cubicBezTo>
                    <a:pt x="1268" y="1863"/>
                    <a:pt x="1394" y="1846"/>
                    <a:pt x="1509" y="1801"/>
                  </a:cubicBezTo>
                  <a:cubicBezTo>
                    <a:pt x="1792" y="1731"/>
                    <a:pt x="2048" y="1510"/>
                    <a:pt x="2091" y="1230"/>
                  </a:cubicBezTo>
                  <a:lnTo>
                    <a:pt x="2091" y="1230"/>
                  </a:lnTo>
                  <a:cubicBezTo>
                    <a:pt x="2065" y="1440"/>
                    <a:pt x="2068" y="1649"/>
                    <a:pt x="2124" y="1845"/>
                  </a:cubicBezTo>
                  <a:cubicBezTo>
                    <a:pt x="2266" y="1638"/>
                    <a:pt x="2397" y="1420"/>
                    <a:pt x="2537" y="1210"/>
                  </a:cubicBezTo>
                  <a:lnTo>
                    <a:pt x="2537" y="1210"/>
                  </a:lnTo>
                  <a:cubicBezTo>
                    <a:pt x="2462" y="1365"/>
                    <a:pt x="2513" y="1561"/>
                    <a:pt x="2636" y="1684"/>
                  </a:cubicBezTo>
                  <a:cubicBezTo>
                    <a:pt x="2755" y="1790"/>
                    <a:pt x="2932" y="1848"/>
                    <a:pt x="3116" y="1848"/>
                  </a:cubicBezTo>
                  <a:cubicBezTo>
                    <a:pt x="3136" y="1848"/>
                    <a:pt x="3157" y="1847"/>
                    <a:pt x="3178" y="1845"/>
                  </a:cubicBezTo>
                  <a:cubicBezTo>
                    <a:pt x="3383" y="1831"/>
                    <a:pt x="3939" y="1684"/>
                    <a:pt x="4115" y="1611"/>
                  </a:cubicBezTo>
                  <a:lnTo>
                    <a:pt x="4115" y="879"/>
                  </a:lnTo>
                  <a:cubicBezTo>
                    <a:pt x="4115" y="528"/>
                    <a:pt x="3880" y="235"/>
                    <a:pt x="3544" y="162"/>
                  </a:cubicBezTo>
                  <a:cubicBezTo>
                    <a:pt x="3441" y="118"/>
                    <a:pt x="3324" y="118"/>
                    <a:pt x="3222" y="103"/>
                  </a:cubicBezTo>
                  <a:cubicBezTo>
                    <a:pt x="2563" y="30"/>
                    <a:pt x="1904" y="1"/>
                    <a:pt x="1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5"/>
            <p:cNvSpPr/>
            <p:nvPr/>
          </p:nvSpPr>
          <p:spPr>
            <a:xfrm flipH="1">
              <a:off x="9995679" y="2350230"/>
              <a:ext cx="274326" cy="332585"/>
            </a:xfrm>
            <a:custGeom>
              <a:avLst/>
              <a:gdLst/>
              <a:ahLst/>
              <a:cxnLst/>
              <a:rect l="l" t="t" r="r" b="b"/>
              <a:pathLst>
                <a:path w="3508" h="4253" extrusionOk="0">
                  <a:moveTo>
                    <a:pt x="1627" y="1"/>
                  </a:moveTo>
                  <a:cubicBezTo>
                    <a:pt x="1421" y="1"/>
                    <a:pt x="1" y="1365"/>
                    <a:pt x="1" y="1365"/>
                  </a:cubicBezTo>
                  <a:cubicBezTo>
                    <a:pt x="1" y="1365"/>
                    <a:pt x="57" y="4252"/>
                    <a:pt x="584" y="4252"/>
                  </a:cubicBezTo>
                  <a:cubicBezTo>
                    <a:pt x="595" y="4252"/>
                    <a:pt x="605" y="4251"/>
                    <a:pt x="616" y="4249"/>
                  </a:cubicBezTo>
                  <a:cubicBezTo>
                    <a:pt x="616" y="4249"/>
                    <a:pt x="2753" y="3517"/>
                    <a:pt x="2899" y="3327"/>
                  </a:cubicBezTo>
                  <a:cubicBezTo>
                    <a:pt x="3028" y="3147"/>
                    <a:pt x="2248" y="3136"/>
                    <a:pt x="2051" y="3136"/>
                  </a:cubicBezTo>
                  <a:cubicBezTo>
                    <a:pt x="2023" y="3136"/>
                    <a:pt x="2006" y="3136"/>
                    <a:pt x="2006" y="3136"/>
                  </a:cubicBezTo>
                  <a:cubicBezTo>
                    <a:pt x="2006" y="3136"/>
                    <a:pt x="3046" y="2975"/>
                    <a:pt x="3192" y="2770"/>
                  </a:cubicBezTo>
                  <a:cubicBezTo>
                    <a:pt x="3368" y="2565"/>
                    <a:pt x="1860" y="2492"/>
                    <a:pt x="1860" y="2492"/>
                  </a:cubicBezTo>
                  <a:cubicBezTo>
                    <a:pt x="1860" y="2492"/>
                    <a:pt x="3339" y="2492"/>
                    <a:pt x="3339" y="2170"/>
                  </a:cubicBezTo>
                  <a:cubicBezTo>
                    <a:pt x="3339" y="1833"/>
                    <a:pt x="1699" y="1746"/>
                    <a:pt x="1699" y="1746"/>
                  </a:cubicBezTo>
                  <a:cubicBezTo>
                    <a:pt x="1699" y="1746"/>
                    <a:pt x="3397" y="1716"/>
                    <a:pt x="3456" y="1365"/>
                  </a:cubicBezTo>
                  <a:cubicBezTo>
                    <a:pt x="3507" y="1117"/>
                    <a:pt x="2392" y="1080"/>
                    <a:pt x="1731" y="1080"/>
                  </a:cubicBezTo>
                  <a:cubicBezTo>
                    <a:pt x="1456" y="1080"/>
                    <a:pt x="1260" y="1087"/>
                    <a:pt x="1260" y="1087"/>
                  </a:cubicBezTo>
                  <a:cubicBezTo>
                    <a:pt x="1772" y="662"/>
                    <a:pt x="1787" y="106"/>
                    <a:pt x="1640" y="3"/>
                  </a:cubicBezTo>
                  <a:cubicBezTo>
                    <a:pt x="1637" y="2"/>
                    <a:pt x="1632" y="1"/>
                    <a:pt x="1627"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5"/>
            <p:cNvSpPr/>
            <p:nvPr/>
          </p:nvSpPr>
          <p:spPr>
            <a:xfrm flipH="1">
              <a:off x="10221831" y="1894794"/>
              <a:ext cx="805851" cy="852615"/>
            </a:xfrm>
            <a:custGeom>
              <a:avLst/>
              <a:gdLst/>
              <a:ahLst/>
              <a:cxnLst/>
              <a:rect l="l" t="t" r="r" b="b"/>
              <a:pathLst>
                <a:path w="10305" h="10903" extrusionOk="0">
                  <a:moveTo>
                    <a:pt x="1111" y="1"/>
                  </a:moveTo>
                  <a:cubicBezTo>
                    <a:pt x="1111" y="1"/>
                    <a:pt x="130" y="2709"/>
                    <a:pt x="57" y="7043"/>
                  </a:cubicBezTo>
                  <a:cubicBezTo>
                    <a:pt x="0" y="10403"/>
                    <a:pt x="2392" y="10902"/>
                    <a:pt x="3960" y="10902"/>
                  </a:cubicBezTo>
                  <a:cubicBezTo>
                    <a:pt x="4413" y="10902"/>
                    <a:pt x="4798" y="10860"/>
                    <a:pt x="5034" y="10834"/>
                  </a:cubicBezTo>
                  <a:cubicBezTo>
                    <a:pt x="6103" y="10702"/>
                    <a:pt x="10305" y="10102"/>
                    <a:pt x="10305" y="10102"/>
                  </a:cubicBezTo>
                  <a:lnTo>
                    <a:pt x="9704" y="7174"/>
                  </a:lnTo>
                  <a:cubicBezTo>
                    <a:pt x="9704" y="7174"/>
                    <a:pt x="7128" y="7540"/>
                    <a:pt x="4303" y="7540"/>
                  </a:cubicBezTo>
                  <a:cubicBezTo>
                    <a:pt x="3014" y="7540"/>
                    <a:pt x="4449" y="543"/>
                    <a:pt x="4449" y="543"/>
                  </a:cubicBezTo>
                  <a:lnTo>
                    <a:pt x="1111" y="1"/>
                  </a:ln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5"/>
            <p:cNvSpPr/>
            <p:nvPr/>
          </p:nvSpPr>
          <p:spPr>
            <a:xfrm flipH="1">
              <a:off x="9839434" y="2696186"/>
              <a:ext cx="941137" cy="2037814"/>
            </a:xfrm>
            <a:custGeom>
              <a:avLst/>
              <a:gdLst/>
              <a:ahLst/>
              <a:cxnLst/>
              <a:rect l="l" t="t" r="r" b="b"/>
              <a:pathLst>
                <a:path w="12035" h="26059" extrusionOk="0">
                  <a:moveTo>
                    <a:pt x="5739" y="1"/>
                  </a:moveTo>
                  <a:lnTo>
                    <a:pt x="1" y="630"/>
                  </a:lnTo>
                  <a:lnTo>
                    <a:pt x="5285" y="26059"/>
                  </a:lnTo>
                  <a:lnTo>
                    <a:pt x="12034" y="26059"/>
                  </a:lnTo>
                  <a:lnTo>
                    <a:pt x="57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5"/>
            <p:cNvSpPr/>
            <p:nvPr/>
          </p:nvSpPr>
          <p:spPr>
            <a:xfrm flipH="1">
              <a:off x="10099294" y="2659588"/>
              <a:ext cx="256574" cy="237024"/>
            </a:xfrm>
            <a:custGeom>
              <a:avLst/>
              <a:gdLst/>
              <a:ahLst/>
              <a:cxnLst/>
              <a:rect l="l" t="t" r="r" b="b"/>
              <a:pathLst>
                <a:path w="3281" h="3031" extrusionOk="0">
                  <a:moveTo>
                    <a:pt x="2548" y="0"/>
                  </a:moveTo>
                  <a:lnTo>
                    <a:pt x="1" y="469"/>
                  </a:lnTo>
                  <a:lnTo>
                    <a:pt x="586" y="3030"/>
                  </a:lnTo>
                  <a:lnTo>
                    <a:pt x="3280" y="469"/>
                  </a:lnTo>
                  <a:lnTo>
                    <a:pt x="25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5"/>
            <p:cNvSpPr/>
            <p:nvPr/>
          </p:nvSpPr>
          <p:spPr>
            <a:xfrm flipH="1">
              <a:off x="10256163" y="2681328"/>
              <a:ext cx="41290" cy="232489"/>
            </a:xfrm>
            <a:custGeom>
              <a:avLst/>
              <a:gdLst/>
              <a:ahLst/>
              <a:cxnLst/>
              <a:rect l="l" t="t" r="r" b="b"/>
              <a:pathLst>
                <a:path w="528" h="2973" extrusionOk="0">
                  <a:moveTo>
                    <a:pt x="15" y="0"/>
                  </a:moveTo>
                  <a:cubicBezTo>
                    <a:pt x="1" y="0"/>
                    <a:pt x="15" y="191"/>
                    <a:pt x="74" y="454"/>
                  </a:cubicBezTo>
                  <a:cubicBezTo>
                    <a:pt x="132" y="732"/>
                    <a:pt x="191" y="1113"/>
                    <a:pt x="279" y="1537"/>
                  </a:cubicBezTo>
                  <a:cubicBezTo>
                    <a:pt x="337" y="1742"/>
                    <a:pt x="366" y="1947"/>
                    <a:pt x="410" y="2123"/>
                  </a:cubicBezTo>
                  <a:cubicBezTo>
                    <a:pt x="440" y="2313"/>
                    <a:pt x="454" y="2474"/>
                    <a:pt x="440" y="2606"/>
                  </a:cubicBezTo>
                  <a:cubicBezTo>
                    <a:pt x="410" y="2752"/>
                    <a:pt x="381" y="2855"/>
                    <a:pt x="337" y="2899"/>
                  </a:cubicBezTo>
                  <a:cubicBezTo>
                    <a:pt x="279" y="2928"/>
                    <a:pt x="220" y="2914"/>
                    <a:pt x="220" y="2928"/>
                  </a:cubicBezTo>
                  <a:cubicBezTo>
                    <a:pt x="220" y="2943"/>
                    <a:pt x="235" y="2943"/>
                    <a:pt x="264" y="2972"/>
                  </a:cubicBezTo>
                  <a:cubicBezTo>
                    <a:pt x="279" y="2972"/>
                    <a:pt x="308" y="2972"/>
                    <a:pt x="352" y="2943"/>
                  </a:cubicBezTo>
                  <a:cubicBezTo>
                    <a:pt x="440" y="2884"/>
                    <a:pt x="454" y="2767"/>
                    <a:pt x="498" y="2635"/>
                  </a:cubicBezTo>
                  <a:cubicBezTo>
                    <a:pt x="528" y="2489"/>
                    <a:pt x="513" y="2313"/>
                    <a:pt x="484" y="2123"/>
                  </a:cubicBezTo>
                  <a:lnTo>
                    <a:pt x="366" y="1523"/>
                  </a:lnTo>
                  <a:cubicBezTo>
                    <a:pt x="293" y="1098"/>
                    <a:pt x="205" y="718"/>
                    <a:pt x="147" y="439"/>
                  </a:cubicBezTo>
                  <a:cubicBezTo>
                    <a:pt x="74" y="161"/>
                    <a:pt x="44" y="0"/>
                    <a:pt x="15"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5"/>
            <p:cNvSpPr/>
            <p:nvPr/>
          </p:nvSpPr>
          <p:spPr>
            <a:xfrm flipH="1">
              <a:off x="10213779" y="2692745"/>
              <a:ext cx="137476" cy="485466"/>
            </a:xfrm>
            <a:custGeom>
              <a:avLst/>
              <a:gdLst/>
              <a:ahLst/>
              <a:cxnLst/>
              <a:rect l="l" t="t" r="r" b="b"/>
              <a:pathLst>
                <a:path w="1758" h="6208" extrusionOk="0">
                  <a:moveTo>
                    <a:pt x="0" y="1"/>
                  </a:moveTo>
                  <a:cubicBezTo>
                    <a:pt x="0" y="15"/>
                    <a:pt x="15" y="88"/>
                    <a:pt x="44" y="250"/>
                  </a:cubicBezTo>
                  <a:cubicBezTo>
                    <a:pt x="88" y="425"/>
                    <a:pt x="161" y="645"/>
                    <a:pt x="235" y="908"/>
                  </a:cubicBezTo>
                  <a:cubicBezTo>
                    <a:pt x="396" y="1494"/>
                    <a:pt x="615" y="2270"/>
                    <a:pt x="850" y="3104"/>
                  </a:cubicBezTo>
                  <a:cubicBezTo>
                    <a:pt x="1098" y="3953"/>
                    <a:pt x="1318" y="4729"/>
                    <a:pt x="1479" y="5300"/>
                  </a:cubicBezTo>
                  <a:cubicBezTo>
                    <a:pt x="1552" y="5564"/>
                    <a:pt x="1611" y="5783"/>
                    <a:pt x="1655" y="5974"/>
                  </a:cubicBezTo>
                  <a:cubicBezTo>
                    <a:pt x="1699" y="6120"/>
                    <a:pt x="1728" y="6208"/>
                    <a:pt x="1728" y="6208"/>
                  </a:cubicBezTo>
                  <a:cubicBezTo>
                    <a:pt x="1757" y="6208"/>
                    <a:pt x="1728" y="6120"/>
                    <a:pt x="1713" y="5988"/>
                  </a:cubicBezTo>
                  <a:cubicBezTo>
                    <a:pt x="1684" y="5827"/>
                    <a:pt x="1625" y="5608"/>
                    <a:pt x="1552" y="5315"/>
                  </a:cubicBezTo>
                  <a:cubicBezTo>
                    <a:pt x="1406" y="4744"/>
                    <a:pt x="1201" y="3953"/>
                    <a:pt x="967" y="3090"/>
                  </a:cubicBezTo>
                  <a:cubicBezTo>
                    <a:pt x="732" y="2240"/>
                    <a:pt x="484" y="1450"/>
                    <a:pt x="308" y="894"/>
                  </a:cubicBezTo>
                  <a:cubicBezTo>
                    <a:pt x="220" y="630"/>
                    <a:pt x="147" y="381"/>
                    <a:pt x="88" y="235"/>
                  </a:cubicBezTo>
                  <a:cubicBezTo>
                    <a:pt x="30" y="89"/>
                    <a:pt x="0" y="1"/>
                    <a:pt x="0"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5"/>
            <p:cNvSpPr/>
            <p:nvPr/>
          </p:nvSpPr>
          <p:spPr>
            <a:xfrm flipH="1">
              <a:off x="10313404" y="2748814"/>
              <a:ext cx="400775" cy="1977209"/>
            </a:xfrm>
            <a:custGeom>
              <a:avLst/>
              <a:gdLst/>
              <a:ahLst/>
              <a:cxnLst/>
              <a:rect l="l" t="t" r="r" b="b"/>
              <a:pathLst>
                <a:path w="5125" h="25284" extrusionOk="0">
                  <a:moveTo>
                    <a:pt x="1" y="1"/>
                  </a:moveTo>
                  <a:lnTo>
                    <a:pt x="1" y="74"/>
                  </a:lnTo>
                  <a:cubicBezTo>
                    <a:pt x="30" y="118"/>
                    <a:pt x="30" y="191"/>
                    <a:pt x="45" y="264"/>
                  </a:cubicBezTo>
                  <a:cubicBezTo>
                    <a:pt x="74" y="455"/>
                    <a:pt x="118" y="718"/>
                    <a:pt x="176" y="1026"/>
                  </a:cubicBezTo>
                  <a:cubicBezTo>
                    <a:pt x="279" y="1655"/>
                    <a:pt x="440" y="2592"/>
                    <a:pt x="645" y="3749"/>
                  </a:cubicBezTo>
                  <a:cubicBezTo>
                    <a:pt x="1055" y="6047"/>
                    <a:pt x="1655" y="9224"/>
                    <a:pt x="2343" y="12708"/>
                  </a:cubicBezTo>
                  <a:cubicBezTo>
                    <a:pt x="3060" y="16192"/>
                    <a:pt x="3734" y="19354"/>
                    <a:pt x="4246" y="21624"/>
                  </a:cubicBezTo>
                  <a:cubicBezTo>
                    <a:pt x="4510" y="22765"/>
                    <a:pt x="4729" y="23673"/>
                    <a:pt x="4876" y="24317"/>
                  </a:cubicBezTo>
                  <a:cubicBezTo>
                    <a:pt x="4883" y="24344"/>
                    <a:pt x="4891" y="24371"/>
                    <a:pt x="4898" y="24398"/>
                  </a:cubicBezTo>
                  <a:lnTo>
                    <a:pt x="4898" y="24398"/>
                  </a:lnTo>
                  <a:cubicBezTo>
                    <a:pt x="4891" y="24367"/>
                    <a:pt x="4883" y="24335"/>
                    <a:pt x="4876" y="24303"/>
                  </a:cubicBezTo>
                  <a:cubicBezTo>
                    <a:pt x="4744" y="23644"/>
                    <a:pt x="4539" y="22722"/>
                    <a:pt x="4290" y="21594"/>
                  </a:cubicBezTo>
                  <a:cubicBezTo>
                    <a:pt x="3792" y="19296"/>
                    <a:pt x="3119" y="16148"/>
                    <a:pt x="2416" y="12664"/>
                  </a:cubicBezTo>
                  <a:cubicBezTo>
                    <a:pt x="1728" y="9180"/>
                    <a:pt x="1128" y="6003"/>
                    <a:pt x="703" y="3705"/>
                  </a:cubicBezTo>
                  <a:cubicBezTo>
                    <a:pt x="498" y="2563"/>
                    <a:pt x="323" y="1626"/>
                    <a:pt x="206" y="982"/>
                  </a:cubicBezTo>
                  <a:cubicBezTo>
                    <a:pt x="132" y="674"/>
                    <a:pt x="103" y="440"/>
                    <a:pt x="59" y="250"/>
                  </a:cubicBezTo>
                  <a:cubicBezTo>
                    <a:pt x="45" y="177"/>
                    <a:pt x="45" y="118"/>
                    <a:pt x="30" y="74"/>
                  </a:cubicBezTo>
                  <a:cubicBezTo>
                    <a:pt x="1" y="16"/>
                    <a:pt x="1" y="1"/>
                    <a:pt x="1" y="1"/>
                  </a:cubicBezTo>
                  <a:close/>
                  <a:moveTo>
                    <a:pt x="4898" y="24398"/>
                  </a:moveTo>
                  <a:lnTo>
                    <a:pt x="4898" y="24398"/>
                  </a:lnTo>
                  <a:cubicBezTo>
                    <a:pt x="4961" y="24662"/>
                    <a:pt x="5011" y="24877"/>
                    <a:pt x="5037" y="25035"/>
                  </a:cubicBezTo>
                  <a:cubicBezTo>
                    <a:pt x="5051" y="25108"/>
                    <a:pt x="5081" y="25181"/>
                    <a:pt x="5081" y="25210"/>
                  </a:cubicBezTo>
                  <a:cubicBezTo>
                    <a:pt x="5125" y="25254"/>
                    <a:pt x="5125" y="25283"/>
                    <a:pt x="5125" y="25283"/>
                  </a:cubicBezTo>
                  <a:lnTo>
                    <a:pt x="5125" y="25283"/>
                  </a:lnTo>
                  <a:cubicBezTo>
                    <a:pt x="5125" y="25283"/>
                    <a:pt x="5125" y="25269"/>
                    <a:pt x="5110" y="25239"/>
                  </a:cubicBezTo>
                  <a:cubicBezTo>
                    <a:pt x="5095" y="25181"/>
                    <a:pt x="5066" y="25122"/>
                    <a:pt x="5051" y="25049"/>
                  </a:cubicBezTo>
                  <a:cubicBezTo>
                    <a:pt x="5025" y="24902"/>
                    <a:pt x="4974" y="24670"/>
                    <a:pt x="4898" y="24398"/>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5"/>
            <p:cNvSpPr/>
            <p:nvPr/>
          </p:nvSpPr>
          <p:spPr>
            <a:xfrm flipH="1">
              <a:off x="9904734" y="3923453"/>
              <a:ext cx="128248" cy="596510"/>
            </a:xfrm>
            <a:custGeom>
              <a:avLst/>
              <a:gdLst/>
              <a:ahLst/>
              <a:cxnLst/>
              <a:rect l="l" t="t" r="r" b="b"/>
              <a:pathLst>
                <a:path w="1640" h="7628" extrusionOk="0">
                  <a:moveTo>
                    <a:pt x="30" y="0"/>
                  </a:moveTo>
                  <a:lnTo>
                    <a:pt x="30" y="0"/>
                  </a:lnTo>
                  <a:cubicBezTo>
                    <a:pt x="0" y="15"/>
                    <a:pt x="337" y="1728"/>
                    <a:pt x="776" y="3821"/>
                  </a:cubicBezTo>
                  <a:cubicBezTo>
                    <a:pt x="1215" y="5929"/>
                    <a:pt x="1596" y="7627"/>
                    <a:pt x="1611" y="7627"/>
                  </a:cubicBezTo>
                  <a:cubicBezTo>
                    <a:pt x="1640" y="7627"/>
                    <a:pt x="1303" y="5929"/>
                    <a:pt x="864" y="3806"/>
                  </a:cubicBezTo>
                  <a:cubicBezTo>
                    <a:pt x="425" y="1698"/>
                    <a:pt x="44" y="0"/>
                    <a:pt x="30" y="0"/>
                  </a:cubicBezTo>
                  <a:close/>
                </a:path>
              </a:pathLst>
            </a:custGeom>
            <a:solidFill>
              <a:srgbClr val="2D6A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5"/>
            <p:cNvSpPr/>
            <p:nvPr/>
          </p:nvSpPr>
          <p:spPr>
            <a:xfrm flipH="1">
              <a:off x="9786807" y="3069433"/>
              <a:ext cx="454577" cy="974294"/>
            </a:xfrm>
            <a:custGeom>
              <a:avLst/>
              <a:gdLst/>
              <a:ahLst/>
              <a:cxnLst/>
              <a:rect l="l" t="t" r="r" b="b"/>
              <a:pathLst>
                <a:path w="5813" h="12459" extrusionOk="0">
                  <a:moveTo>
                    <a:pt x="1" y="0"/>
                  </a:moveTo>
                  <a:lnTo>
                    <a:pt x="103" y="103"/>
                  </a:lnTo>
                  <a:cubicBezTo>
                    <a:pt x="206" y="176"/>
                    <a:pt x="323" y="264"/>
                    <a:pt x="469" y="381"/>
                  </a:cubicBezTo>
                  <a:cubicBezTo>
                    <a:pt x="806" y="615"/>
                    <a:pt x="1260" y="966"/>
                    <a:pt x="1831" y="1391"/>
                  </a:cubicBezTo>
                  <a:cubicBezTo>
                    <a:pt x="2416" y="1801"/>
                    <a:pt x="3090" y="2298"/>
                    <a:pt x="3836" y="2869"/>
                  </a:cubicBezTo>
                  <a:cubicBezTo>
                    <a:pt x="4041" y="3001"/>
                    <a:pt x="4232" y="3148"/>
                    <a:pt x="4422" y="3294"/>
                  </a:cubicBezTo>
                  <a:cubicBezTo>
                    <a:pt x="4612" y="3440"/>
                    <a:pt x="4832" y="3587"/>
                    <a:pt x="5008" y="3748"/>
                  </a:cubicBezTo>
                  <a:cubicBezTo>
                    <a:pt x="5212" y="3909"/>
                    <a:pt x="5403" y="4099"/>
                    <a:pt x="5520" y="4319"/>
                  </a:cubicBezTo>
                  <a:cubicBezTo>
                    <a:pt x="5652" y="4538"/>
                    <a:pt x="5725" y="4787"/>
                    <a:pt x="5725" y="5051"/>
                  </a:cubicBezTo>
                  <a:cubicBezTo>
                    <a:pt x="5725" y="5578"/>
                    <a:pt x="5505" y="6075"/>
                    <a:pt x="5344" y="6544"/>
                  </a:cubicBezTo>
                  <a:cubicBezTo>
                    <a:pt x="5154" y="7042"/>
                    <a:pt x="4993" y="7495"/>
                    <a:pt x="4832" y="7935"/>
                  </a:cubicBezTo>
                  <a:cubicBezTo>
                    <a:pt x="4495" y="8813"/>
                    <a:pt x="4202" y="9604"/>
                    <a:pt x="3968" y="10277"/>
                  </a:cubicBezTo>
                  <a:cubicBezTo>
                    <a:pt x="3734" y="10965"/>
                    <a:pt x="3529" y="11492"/>
                    <a:pt x="3397" y="11873"/>
                  </a:cubicBezTo>
                  <a:cubicBezTo>
                    <a:pt x="3353" y="12063"/>
                    <a:pt x="3295" y="12195"/>
                    <a:pt x="3251" y="12312"/>
                  </a:cubicBezTo>
                  <a:cubicBezTo>
                    <a:pt x="3222" y="12400"/>
                    <a:pt x="3207" y="12458"/>
                    <a:pt x="3207" y="12458"/>
                  </a:cubicBezTo>
                  <a:cubicBezTo>
                    <a:pt x="3222" y="12458"/>
                    <a:pt x="3236" y="12400"/>
                    <a:pt x="3280" y="12312"/>
                  </a:cubicBezTo>
                  <a:cubicBezTo>
                    <a:pt x="3309" y="12224"/>
                    <a:pt x="3368" y="12078"/>
                    <a:pt x="3441" y="11887"/>
                  </a:cubicBezTo>
                  <a:cubicBezTo>
                    <a:pt x="3588" y="11507"/>
                    <a:pt x="3792" y="10980"/>
                    <a:pt x="4041" y="10321"/>
                  </a:cubicBezTo>
                  <a:cubicBezTo>
                    <a:pt x="4305" y="9647"/>
                    <a:pt x="4598" y="8857"/>
                    <a:pt x="4920" y="7979"/>
                  </a:cubicBezTo>
                  <a:cubicBezTo>
                    <a:pt x="5081" y="7525"/>
                    <a:pt x="5256" y="7056"/>
                    <a:pt x="5432" y="6588"/>
                  </a:cubicBezTo>
                  <a:cubicBezTo>
                    <a:pt x="5593" y="6105"/>
                    <a:pt x="5813" y="5622"/>
                    <a:pt x="5813" y="5051"/>
                  </a:cubicBezTo>
                  <a:cubicBezTo>
                    <a:pt x="5813" y="4773"/>
                    <a:pt x="5740" y="4494"/>
                    <a:pt x="5593" y="4260"/>
                  </a:cubicBezTo>
                  <a:cubicBezTo>
                    <a:pt x="5447" y="4041"/>
                    <a:pt x="5271" y="3836"/>
                    <a:pt x="5066" y="3675"/>
                  </a:cubicBezTo>
                  <a:cubicBezTo>
                    <a:pt x="4861" y="3514"/>
                    <a:pt x="4671" y="3367"/>
                    <a:pt x="4466" y="3221"/>
                  </a:cubicBezTo>
                  <a:cubicBezTo>
                    <a:pt x="4261" y="3074"/>
                    <a:pt x="4056" y="2943"/>
                    <a:pt x="3880" y="2796"/>
                  </a:cubicBezTo>
                  <a:cubicBezTo>
                    <a:pt x="3134" y="2255"/>
                    <a:pt x="2446" y="1757"/>
                    <a:pt x="1860" y="1332"/>
                  </a:cubicBezTo>
                  <a:cubicBezTo>
                    <a:pt x="1274" y="908"/>
                    <a:pt x="821" y="586"/>
                    <a:pt x="499" y="351"/>
                  </a:cubicBezTo>
                  <a:cubicBezTo>
                    <a:pt x="352" y="234"/>
                    <a:pt x="220" y="161"/>
                    <a:pt x="133" y="88"/>
                  </a:cubicBezTo>
                  <a:cubicBezTo>
                    <a:pt x="45" y="15"/>
                    <a:pt x="1" y="0"/>
                    <a:pt x="1"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flipH="1">
              <a:off x="8936226" y="2352732"/>
              <a:ext cx="1159706" cy="95091"/>
            </a:xfrm>
            <a:custGeom>
              <a:avLst/>
              <a:gdLst/>
              <a:ahLst/>
              <a:cxnLst/>
              <a:rect l="l" t="t" r="r" b="b"/>
              <a:pathLst>
                <a:path w="14830" h="1216" extrusionOk="0">
                  <a:moveTo>
                    <a:pt x="0" y="1"/>
                  </a:moveTo>
                  <a:lnTo>
                    <a:pt x="0" y="1216"/>
                  </a:lnTo>
                  <a:lnTo>
                    <a:pt x="14830" y="1216"/>
                  </a:lnTo>
                  <a:lnTo>
                    <a:pt x="148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flipH="1">
              <a:off x="9106784" y="2440863"/>
              <a:ext cx="90477" cy="2433975"/>
            </a:xfrm>
            <a:custGeom>
              <a:avLst/>
              <a:gdLst/>
              <a:ahLst/>
              <a:cxnLst/>
              <a:rect l="l" t="t" r="r" b="b"/>
              <a:pathLst>
                <a:path w="1157" h="31125" extrusionOk="0">
                  <a:moveTo>
                    <a:pt x="0" y="1"/>
                  </a:moveTo>
                  <a:lnTo>
                    <a:pt x="0" y="31125"/>
                  </a:lnTo>
                  <a:lnTo>
                    <a:pt x="556" y="31125"/>
                  </a:lnTo>
                  <a:lnTo>
                    <a:pt x="1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5"/>
            <p:cNvSpPr/>
            <p:nvPr/>
          </p:nvSpPr>
          <p:spPr>
            <a:xfrm flipH="1">
              <a:off x="9817697" y="2432887"/>
              <a:ext cx="90556" cy="2451101"/>
            </a:xfrm>
            <a:custGeom>
              <a:avLst/>
              <a:gdLst/>
              <a:ahLst/>
              <a:cxnLst/>
              <a:rect l="l" t="t" r="r" b="b"/>
              <a:pathLst>
                <a:path w="1158" h="31344" extrusionOk="0">
                  <a:moveTo>
                    <a:pt x="1" y="0"/>
                  </a:moveTo>
                  <a:lnTo>
                    <a:pt x="1" y="31344"/>
                  </a:lnTo>
                  <a:lnTo>
                    <a:pt x="557" y="31344"/>
                  </a:lnTo>
                  <a:lnTo>
                    <a:pt x="1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5"/>
            <p:cNvSpPr/>
            <p:nvPr/>
          </p:nvSpPr>
          <p:spPr>
            <a:xfrm flipH="1">
              <a:off x="9197181" y="3357912"/>
              <a:ext cx="640067" cy="51534"/>
            </a:xfrm>
            <a:custGeom>
              <a:avLst/>
              <a:gdLst/>
              <a:ahLst/>
              <a:cxnLst/>
              <a:rect l="l" t="t" r="r" b="b"/>
              <a:pathLst>
                <a:path w="8185" h="659" extrusionOk="0">
                  <a:moveTo>
                    <a:pt x="1" y="0"/>
                  </a:moveTo>
                  <a:lnTo>
                    <a:pt x="1" y="659"/>
                  </a:lnTo>
                  <a:lnTo>
                    <a:pt x="8184" y="659"/>
                  </a:lnTo>
                  <a:lnTo>
                    <a:pt x="81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flipH="1">
              <a:off x="10337412" y="1455233"/>
              <a:ext cx="281755" cy="419152"/>
            </a:xfrm>
            <a:custGeom>
              <a:avLst/>
              <a:gdLst/>
              <a:ahLst/>
              <a:cxnLst/>
              <a:rect l="l" t="t" r="r" b="b"/>
              <a:pathLst>
                <a:path w="3603" h="5360" extrusionOk="0">
                  <a:moveTo>
                    <a:pt x="294" y="0"/>
                  </a:moveTo>
                  <a:cubicBezTo>
                    <a:pt x="294" y="0"/>
                    <a:pt x="294" y="30"/>
                    <a:pt x="279" y="103"/>
                  </a:cubicBezTo>
                  <a:cubicBezTo>
                    <a:pt x="250" y="176"/>
                    <a:pt x="235" y="278"/>
                    <a:pt x="220" y="396"/>
                  </a:cubicBezTo>
                  <a:cubicBezTo>
                    <a:pt x="176" y="659"/>
                    <a:pt x="103" y="1040"/>
                    <a:pt x="74" y="1494"/>
                  </a:cubicBezTo>
                  <a:cubicBezTo>
                    <a:pt x="30" y="1977"/>
                    <a:pt x="1" y="2518"/>
                    <a:pt x="74" y="3148"/>
                  </a:cubicBezTo>
                  <a:cubicBezTo>
                    <a:pt x="103" y="3455"/>
                    <a:pt x="162" y="3763"/>
                    <a:pt x="279" y="4099"/>
                  </a:cubicBezTo>
                  <a:cubicBezTo>
                    <a:pt x="367" y="4407"/>
                    <a:pt x="528" y="4744"/>
                    <a:pt x="806" y="4992"/>
                  </a:cubicBezTo>
                  <a:cubicBezTo>
                    <a:pt x="1069" y="5241"/>
                    <a:pt x="1410" y="5360"/>
                    <a:pt x="1731" y="5360"/>
                  </a:cubicBezTo>
                  <a:cubicBezTo>
                    <a:pt x="1749" y="5360"/>
                    <a:pt x="1768" y="5359"/>
                    <a:pt x="1787" y="5358"/>
                  </a:cubicBezTo>
                  <a:cubicBezTo>
                    <a:pt x="2138" y="5344"/>
                    <a:pt x="2446" y="5227"/>
                    <a:pt x="2724" y="5066"/>
                  </a:cubicBezTo>
                  <a:cubicBezTo>
                    <a:pt x="3002" y="4905"/>
                    <a:pt x="3207" y="4656"/>
                    <a:pt x="3324" y="4407"/>
                  </a:cubicBezTo>
                  <a:cubicBezTo>
                    <a:pt x="3456" y="4173"/>
                    <a:pt x="3529" y="3909"/>
                    <a:pt x="3544" y="3675"/>
                  </a:cubicBezTo>
                  <a:cubicBezTo>
                    <a:pt x="3602" y="3192"/>
                    <a:pt x="3514" y="2811"/>
                    <a:pt x="3426" y="2577"/>
                  </a:cubicBezTo>
                  <a:cubicBezTo>
                    <a:pt x="3383" y="2445"/>
                    <a:pt x="3353" y="2357"/>
                    <a:pt x="3309" y="2299"/>
                  </a:cubicBezTo>
                  <a:cubicBezTo>
                    <a:pt x="3280" y="2255"/>
                    <a:pt x="3251" y="2211"/>
                    <a:pt x="3251" y="2211"/>
                  </a:cubicBezTo>
                  <a:lnTo>
                    <a:pt x="3251" y="2211"/>
                  </a:lnTo>
                  <a:cubicBezTo>
                    <a:pt x="3236" y="2211"/>
                    <a:pt x="3309" y="2343"/>
                    <a:pt x="3397" y="2577"/>
                  </a:cubicBezTo>
                  <a:cubicBezTo>
                    <a:pt x="3470" y="2811"/>
                    <a:pt x="3544" y="3206"/>
                    <a:pt x="3485" y="3660"/>
                  </a:cubicBezTo>
                  <a:cubicBezTo>
                    <a:pt x="3441" y="4114"/>
                    <a:pt x="3192" y="4670"/>
                    <a:pt x="2680" y="4992"/>
                  </a:cubicBezTo>
                  <a:cubicBezTo>
                    <a:pt x="2431" y="5153"/>
                    <a:pt x="2124" y="5271"/>
                    <a:pt x="1787" y="5271"/>
                  </a:cubicBezTo>
                  <a:cubicBezTo>
                    <a:pt x="1465" y="5271"/>
                    <a:pt x="1128" y="5153"/>
                    <a:pt x="879" y="4919"/>
                  </a:cubicBezTo>
                  <a:cubicBezTo>
                    <a:pt x="616" y="4685"/>
                    <a:pt x="469" y="4378"/>
                    <a:pt x="367" y="4055"/>
                  </a:cubicBezTo>
                  <a:cubicBezTo>
                    <a:pt x="279" y="3748"/>
                    <a:pt x="206" y="3441"/>
                    <a:pt x="162" y="3133"/>
                  </a:cubicBezTo>
                  <a:cubicBezTo>
                    <a:pt x="89" y="2518"/>
                    <a:pt x="103" y="1962"/>
                    <a:pt x="147" y="1494"/>
                  </a:cubicBezTo>
                  <a:cubicBezTo>
                    <a:pt x="176" y="1040"/>
                    <a:pt x="220" y="659"/>
                    <a:pt x="250" y="396"/>
                  </a:cubicBezTo>
                  <a:cubicBezTo>
                    <a:pt x="279" y="293"/>
                    <a:pt x="279" y="176"/>
                    <a:pt x="294" y="103"/>
                  </a:cubicBezTo>
                  <a:lnTo>
                    <a:pt x="2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5"/>
            <p:cNvSpPr/>
            <p:nvPr/>
          </p:nvSpPr>
          <p:spPr>
            <a:xfrm flipH="1">
              <a:off x="10073018" y="1863905"/>
              <a:ext cx="389280" cy="504546"/>
            </a:xfrm>
            <a:custGeom>
              <a:avLst/>
              <a:gdLst/>
              <a:ahLst/>
              <a:cxnLst/>
              <a:rect l="l" t="t" r="r" b="b"/>
              <a:pathLst>
                <a:path w="4978" h="6452" extrusionOk="0">
                  <a:moveTo>
                    <a:pt x="516" y="2734"/>
                  </a:moveTo>
                  <a:cubicBezTo>
                    <a:pt x="535" y="2734"/>
                    <a:pt x="553" y="2735"/>
                    <a:pt x="571" y="2738"/>
                  </a:cubicBezTo>
                  <a:cubicBezTo>
                    <a:pt x="626" y="2742"/>
                    <a:pt x="678" y="2757"/>
                    <a:pt x="727" y="2781"/>
                  </a:cubicBezTo>
                  <a:lnTo>
                    <a:pt x="727" y="2781"/>
                  </a:lnTo>
                  <a:cubicBezTo>
                    <a:pt x="729" y="2894"/>
                    <a:pt x="723" y="3010"/>
                    <a:pt x="703" y="3119"/>
                  </a:cubicBezTo>
                  <a:cubicBezTo>
                    <a:pt x="688" y="3192"/>
                    <a:pt x="645" y="3265"/>
                    <a:pt x="586" y="3324"/>
                  </a:cubicBezTo>
                  <a:cubicBezTo>
                    <a:pt x="530" y="3346"/>
                    <a:pt x="474" y="3377"/>
                    <a:pt x="417" y="3377"/>
                  </a:cubicBezTo>
                  <a:cubicBezTo>
                    <a:pt x="400" y="3377"/>
                    <a:pt x="383" y="3375"/>
                    <a:pt x="366" y="3368"/>
                  </a:cubicBezTo>
                  <a:cubicBezTo>
                    <a:pt x="220" y="3338"/>
                    <a:pt x="103" y="3148"/>
                    <a:pt x="147" y="2987"/>
                  </a:cubicBezTo>
                  <a:cubicBezTo>
                    <a:pt x="199" y="2843"/>
                    <a:pt x="358" y="2734"/>
                    <a:pt x="516" y="2734"/>
                  </a:cubicBezTo>
                  <a:close/>
                  <a:moveTo>
                    <a:pt x="147" y="1"/>
                  </a:moveTo>
                  <a:cubicBezTo>
                    <a:pt x="147" y="30"/>
                    <a:pt x="176" y="59"/>
                    <a:pt x="191" y="132"/>
                  </a:cubicBezTo>
                  <a:cubicBezTo>
                    <a:pt x="205" y="206"/>
                    <a:pt x="249" y="323"/>
                    <a:pt x="293" y="469"/>
                  </a:cubicBezTo>
                  <a:cubicBezTo>
                    <a:pt x="396" y="762"/>
                    <a:pt x="513" y="1172"/>
                    <a:pt x="615" y="1728"/>
                  </a:cubicBezTo>
                  <a:cubicBezTo>
                    <a:pt x="659" y="2006"/>
                    <a:pt x="703" y="2299"/>
                    <a:pt x="718" y="2621"/>
                  </a:cubicBezTo>
                  <a:cubicBezTo>
                    <a:pt x="720" y="2647"/>
                    <a:pt x="722" y="2673"/>
                    <a:pt x="724" y="2699"/>
                  </a:cubicBezTo>
                  <a:lnTo>
                    <a:pt x="724" y="2699"/>
                  </a:lnTo>
                  <a:cubicBezTo>
                    <a:pt x="675" y="2680"/>
                    <a:pt x="624" y="2669"/>
                    <a:pt x="571" y="2665"/>
                  </a:cubicBezTo>
                  <a:cubicBezTo>
                    <a:pt x="551" y="2662"/>
                    <a:pt x="529" y="2661"/>
                    <a:pt x="508" y="2661"/>
                  </a:cubicBezTo>
                  <a:cubicBezTo>
                    <a:pt x="320" y="2661"/>
                    <a:pt x="125" y="2775"/>
                    <a:pt x="59" y="2972"/>
                  </a:cubicBezTo>
                  <a:cubicBezTo>
                    <a:pt x="0" y="3192"/>
                    <a:pt x="147" y="3412"/>
                    <a:pt x="352" y="3470"/>
                  </a:cubicBezTo>
                  <a:cubicBezTo>
                    <a:pt x="367" y="3472"/>
                    <a:pt x="382" y="3473"/>
                    <a:pt x="396" y="3473"/>
                  </a:cubicBezTo>
                  <a:cubicBezTo>
                    <a:pt x="495" y="3473"/>
                    <a:pt x="581" y="3431"/>
                    <a:pt x="645" y="3368"/>
                  </a:cubicBezTo>
                  <a:cubicBezTo>
                    <a:pt x="718" y="3295"/>
                    <a:pt x="762" y="3207"/>
                    <a:pt x="776" y="3119"/>
                  </a:cubicBezTo>
                  <a:cubicBezTo>
                    <a:pt x="808" y="3016"/>
                    <a:pt x="814" y="2921"/>
                    <a:pt x="810" y="2830"/>
                  </a:cubicBezTo>
                  <a:lnTo>
                    <a:pt x="810" y="2830"/>
                  </a:lnTo>
                  <a:cubicBezTo>
                    <a:pt x="894" y="2890"/>
                    <a:pt x="963" y="2973"/>
                    <a:pt x="1011" y="3060"/>
                  </a:cubicBezTo>
                  <a:cubicBezTo>
                    <a:pt x="1098" y="3251"/>
                    <a:pt x="1128" y="3441"/>
                    <a:pt x="1098" y="3646"/>
                  </a:cubicBezTo>
                  <a:cubicBezTo>
                    <a:pt x="1069" y="4056"/>
                    <a:pt x="879" y="4451"/>
                    <a:pt x="923" y="4876"/>
                  </a:cubicBezTo>
                  <a:cubicBezTo>
                    <a:pt x="937" y="5300"/>
                    <a:pt x="1142" y="5666"/>
                    <a:pt x="1391" y="5930"/>
                  </a:cubicBezTo>
                  <a:cubicBezTo>
                    <a:pt x="1669" y="6208"/>
                    <a:pt x="2006" y="6398"/>
                    <a:pt x="2328" y="6427"/>
                  </a:cubicBezTo>
                  <a:cubicBezTo>
                    <a:pt x="2424" y="6444"/>
                    <a:pt x="2518" y="6451"/>
                    <a:pt x="2610" y="6451"/>
                  </a:cubicBezTo>
                  <a:cubicBezTo>
                    <a:pt x="2838" y="6451"/>
                    <a:pt x="3052" y="6406"/>
                    <a:pt x="3250" y="6354"/>
                  </a:cubicBezTo>
                  <a:cubicBezTo>
                    <a:pt x="3499" y="6281"/>
                    <a:pt x="3733" y="6193"/>
                    <a:pt x="3953" y="6135"/>
                  </a:cubicBezTo>
                  <a:cubicBezTo>
                    <a:pt x="4173" y="6076"/>
                    <a:pt x="4363" y="6032"/>
                    <a:pt x="4509" y="6003"/>
                  </a:cubicBezTo>
                  <a:cubicBezTo>
                    <a:pt x="4623" y="5992"/>
                    <a:pt x="4717" y="5989"/>
                    <a:pt x="4789" y="5989"/>
                  </a:cubicBezTo>
                  <a:cubicBezTo>
                    <a:pt x="4869" y="5989"/>
                    <a:pt x="4924" y="5993"/>
                    <a:pt x="4953" y="5993"/>
                  </a:cubicBezTo>
                  <a:cubicBezTo>
                    <a:pt x="4970" y="5993"/>
                    <a:pt x="4978" y="5992"/>
                    <a:pt x="4978" y="5988"/>
                  </a:cubicBezTo>
                  <a:cubicBezTo>
                    <a:pt x="4978" y="5988"/>
                    <a:pt x="4865" y="5969"/>
                    <a:pt x="4641" y="5969"/>
                  </a:cubicBezTo>
                  <a:cubicBezTo>
                    <a:pt x="4584" y="5969"/>
                    <a:pt x="4521" y="5971"/>
                    <a:pt x="4451" y="5974"/>
                  </a:cubicBezTo>
                  <a:cubicBezTo>
                    <a:pt x="4304" y="5988"/>
                    <a:pt x="4114" y="6032"/>
                    <a:pt x="3895" y="6076"/>
                  </a:cubicBezTo>
                  <a:cubicBezTo>
                    <a:pt x="3704" y="6135"/>
                    <a:pt x="3455" y="6208"/>
                    <a:pt x="3192" y="6281"/>
                  </a:cubicBezTo>
                  <a:cubicBezTo>
                    <a:pt x="3004" y="6333"/>
                    <a:pt x="2793" y="6378"/>
                    <a:pt x="2576" y="6378"/>
                  </a:cubicBezTo>
                  <a:cubicBezTo>
                    <a:pt x="2489" y="6378"/>
                    <a:pt x="2401" y="6371"/>
                    <a:pt x="2313" y="6354"/>
                  </a:cubicBezTo>
                  <a:cubicBezTo>
                    <a:pt x="1991" y="6296"/>
                    <a:pt x="1684" y="6135"/>
                    <a:pt x="1435" y="5886"/>
                  </a:cubicBezTo>
                  <a:cubicBezTo>
                    <a:pt x="1172" y="5622"/>
                    <a:pt x="996" y="5256"/>
                    <a:pt x="967" y="4876"/>
                  </a:cubicBezTo>
                  <a:cubicBezTo>
                    <a:pt x="952" y="4495"/>
                    <a:pt x="1142" y="4100"/>
                    <a:pt x="1172" y="3661"/>
                  </a:cubicBezTo>
                  <a:cubicBezTo>
                    <a:pt x="1215" y="3441"/>
                    <a:pt x="1186" y="3221"/>
                    <a:pt x="1084" y="3031"/>
                  </a:cubicBezTo>
                  <a:cubicBezTo>
                    <a:pt x="1020" y="2912"/>
                    <a:pt x="922" y="2805"/>
                    <a:pt x="804" y="2738"/>
                  </a:cubicBezTo>
                  <a:lnTo>
                    <a:pt x="804" y="2738"/>
                  </a:lnTo>
                  <a:cubicBezTo>
                    <a:pt x="800" y="2694"/>
                    <a:pt x="795" y="2650"/>
                    <a:pt x="791" y="2606"/>
                  </a:cubicBezTo>
                  <a:cubicBezTo>
                    <a:pt x="776" y="2270"/>
                    <a:pt x="732" y="1977"/>
                    <a:pt x="688" y="1713"/>
                  </a:cubicBezTo>
                  <a:cubicBezTo>
                    <a:pt x="571" y="1172"/>
                    <a:pt x="440" y="733"/>
                    <a:pt x="337" y="440"/>
                  </a:cubicBezTo>
                  <a:cubicBezTo>
                    <a:pt x="279" y="293"/>
                    <a:pt x="249" y="191"/>
                    <a:pt x="205" y="118"/>
                  </a:cubicBezTo>
                  <a:lnTo>
                    <a:pt x="1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5"/>
            <p:cNvSpPr/>
            <p:nvPr/>
          </p:nvSpPr>
          <p:spPr>
            <a:xfrm flipH="1">
              <a:off x="9017477" y="1850142"/>
              <a:ext cx="720144" cy="496961"/>
            </a:xfrm>
            <a:custGeom>
              <a:avLst/>
              <a:gdLst/>
              <a:ahLst/>
              <a:cxnLst/>
              <a:rect l="l" t="t" r="r" b="b"/>
              <a:pathLst>
                <a:path w="9209" h="6355" extrusionOk="0">
                  <a:moveTo>
                    <a:pt x="1025" y="1"/>
                  </a:moveTo>
                  <a:lnTo>
                    <a:pt x="0" y="6355"/>
                  </a:lnTo>
                  <a:lnTo>
                    <a:pt x="7993" y="6355"/>
                  </a:lnTo>
                  <a:lnTo>
                    <a:pt x="9208" y="1026"/>
                  </a:lnTo>
                  <a:lnTo>
                    <a:pt x="10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5"/>
            <p:cNvSpPr/>
            <p:nvPr/>
          </p:nvSpPr>
          <p:spPr>
            <a:xfrm flipH="1">
              <a:off x="9101072" y="2335606"/>
              <a:ext cx="1029268" cy="34408"/>
            </a:xfrm>
            <a:custGeom>
              <a:avLst/>
              <a:gdLst/>
              <a:ahLst/>
              <a:cxnLst/>
              <a:rect l="l" t="t" r="r" b="b"/>
              <a:pathLst>
                <a:path w="13162" h="440" extrusionOk="0">
                  <a:moveTo>
                    <a:pt x="5008" y="0"/>
                  </a:moveTo>
                  <a:lnTo>
                    <a:pt x="30" y="117"/>
                  </a:lnTo>
                  <a:lnTo>
                    <a:pt x="1" y="308"/>
                  </a:lnTo>
                  <a:lnTo>
                    <a:pt x="13103" y="439"/>
                  </a:lnTo>
                  <a:lnTo>
                    <a:pt x="13162" y="147"/>
                  </a:lnTo>
                  <a:lnTo>
                    <a:pt x="50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5"/>
            <p:cNvSpPr/>
            <p:nvPr/>
          </p:nvSpPr>
          <p:spPr>
            <a:xfrm flipH="1">
              <a:off x="9309399" y="2062924"/>
              <a:ext cx="74525" cy="102364"/>
            </a:xfrm>
            <a:custGeom>
              <a:avLst/>
              <a:gdLst/>
              <a:ahLst/>
              <a:cxnLst/>
              <a:rect l="l" t="t" r="r" b="b"/>
              <a:pathLst>
                <a:path w="953" h="1309" extrusionOk="0">
                  <a:moveTo>
                    <a:pt x="561" y="0"/>
                  </a:moveTo>
                  <a:cubicBezTo>
                    <a:pt x="339" y="0"/>
                    <a:pt x="115" y="228"/>
                    <a:pt x="74" y="574"/>
                  </a:cubicBezTo>
                  <a:cubicBezTo>
                    <a:pt x="1" y="940"/>
                    <a:pt x="118" y="1247"/>
                    <a:pt x="338" y="1306"/>
                  </a:cubicBezTo>
                  <a:cubicBezTo>
                    <a:pt x="349" y="1307"/>
                    <a:pt x="361" y="1308"/>
                    <a:pt x="373" y="1308"/>
                  </a:cubicBezTo>
                  <a:cubicBezTo>
                    <a:pt x="583" y="1308"/>
                    <a:pt x="810" y="1067"/>
                    <a:pt x="879" y="735"/>
                  </a:cubicBezTo>
                  <a:cubicBezTo>
                    <a:pt x="952" y="369"/>
                    <a:pt x="821" y="61"/>
                    <a:pt x="601" y="3"/>
                  </a:cubicBezTo>
                  <a:cubicBezTo>
                    <a:pt x="588" y="1"/>
                    <a:pt x="575" y="0"/>
                    <a:pt x="56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5"/>
            <p:cNvSpPr/>
            <p:nvPr/>
          </p:nvSpPr>
          <p:spPr>
            <a:xfrm flipH="1">
              <a:off x="9291100" y="2037196"/>
              <a:ext cx="113390" cy="153741"/>
            </a:xfrm>
            <a:custGeom>
              <a:avLst/>
              <a:gdLst/>
              <a:ahLst/>
              <a:cxnLst/>
              <a:rect l="l" t="t" r="r" b="b"/>
              <a:pathLst>
                <a:path w="1450" h="1966" extrusionOk="0">
                  <a:moveTo>
                    <a:pt x="838" y="1"/>
                  </a:moveTo>
                  <a:cubicBezTo>
                    <a:pt x="527" y="1"/>
                    <a:pt x="211" y="362"/>
                    <a:pt x="117" y="859"/>
                  </a:cubicBezTo>
                  <a:cubicBezTo>
                    <a:pt x="0" y="1415"/>
                    <a:pt x="205" y="1913"/>
                    <a:pt x="527" y="1957"/>
                  </a:cubicBezTo>
                  <a:cubicBezTo>
                    <a:pt x="554" y="1963"/>
                    <a:pt x="582" y="1966"/>
                    <a:pt x="609" y="1966"/>
                  </a:cubicBezTo>
                  <a:cubicBezTo>
                    <a:pt x="921" y="1966"/>
                    <a:pt x="1238" y="1592"/>
                    <a:pt x="1332" y="1108"/>
                  </a:cubicBezTo>
                  <a:cubicBezTo>
                    <a:pt x="1450" y="551"/>
                    <a:pt x="1245" y="54"/>
                    <a:pt x="923" y="10"/>
                  </a:cubicBezTo>
                  <a:cubicBezTo>
                    <a:pt x="895" y="4"/>
                    <a:pt x="867" y="1"/>
                    <a:pt x="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5"/>
            <p:cNvSpPr/>
            <p:nvPr/>
          </p:nvSpPr>
          <p:spPr>
            <a:xfrm flipH="1">
              <a:off x="10577877" y="1410581"/>
              <a:ext cx="18377" cy="44730"/>
            </a:xfrm>
            <a:custGeom>
              <a:avLst/>
              <a:gdLst/>
              <a:ahLst/>
              <a:cxnLst/>
              <a:rect l="l" t="t" r="r" b="b"/>
              <a:pathLst>
                <a:path w="235" h="572" extrusionOk="0">
                  <a:moveTo>
                    <a:pt x="220" y="0"/>
                  </a:moveTo>
                  <a:cubicBezTo>
                    <a:pt x="206" y="0"/>
                    <a:pt x="132" y="118"/>
                    <a:pt x="74" y="279"/>
                  </a:cubicBezTo>
                  <a:cubicBezTo>
                    <a:pt x="15" y="425"/>
                    <a:pt x="1" y="557"/>
                    <a:pt x="15" y="571"/>
                  </a:cubicBezTo>
                  <a:cubicBezTo>
                    <a:pt x="30" y="571"/>
                    <a:pt x="103" y="440"/>
                    <a:pt x="162" y="293"/>
                  </a:cubicBezTo>
                  <a:cubicBezTo>
                    <a:pt x="220" y="147"/>
                    <a:pt x="235"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35"/>
          <p:cNvGrpSpPr/>
          <p:nvPr/>
        </p:nvGrpSpPr>
        <p:grpSpPr>
          <a:xfrm>
            <a:off x="8642867" y="2666223"/>
            <a:ext cx="785377" cy="2421158"/>
            <a:chOff x="7825375" y="2447285"/>
            <a:chExt cx="785377" cy="2421158"/>
          </a:xfrm>
        </p:grpSpPr>
        <p:sp>
          <p:nvSpPr>
            <p:cNvPr id="686" name="Google Shape;686;p3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631;p35">
            <a:extLst>
              <a:ext uri="{FF2B5EF4-FFF2-40B4-BE49-F238E27FC236}">
                <a16:creationId xmlns:a16="http://schemas.microsoft.com/office/drawing/2014/main" id="{A8D2543B-E5B7-CECE-9BF1-3AE6DF14ED08}"/>
              </a:ext>
            </a:extLst>
          </p:cNvPr>
          <p:cNvSpPr txBox="1">
            <a:spLocks/>
          </p:cNvSpPr>
          <p:nvPr/>
        </p:nvSpPr>
        <p:spPr>
          <a:xfrm>
            <a:off x="613728" y="1007755"/>
            <a:ext cx="4679632" cy="7571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80000"/>
              </a:lnSpc>
              <a:spcBef>
                <a:spcPts val="0"/>
              </a:spcBef>
              <a:spcAft>
                <a:spcPts val="0"/>
              </a:spcAft>
              <a:buClr>
                <a:schemeClr val="dk1"/>
              </a:buClr>
              <a:buSzPts val="3600"/>
              <a:buFont typeface="Archivo Black"/>
              <a:buNone/>
              <a:defRPr sz="36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1800" dirty="0">
                <a:latin typeface="Karla" pitchFamily="2" charset="0"/>
              </a:rPr>
              <a:t>Main Idea is to handle invalid  values are some data points can distort analysis and lead to misleading insights.</a:t>
            </a:r>
          </a:p>
        </p:txBody>
      </p:sp>
      <p:sp>
        <p:nvSpPr>
          <p:cNvPr id="7" name="Google Shape;631;p35">
            <a:extLst>
              <a:ext uri="{FF2B5EF4-FFF2-40B4-BE49-F238E27FC236}">
                <a16:creationId xmlns:a16="http://schemas.microsoft.com/office/drawing/2014/main" id="{40CC3DD8-B2EA-A683-9AA7-CAE4522E6A19}"/>
              </a:ext>
            </a:extLst>
          </p:cNvPr>
          <p:cNvSpPr txBox="1">
            <a:spLocks/>
          </p:cNvSpPr>
          <p:nvPr/>
        </p:nvSpPr>
        <p:spPr>
          <a:xfrm>
            <a:off x="613728" y="1978331"/>
            <a:ext cx="5593614" cy="29666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80000"/>
              </a:lnSpc>
              <a:spcBef>
                <a:spcPts val="0"/>
              </a:spcBef>
              <a:spcAft>
                <a:spcPts val="0"/>
              </a:spcAft>
              <a:buClr>
                <a:schemeClr val="dk1"/>
              </a:buClr>
              <a:buSzPts val="3600"/>
              <a:buFont typeface="Archivo Black"/>
              <a:buNone/>
              <a:defRPr sz="36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1800" b="1" dirty="0">
                <a:latin typeface="Karla" pitchFamily="2" charset="0"/>
              </a:rPr>
              <a:t>Steps Taken:</a:t>
            </a:r>
          </a:p>
          <a:p>
            <a:pPr algn="l"/>
            <a:endParaRPr lang="en-US" sz="1800" b="1" dirty="0">
              <a:latin typeface="Karla" pitchFamily="2" charset="0"/>
            </a:endParaRPr>
          </a:p>
          <a:p>
            <a:pPr marL="342900" indent="-342900" algn="l">
              <a:buFont typeface="Arial" panose="020B0604020202020204" pitchFamily="34" charset="0"/>
              <a:buChar char="•"/>
            </a:pPr>
            <a:endParaRPr lang="en-US" sz="1800" dirty="0">
              <a:latin typeface="Karla" pitchFamily="2" charset="0"/>
            </a:endParaRPr>
          </a:p>
          <a:p>
            <a:pPr marL="342900" indent="-342900" algn="l">
              <a:buFont typeface="Arial" panose="020B0604020202020204" pitchFamily="34" charset="0"/>
              <a:buChar char="•"/>
            </a:pPr>
            <a:r>
              <a:rPr lang="en-US" sz="1800" dirty="0">
                <a:latin typeface="Karla" pitchFamily="2" charset="0"/>
              </a:rPr>
              <a:t>Detected &amp; Removed Impossible Entries</a:t>
            </a:r>
          </a:p>
          <a:p>
            <a:pPr marL="342900" indent="-342900" algn="l">
              <a:buFont typeface="Arial" panose="020B0604020202020204" pitchFamily="34" charset="0"/>
              <a:buChar char="•"/>
            </a:pPr>
            <a:r>
              <a:rPr lang="en-US" sz="1800" dirty="0">
                <a:latin typeface="Karla" pitchFamily="2" charset="0"/>
              </a:rPr>
              <a:t>Converted  “Transaction Date” to valid Datetime Format</a:t>
            </a:r>
          </a:p>
          <a:p>
            <a:pPr marL="342900" indent="-342900" algn="l">
              <a:buFont typeface="Arial" panose="020B0604020202020204" pitchFamily="34" charset="0"/>
              <a:buChar char="•"/>
            </a:pPr>
            <a:r>
              <a:rPr lang="en-US" sz="1800" dirty="0">
                <a:latin typeface="Karla" pitchFamily="2" charset="0"/>
              </a:rPr>
              <a:t>Checked and replaced unexpected values in “</a:t>
            </a:r>
            <a:r>
              <a:rPr lang="en-US" sz="1800" b="1" dirty="0">
                <a:latin typeface="Karla" pitchFamily="2" charset="0"/>
              </a:rPr>
              <a:t>Payment Method</a:t>
            </a:r>
            <a:r>
              <a:rPr lang="en-US" sz="1800" dirty="0">
                <a:latin typeface="Karla" pitchFamily="2" charset="0"/>
              </a:rPr>
              <a:t>” , “</a:t>
            </a:r>
            <a:r>
              <a:rPr lang="en-US" sz="1800" b="1" dirty="0" err="1">
                <a:latin typeface="Karla" pitchFamily="2" charset="0"/>
              </a:rPr>
              <a:t>Purchase_Mode</a:t>
            </a:r>
            <a:r>
              <a:rPr lang="en-US" sz="1800" dirty="0">
                <a:latin typeface="Karla" pitchFamily="2" charset="0"/>
              </a:rPr>
              <a:t>”</a:t>
            </a:r>
          </a:p>
          <a:p>
            <a:pPr marL="342900" indent="-342900" algn="l">
              <a:buFont typeface="Arial" panose="020B0604020202020204" pitchFamily="34" charset="0"/>
              <a:buChar char="•"/>
            </a:pPr>
            <a:r>
              <a:rPr lang="en-US" sz="1800" dirty="0">
                <a:latin typeface="Karla" pitchFamily="2" charset="0"/>
              </a:rPr>
              <a:t>Cross-Verified and  replaced incorrect values in “Total Spend = (Price*Quantity)”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3">
          <a:extLst>
            <a:ext uri="{FF2B5EF4-FFF2-40B4-BE49-F238E27FC236}">
              <a16:creationId xmlns:a16="http://schemas.microsoft.com/office/drawing/2014/main" id="{09563B13-5710-2558-80A9-3727AB5C0675}"/>
            </a:ext>
          </a:extLst>
        </p:cNvPr>
        <p:cNvGrpSpPr/>
        <p:nvPr/>
      </p:nvGrpSpPr>
      <p:grpSpPr>
        <a:xfrm>
          <a:off x="0" y="0"/>
          <a:ext cx="0" cy="0"/>
          <a:chOff x="0" y="0"/>
          <a:chExt cx="0" cy="0"/>
        </a:xfrm>
      </p:grpSpPr>
      <p:sp>
        <p:nvSpPr>
          <p:cNvPr id="834" name="Google Shape;834;p39">
            <a:extLst>
              <a:ext uri="{FF2B5EF4-FFF2-40B4-BE49-F238E27FC236}">
                <a16:creationId xmlns:a16="http://schemas.microsoft.com/office/drawing/2014/main" id="{B087057E-130E-48C4-E549-47F80162A6E9}"/>
              </a:ext>
            </a:extLst>
          </p:cNvPr>
          <p:cNvSpPr txBox="1">
            <a:spLocks noGrp="1"/>
          </p:cNvSpPr>
          <p:nvPr>
            <p:ph type="title"/>
          </p:nvPr>
        </p:nvSpPr>
        <p:spPr>
          <a:xfrm>
            <a:off x="704625" y="30862"/>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a:t>
            </a:r>
            <a:r>
              <a:rPr lang="en" dirty="0"/>
              <a:t>tatistical analysis</a:t>
            </a:r>
            <a:endParaRPr dirty="0"/>
          </a:p>
        </p:txBody>
      </p:sp>
      <p:sp>
        <p:nvSpPr>
          <p:cNvPr id="841" name="Google Shape;841;p39">
            <a:extLst>
              <a:ext uri="{FF2B5EF4-FFF2-40B4-BE49-F238E27FC236}">
                <a16:creationId xmlns:a16="http://schemas.microsoft.com/office/drawing/2014/main" id="{E95C36F2-87EA-FAB1-F994-BC9EA78A7F51}"/>
              </a:ext>
            </a:extLst>
          </p:cNvPr>
          <p:cNvSpPr/>
          <p:nvPr/>
        </p:nvSpPr>
        <p:spPr>
          <a:xfrm rot="462743">
            <a:off x="340520" y="331686"/>
            <a:ext cx="366616" cy="32817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a:extLst>
              <a:ext uri="{FF2B5EF4-FFF2-40B4-BE49-F238E27FC236}">
                <a16:creationId xmlns:a16="http://schemas.microsoft.com/office/drawing/2014/main" id="{22F90A84-5EA2-2C9A-553D-DEFD9FCF8279}"/>
              </a:ext>
            </a:extLst>
          </p:cNvPr>
          <p:cNvSpPr/>
          <p:nvPr/>
        </p:nvSpPr>
        <p:spPr>
          <a:xfrm>
            <a:off x="128652" y="1313973"/>
            <a:ext cx="282300" cy="282300"/>
          </a:xfrm>
          <a:prstGeom prst="ellipse">
            <a:avLst/>
          </a:prstGeom>
          <a:solidFill>
            <a:schemeClr val="accent3"/>
          </a:solid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0D6E6709-8C83-DDCF-BE6E-5B0E8ED11681}"/>
              </a:ext>
            </a:extLst>
          </p:cNvPr>
          <p:cNvSpPr>
            <a:spLocks noGrp="1" noChangeArrowheads="1"/>
          </p:cNvSpPr>
          <p:nvPr>
            <p:ph type="subTitle" idx="4294967295"/>
          </p:nvPr>
        </p:nvSpPr>
        <p:spPr bwMode="auto">
          <a:xfrm>
            <a:off x="320157" y="1101359"/>
            <a:ext cx="874149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Karla" pitchFamily="2" charset="0"/>
              </a:rPr>
              <a:t>Overview:</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Karla" pitchFamily="2" charset="0"/>
              </a:rPr>
              <a:t>Statistical analysis was used to summarize data trends, validate assumptions, and uncover significant patterns.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Karla" pitchFamily="2" charset="0"/>
              </a:rPr>
              <a:t>Key Methods Applied: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Karla" pitchFamily="2" charset="0"/>
              </a:rPr>
              <a:t>Hypothesis Testing:</a:t>
            </a:r>
            <a:endParaRPr kumimoji="0" lang="en-US" altLang="en-US" b="0" i="0" u="none" strike="noStrike" cap="none" normalizeH="0" baseline="0" dirty="0">
              <a:ln>
                <a:noFill/>
              </a:ln>
              <a:solidFill>
                <a:schemeClr val="tx1"/>
              </a:solidFill>
              <a:effectLst/>
              <a:latin typeface="Karla" pitchFamily="2"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Karla" pitchFamily="2" charset="0"/>
              </a:rPr>
              <a:t>ANOVA Test:</a:t>
            </a:r>
            <a:r>
              <a:rPr kumimoji="0" lang="en-US" altLang="en-US" sz="1800" b="0" i="0" u="none" strike="noStrike" cap="none" normalizeH="0" baseline="0" dirty="0">
                <a:ln>
                  <a:noFill/>
                </a:ln>
                <a:solidFill>
                  <a:schemeClr val="tx1"/>
                </a:solidFill>
                <a:effectLst/>
                <a:latin typeface="Karla" pitchFamily="2" charset="0"/>
              </a:rPr>
              <a:t> Checked if mean spending differed across </a:t>
            </a:r>
            <a:r>
              <a:rPr kumimoji="0" lang="en-US" altLang="en-US" sz="1800" b="1" i="0" u="none" strike="noStrike" cap="none" normalizeH="0" baseline="0" dirty="0">
                <a:ln>
                  <a:noFill/>
                </a:ln>
                <a:solidFill>
                  <a:schemeClr val="tx1"/>
                </a:solidFill>
                <a:effectLst/>
                <a:latin typeface="Karla" pitchFamily="2" charset="0"/>
              </a:rPr>
              <a:t>Payment Methods</a:t>
            </a:r>
            <a:r>
              <a:rPr kumimoji="0" lang="en-US" altLang="en-US" sz="1800" b="0" i="0" u="none" strike="noStrike" cap="none" normalizeH="0" baseline="0" dirty="0">
                <a:ln>
                  <a:noFill/>
                </a:ln>
                <a:solidFill>
                  <a:schemeClr val="tx1"/>
                </a:solidFill>
                <a:effectLst/>
                <a:latin typeface="Karla" pitchFamily="2" charset="0"/>
              </a:rPr>
              <a:t> → Result: </a:t>
            </a:r>
            <a:r>
              <a:rPr kumimoji="0" lang="en-US" altLang="en-US" sz="1800" b="0" i="1" u="none" strike="noStrike" cap="none" normalizeH="0" baseline="0" dirty="0">
                <a:ln>
                  <a:noFill/>
                </a:ln>
                <a:solidFill>
                  <a:schemeClr val="tx1"/>
                </a:solidFill>
                <a:effectLst/>
                <a:latin typeface="Karla" pitchFamily="2" charset="0"/>
              </a:rPr>
              <a:t>No significant difference (p &gt; 0.05)</a:t>
            </a:r>
            <a:r>
              <a:rPr kumimoji="0" lang="en-US" altLang="en-US" sz="1800" b="0" i="0" u="none" strike="noStrike" cap="none" normalizeH="0" baseline="0" dirty="0">
                <a:ln>
                  <a:noFill/>
                </a:ln>
                <a:solidFill>
                  <a:schemeClr val="tx1"/>
                </a:solidFill>
                <a:effectLst/>
                <a:latin typeface="Karla" pitchFamily="2"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Karla" pitchFamily="2" charset="0"/>
              </a:rPr>
              <a:t>Two-Sample T-Test:</a:t>
            </a:r>
            <a:r>
              <a:rPr kumimoji="0" lang="en-US" altLang="en-US" sz="1800" b="0" i="0" u="none" strike="noStrike" cap="none" normalizeH="0" baseline="0" dirty="0">
                <a:ln>
                  <a:noFill/>
                </a:ln>
                <a:solidFill>
                  <a:schemeClr val="tx1"/>
                </a:solidFill>
                <a:effectLst/>
                <a:latin typeface="Karla" pitchFamily="2" charset="0"/>
              </a:rPr>
              <a:t> Compared </a:t>
            </a:r>
            <a:r>
              <a:rPr kumimoji="0" lang="en-US" altLang="en-US" sz="1800" b="1" i="0" u="none" strike="noStrike" cap="none" normalizeH="0" baseline="0" dirty="0">
                <a:ln>
                  <a:noFill/>
                </a:ln>
                <a:solidFill>
                  <a:schemeClr val="tx1"/>
                </a:solidFill>
                <a:effectLst/>
                <a:latin typeface="Karla" pitchFamily="2" charset="0"/>
              </a:rPr>
              <a:t>Online vs In-Store Purchase Modes</a:t>
            </a:r>
            <a:r>
              <a:rPr kumimoji="0" lang="en-US" altLang="en-US" sz="1800" b="0" i="0" u="none" strike="noStrike" cap="none" normalizeH="0" baseline="0" dirty="0">
                <a:ln>
                  <a:noFill/>
                </a:ln>
                <a:solidFill>
                  <a:schemeClr val="tx1"/>
                </a:solidFill>
                <a:effectLst/>
                <a:latin typeface="Karla" pitchFamily="2" charset="0"/>
              </a:rPr>
              <a:t> → Result: </a:t>
            </a:r>
            <a:r>
              <a:rPr kumimoji="0" lang="en-US" altLang="en-US" sz="1800" b="0" i="1" u="none" strike="noStrike" cap="none" normalizeH="0" baseline="0" dirty="0">
                <a:ln>
                  <a:noFill/>
                </a:ln>
                <a:solidFill>
                  <a:schemeClr val="tx1"/>
                </a:solidFill>
                <a:effectLst/>
                <a:latin typeface="Karla" pitchFamily="2" charset="0"/>
              </a:rPr>
              <a:t>No significant difference in average spending (p &gt; 0.05)</a:t>
            </a:r>
            <a:r>
              <a:rPr kumimoji="0" lang="en-US" altLang="en-US" sz="1800" b="0" i="0" u="none" strike="noStrike" cap="none" normalizeH="0" baseline="0" dirty="0">
                <a:ln>
                  <a:noFill/>
                </a:ln>
                <a:solidFill>
                  <a:schemeClr val="tx1"/>
                </a:solidFill>
                <a:effectLst/>
                <a:latin typeface="Karla"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Karla" pitchFamily="2" charset="0"/>
              </a:rPr>
              <a:t>Correlation Analysis:</a:t>
            </a:r>
            <a:endParaRPr kumimoji="0" lang="en-US" altLang="en-US" b="0" i="0" u="none" strike="noStrike" cap="none" normalizeH="0" baseline="0" dirty="0">
              <a:ln>
                <a:noFill/>
              </a:ln>
              <a:solidFill>
                <a:schemeClr val="tx1"/>
              </a:solidFill>
              <a:effectLst/>
              <a:latin typeface="Karla" pitchFamily="2"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Karla" pitchFamily="2" charset="0"/>
              </a:rPr>
              <a:t>Examined relationships between Quantity, Price/Unit, &amp; Total Spent.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Karla" pitchFamily="2" charset="0"/>
            </a:endParaRPr>
          </a:p>
        </p:txBody>
      </p:sp>
      <p:grpSp>
        <p:nvGrpSpPr>
          <p:cNvPr id="2" name="Google Shape;847;p39">
            <a:extLst>
              <a:ext uri="{FF2B5EF4-FFF2-40B4-BE49-F238E27FC236}">
                <a16:creationId xmlns:a16="http://schemas.microsoft.com/office/drawing/2014/main" id="{29A6405E-1518-8F41-75CB-CB87E57820AE}"/>
              </a:ext>
            </a:extLst>
          </p:cNvPr>
          <p:cNvGrpSpPr/>
          <p:nvPr/>
        </p:nvGrpSpPr>
        <p:grpSpPr>
          <a:xfrm>
            <a:off x="8451981" y="3291525"/>
            <a:ext cx="584400" cy="537600"/>
            <a:chOff x="8451981" y="3291525"/>
            <a:chExt cx="584400" cy="537600"/>
          </a:xfrm>
        </p:grpSpPr>
        <p:sp>
          <p:nvSpPr>
            <p:cNvPr id="4" name="Google Shape;848;p39">
              <a:extLst>
                <a:ext uri="{FF2B5EF4-FFF2-40B4-BE49-F238E27FC236}">
                  <a16:creationId xmlns:a16="http://schemas.microsoft.com/office/drawing/2014/main" id="{CF4FCC91-5C8F-D5FC-76FB-9D67998BE5F2}"/>
                </a:ext>
              </a:extLst>
            </p:cNvPr>
            <p:cNvSpPr/>
            <p:nvPr/>
          </p:nvSpPr>
          <p:spPr>
            <a:xfrm rot="-464232" flipH="1">
              <a:off x="8481237" y="3324789"/>
              <a:ext cx="525888" cy="471072"/>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49;p39">
              <a:extLst>
                <a:ext uri="{FF2B5EF4-FFF2-40B4-BE49-F238E27FC236}">
                  <a16:creationId xmlns:a16="http://schemas.microsoft.com/office/drawing/2014/main" id="{EA4B1469-E05D-8FDE-DA16-B1540735BA7C}"/>
                </a:ext>
              </a:extLst>
            </p:cNvPr>
            <p:cNvSpPr/>
            <p:nvPr/>
          </p:nvSpPr>
          <p:spPr>
            <a:xfrm rot="-1176097">
              <a:off x="8668124" y="3440793"/>
              <a:ext cx="152110" cy="239074"/>
            </a:xfrm>
            <a:custGeom>
              <a:avLst/>
              <a:gdLst/>
              <a:ahLst/>
              <a:cxnLst/>
              <a:rect l="l" t="t" r="r" b="b"/>
              <a:pathLst>
                <a:path w="1230" h="1933" extrusionOk="0">
                  <a:moveTo>
                    <a:pt x="542" y="483"/>
                  </a:moveTo>
                  <a:lnTo>
                    <a:pt x="542" y="791"/>
                  </a:lnTo>
                  <a:cubicBezTo>
                    <a:pt x="498" y="776"/>
                    <a:pt x="439" y="732"/>
                    <a:pt x="425" y="717"/>
                  </a:cubicBezTo>
                  <a:cubicBezTo>
                    <a:pt x="410" y="703"/>
                    <a:pt x="395" y="659"/>
                    <a:pt x="395" y="630"/>
                  </a:cubicBezTo>
                  <a:cubicBezTo>
                    <a:pt x="395" y="571"/>
                    <a:pt x="410" y="542"/>
                    <a:pt x="425" y="512"/>
                  </a:cubicBezTo>
                  <a:cubicBezTo>
                    <a:pt x="439" y="498"/>
                    <a:pt x="483" y="483"/>
                    <a:pt x="542" y="483"/>
                  </a:cubicBezTo>
                  <a:close/>
                  <a:moveTo>
                    <a:pt x="630" y="1157"/>
                  </a:moveTo>
                  <a:cubicBezTo>
                    <a:pt x="688" y="1171"/>
                    <a:pt x="717" y="1215"/>
                    <a:pt x="761" y="1230"/>
                  </a:cubicBezTo>
                  <a:cubicBezTo>
                    <a:pt x="776" y="1244"/>
                    <a:pt x="791" y="1288"/>
                    <a:pt x="791" y="1318"/>
                  </a:cubicBezTo>
                  <a:cubicBezTo>
                    <a:pt x="791" y="1376"/>
                    <a:pt x="791" y="1391"/>
                    <a:pt x="761" y="1435"/>
                  </a:cubicBezTo>
                  <a:cubicBezTo>
                    <a:pt x="732" y="1464"/>
                    <a:pt x="703" y="1493"/>
                    <a:pt x="630" y="1493"/>
                  </a:cubicBezTo>
                  <a:lnTo>
                    <a:pt x="630" y="1157"/>
                  </a:lnTo>
                  <a:close/>
                  <a:moveTo>
                    <a:pt x="556" y="0"/>
                  </a:moveTo>
                  <a:lnTo>
                    <a:pt x="556" y="190"/>
                  </a:lnTo>
                  <a:cubicBezTo>
                    <a:pt x="469" y="190"/>
                    <a:pt x="366" y="205"/>
                    <a:pt x="278" y="249"/>
                  </a:cubicBezTo>
                  <a:cubicBezTo>
                    <a:pt x="190" y="278"/>
                    <a:pt x="132" y="322"/>
                    <a:pt x="73" y="395"/>
                  </a:cubicBezTo>
                  <a:cubicBezTo>
                    <a:pt x="29" y="468"/>
                    <a:pt x="0" y="542"/>
                    <a:pt x="0" y="630"/>
                  </a:cubicBezTo>
                  <a:cubicBezTo>
                    <a:pt x="0" y="717"/>
                    <a:pt x="44" y="805"/>
                    <a:pt x="73" y="864"/>
                  </a:cubicBezTo>
                  <a:cubicBezTo>
                    <a:pt x="117" y="922"/>
                    <a:pt x="176" y="952"/>
                    <a:pt x="249" y="996"/>
                  </a:cubicBezTo>
                  <a:cubicBezTo>
                    <a:pt x="322" y="1025"/>
                    <a:pt x="395" y="1054"/>
                    <a:pt x="498" y="1083"/>
                  </a:cubicBezTo>
                  <a:cubicBezTo>
                    <a:pt x="512" y="1083"/>
                    <a:pt x="542" y="1098"/>
                    <a:pt x="556" y="1098"/>
                  </a:cubicBezTo>
                  <a:lnTo>
                    <a:pt x="556" y="1449"/>
                  </a:lnTo>
                  <a:cubicBezTo>
                    <a:pt x="498" y="1435"/>
                    <a:pt x="469" y="1420"/>
                    <a:pt x="439" y="1376"/>
                  </a:cubicBezTo>
                  <a:cubicBezTo>
                    <a:pt x="410" y="1361"/>
                    <a:pt x="395" y="1318"/>
                    <a:pt x="395" y="1274"/>
                  </a:cubicBezTo>
                  <a:lnTo>
                    <a:pt x="0" y="1274"/>
                  </a:lnTo>
                  <a:cubicBezTo>
                    <a:pt x="29" y="1420"/>
                    <a:pt x="73" y="1523"/>
                    <a:pt x="176" y="1596"/>
                  </a:cubicBezTo>
                  <a:cubicBezTo>
                    <a:pt x="278" y="1684"/>
                    <a:pt x="395" y="1727"/>
                    <a:pt x="556" y="1742"/>
                  </a:cubicBezTo>
                  <a:lnTo>
                    <a:pt x="556" y="1932"/>
                  </a:lnTo>
                  <a:lnTo>
                    <a:pt x="644" y="1932"/>
                  </a:lnTo>
                  <a:lnTo>
                    <a:pt x="644" y="1757"/>
                  </a:lnTo>
                  <a:cubicBezTo>
                    <a:pt x="776" y="1757"/>
                    <a:pt x="864" y="1742"/>
                    <a:pt x="952" y="1713"/>
                  </a:cubicBezTo>
                  <a:cubicBezTo>
                    <a:pt x="1025" y="1669"/>
                    <a:pt x="1098" y="1610"/>
                    <a:pt x="1142" y="1537"/>
                  </a:cubicBezTo>
                  <a:cubicBezTo>
                    <a:pt x="1171" y="1464"/>
                    <a:pt x="1201" y="1391"/>
                    <a:pt x="1230" y="1274"/>
                  </a:cubicBezTo>
                  <a:cubicBezTo>
                    <a:pt x="1230" y="1171"/>
                    <a:pt x="1215" y="1083"/>
                    <a:pt x="1157" y="1025"/>
                  </a:cubicBezTo>
                  <a:cubicBezTo>
                    <a:pt x="1127" y="981"/>
                    <a:pt x="1069" y="937"/>
                    <a:pt x="996" y="908"/>
                  </a:cubicBezTo>
                  <a:cubicBezTo>
                    <a:pt x="922" y="878"/>
                    <a:pt x="849" y="849"/>
                    <a:pt x="732" y="805"/>
                  </a:cubicBezTo>
                  <a:lnTo>
                    <a:pt x="659" y="791"/>
                  </a:lnTo>
                  <a:lnTo>
                    <a:pt x="659" y="468"/>
                  </a:lnTo>
                  <a:cubicBezTo>
                    <a:pt x="703" y="483"/>
                    <a:pt x="732" y="498"/>
                    <a:pt x="761" y="512"/>
                  </a:cubicBezTo>
                  <a:cubicBezTo>
                    <a:pt x="776" y="556"/>
                    <a:pt x="791" y="586"/>
                    <a:pt x="791" y="630"/>
                  </a:cubicBezTo>
                  <a:lnTo>
                    <a:pt x="1201" y="630"/>
                  </a:lnTo>
                  <a:cubicBezTo>
                    <a:pt x="1171" y="498"/>
                    <a:pt x="1127" y="395"/>
                    <a:pt x="1025" y="322"/>
                  </a:cubicBezTo>
                  <a:cubicBezTo>
                    <a:pt x="922" y="249"/>
                    <a:pt x="805" y="205"/>
                    <a:pt x="644" y="190"/>
                  </a:cubicBezTo>
                  <a:lnTo>
                    <a:pt x="6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61729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7"/>
        <p:cNvGrpSpPr/>
        <p:nvPr/>
      </p:nvGrpSpPr>
      <p:grpSpPr>
        <a:xfrm>
          <a:off x="0" y="0"/>
          <a:ext cx="0" cy="0"/>
          <a:chOff x="0" y="0"/>
          <a:chExt cx="0" cy="0"/>
        </a:xfrm>
      </p:grpSpPr>
      <p:grpSp>
        <p:nvGrpSpPr>
          <p:cNvPr id="800" name="Google Shape;800;p38"/>
          <p:cNvGrpSpPr/>
          <p:nvPr/>
        </p:nvGrpSpPr>
        <p:grpSpPr>
          <a:xfrm>
            <a:off x="6518115" y="3453419"/>
            <a:ext cx="1515064" cy="2015711"/>
            <a:chOff x="3775475" y="3181099"/>
            <a:chExt cx="1515064" cy="2015711"/>
          </a:xfrm>
        </p:grpSpPr>
        <p:sp>
          <p:nvSpPr>
            <p:cNvPr id="801" name="Google Shape;801;p38"/>
            <p:cNvSpPr/>
            <p:nvPr/>
          </p:nvSpPr>
          <p:spPr>
            <a:xfrm>
              <a:off x="3775475" y="4122125"/>
              <a:ext cx="1515064" cy="68230"/>
            </a:xfrm>
            <a:custGeom>
              <a:avLst/>
              <a:gdLst/>
              <a:ahLst/>
              <a:cxnLst/>
              <a:rect l="l" t="t" r="r" b="b"/>
              <a:pathLst>
                <a:path w="20496" h="923" extrusionOk="0">
                  <a:moveTo>
                    <a:pt x="0" y="0"/>
                  </a:moveTo>
                  <a:lnTo>
                    <a:pt x="0" y="923"/>
                  </a:lnTo>
                  <a:lnTo>
                    <a:pt x="20495" y="923"/>
                  </a:lnTo>
                  <a:lnTo>
                    <a:pt x="2049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8"/>
            <p:cNvSpPr/>
            <p:nvPr/>
          </p:nvSpPr>
          <p:spPr>
            <a:xfrm>
              <a:off x="3865290" y="4190281"/>
              <a:ext cx="53075" cy="1006529"/>
            </a:xfrm>
            <a:custGeom>
              <a:avLst/>
              <a:gdLst/>
              <a:ahLst/>
              <a:cxnLst/>
              <a:rect l="l" t="t" r="r" b="b"/>
              <a:pathLst>
                <a:path w="718" h="13616" extrusionOk="0">
                  <a:moveTo>
                    <a:pt x="0" y="1"/>
                  </a:moveTo>
                  <a:lnTo>
                    <a:pt x="0" y="13454"/>
                  </a:lnTo>
                  <a:lnTo>
                    <a:pt x="351" y="13615"/>
                  </a:lnTo>
                  <a:lnTo>
                    <a:pt x="7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8"/>
            <p:cNvSpPr/>
            <p:nvPr/>
          </p:nvSpPr>
          <p:spPr>
            <a:xfrm>
              <a:off x="5192046" y="4190281"/>
              <a:ext cx="53075" cy="1006529"/>
            </a:xfrm>
            <a:custGeom>
              <a:avLst/>
              <a:gdLst/>
              <a:ahLst/>
              <a:cxnLst/>
              <a:rect l="l" t="t" r="r" b="b"/>
              <a:pathLst>
                <a:path w="718" h="13616" extrusionOk="0">
                  <a:moveTo>
                    <a:pt x="0" y="1"/>
                  </a:moveTo>
                  <a:lnTo>
                    <a:pt x="0" y="13454"/>
                  </a:lnTo>
                  <a:lnTo>
                    <a:pt x="366" y="13615"/>
                  </a:lnTo>
                  <a:lnTo>
                    <a:pt x="7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8"/>
            <p:cNvSpPr/>
            <p:nvPr/>
          </p:nvSpPr>
          <p:spPr>
            <a:xfrm>
              <a:off x="3891237" y="4589607"/>
              <a:ext cx="1300844" cy="40140"/>
            </a:xfrm>
            <a:custGeom>
              <a:avLst/>
              <a:gdLst/>
              <a:ahLst/>
              <a:cxnLst/>
              <a:rect l="l" t="t" r="r" b="b"/>
              <a:pathLst>
                <a:path w="17598" h="543" extrusionOk="0">
                  <a:moveTo>
                    <a:pt x="0" y="1"/>
                  </a:moveTo>
                  <a:lnTo>
                    <a:pt x="0" y="264"/>
                  </a:lnTo>
                  <a:lnTo>
                    <a:pt x="17597" y="542"/>
                  </a:lnTo>
                  <a:lnTo>
                    <a:pt x="17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8"/>
            <p:cNvSpPr/>
            <p:nvPr/>
          </p:nvSpPr>
          <p:spPr>
            <a:xfrm>
              <a:off x="3891237" y="3873230"/>
              <a:ext cx="263820" cy="251115"/>
            </a:xfrm>
            <a:custGeom>
              <a:avLst/>
              <a:gdLst/>
              <a:ahLst/>
              <a:cxnLst/>
              <a:rect l="l" t="t" r="r" b="b"/>
              <a:pathLst>
                <a:path w="3569" h="3397" extrusionOk="0">
                  <a:moveTo>
                    <a:pt x="3058" y="1369"/>
                  </a:moveTo>
                  <a:cubicBezTo>
                    <a:pt x="3208" y="1369"/>
                    <a:pt x="3351" y="1459"/>
                    <a:pt x="3382" y="1728"/>
                  </a:cubicBezTo>
                  <a:cubicBezTo>
                    <a:pt x="3441" y="2196"/>
                    <a:pt x="2723" y="2328"/>
                    <a:pt x="2723" y="2328"/>
                  </a:cubicBezTo>
                  <a:lnTo>
                    <a:pt x="2723" y="1508"/>
                  </a:lnTo>
                  <a:cubicBezTo>
                    <a:pt x="2797" y="1434"/>
                    <a:pt x="2930" y="1369"/>
                    <a:pt x="3058" y="1369"/>
                  </a:cubicBezTo>
                  <a:close/>
                  <a:moveTo>
                    <a:pt x="0" y="0"/>
                  </a:moveTo>
                  <a:lnTo>
                    <a:pt x="162" y="3397"/>
                  </a:lnTo>
                  <a:lnTo>
                    <a:pt x="2738" y="3353"/>
                  </a:lnTo>
                  <a:lnTo>
                    <a:pt x="2723" y="2547"/>
                  </a:lnTo>
                  <a:lnTo>
                    <a:pt x="2723" y="2547"/>
                  </a:lnTo>
                  <a:cubicBezTo>
                    <a:pt x="2723" y="2547"/>
                    <a:pt x="2730" y="2548"/>
                    <a:pt x="2743" y="2548"/>
                  </a:cubicBezTo>
                  <a:cubicBezTo>
                    <a:pt x="2870" y="2548"/>
                    <a:pt x="3569" y="2512"/>
                    <a:pt x="3529" y="1713"/>
                  </a:cubicBezTo>
                  <a:cubicBezTo>
                    <a:pt x="3493" y="1186"/>
                    <a:pt x="3205" y="1081"/>
                    <a:pt x="2980" y="1081"/>
                  </a:cubicBezTo>
                  <a:cubicBezTo>
                    <a:pt x="2831" y="1081"/>
                    <a:pt x="2709" y="1127"/>
                    <a:pt x="2709" y="1127"/>
                  </a:cubicBezTo>
                  <a:lnTo>
                    <a:pt x="27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8"/>
            <p:cNvSpPr/>
            <p:nvPr/>
          </p:nvSpPr>
          <p:spPr>
            <a:xfrm>
              <a:off x="3887985" y="3181099"/>
              <a:ext cx="215403" cy="667668"/>
            </a:xfrm>
            <a:custGeom>
              <a:avLst/>
              <a:gdLst/>
              <a:ahLst/>
              <a:cxnLst/>
              <a:rect l="l" t="t" r="r" b="b"/>
              <a:pathLst>
                <a:path w="2914" h="9032" extrusionOk="0">
                  <a:moveTo>
                    <a:pt x="1346" y="1"/>
                  </a:moveTo>
                  <a:cubicBezTo>
                    <a:pt x="1176" y="1"/>
                    <a:pt x="1084" y="56"/>
                    <a:pt x="1084" y="96"/>
                  </a:cubicBezTo>
                  <a:cubicBezTo>
                    <a:pt x="1084" y="170"/>
                    <a:pt x="1245" y="213"/>
                    <a:pt x="1421" y="360"/>
                  </a:cubicBezTo>
                  <a:cubicBezTo>
                    <a:pt x="1611" y="536"/>
                    <a:pt x="1860" y="828"/>
                    <a:pt x="1831" y="1224"/>
                  </a:cubicBezTo>
                  <a:cubicBezTo>
                    <a:pt x="1816" y="1429"/>
                    <a:pt x="1743" y="1634"/>
                    <a:pt x="1596" y="1795"/>
                  </a:cubicBezTo>
                  <a:cubicBezTo>
                    <a:pt x="1450" y="1970"/>
                    <a:pt x="1201" y="2146"/>
                    <a:pt x="879" y="2366"/>
                  </a:cubicBezTo>
                  <a:cubicBezTo>
                    <a:pt x="733" y="2468"/>
                    <a:pt x="557" y="2614"/>
                    <a:pt x="410" y="2805"/>
                  </a:cubicBezTo>
                  <a:cubicBezTo>
                    <a:pt x="264" y="2995"/>
                    <a:pt x="118" y="3215"/>
                    <a:pt x="59" y="3537"/>
                  </a:cubicBezTo>
                  <a:cubicBezTo>
                    <a:pt x="1" y="3844"/>
                    <a:pt x="74" y="4195"/>
                    <a:pt x="249" y="4444"/>
                  </a:cubicBezTo>
                  <a:cubicBezTo>
                    <a:pt x="410" y="4708"/>
                    <a:pt x="630" y="4883"/>
                    <a:pt x="806" y="5015"/>
                  </a:cubicBezTo>
                  <a:cubicBezTo>
                    <a:pt x="1201" y="5264"/>
                    <a:pt x="1538" y="5454"/>
                    <a:pt x="1743" y="5630"/>
                  </a:cubicBezTo>
                  <a:cubicBezTo>
                    <a:pt x="1860" y="5733"/>
                    <a:pt x="1889" y="5806"/>
                    <a:pt x="1904" y="5879"/>
                  </a:cubicBezTo>
                  <a:cubicBezTo>
                    <a:pt x="1948" y="5952"/>
                    <a:pt x="1933" y="6025"/>
                    <a:pt x="1889" y="6113"/>
                  </a:cubicBezTo>
                  <a:cubicBezTo>
                    <a:pt x="1860" y="6201"/>
                    <a:pt x="1787" y="6318"/>
                    <a:pt x="1684" y="6406"/>
                  </a:cubicBezTo>
                  <a:cubicBezTo>
                    <a:pt x="1596" y="6508"/>
                    <a:pt x="1508" y="6582"/>
                    <a:pt x="1377" y="6684"/>
                  </a:cubicBezTo>
                  <a:cubicBezTo>
                    <a:pt x="1128" y="6860"/>
                    <a:pt x="850" y="7021"/>
                    <a:pt x="630" y="7270"/>
                  </a:cubicBezTo>
                  <a:cubicBezTo>
                    <a:pt x="513" y="7372"/>
                    <a:pt x="410" y="7504"/>
                    <a:pt x="337" y="7636"/>
                  </a:cubicBezTo>
                  <a:cubicBezTo>
                    <a:pt x="249" y="7782"/>
                    <a:pt x="206" y="7943"/>
                    <a:pt x="191" y="8075"/>
                  </a:cubicBezTo>
                  <a:cubicBezTo>
                    <a:pt x="176" y="8338"/>
                    <a:pt x="220" y="8587"/>
                    <a:pt x="337" y="8748"/>
                  </a:cubicBezTo>
                  <a:cubicBezTo>
                    <a:pt x="440" y="8909"/>
                    <a:pt x="586" y="8997"/>
                    <a:pt x="689" y="9026"/>
                  </a:cubicBezTo>
                  <a:cubicBezTo>
                    <a:pt x="714" y="9030"/>
                    <a:pt x="737" y="9032"/>
                    <a:pt x="757" y="9032"/>
                  </a:cubicBezTo>
                  <a:cubicBezTo>
                    <a:pt x="817" y="9032"/>
                    <a:pt x="850" y="9016"/>
                    <a:pt x="850" y="8983"/>
                  </a:cubicBezTo>
                  <a:cubicBezTo>
                    <a:pt x="864" y="8909"/>
                    <a:pt x="718" y="8822"/>
                    <a:pt x="689" y="8602"/>
                  </a:cubicBezTo>
                  <a:cubicBezTo>
                    <a:pt x="659" y="8485"/>
                    <a:pt x="689" y="8338"/>
                    <a:pt x="733" y="8192"/>
                  </a:cubicBezTo>
                  <a:cubicBezTo>
                    <a:pt x="776" y="8119"/>
                    <a:pt x="806" y="8046"/>
                    <a:pt x="864" y="8002"/>
                  </a:cubicBezTo>
                  <a:cubicBezTo>
                    <a:pt x="923" y="7929"/>
                    <a:pt x="996" y="7870"/>
                    <a:pt x="1084" y="7797"/>
                  </a:cubicBezTo>
                  <a:cubicBezTo>
                    <a:pt x="1274" y="7665"/>
                    <a:pt x="1523" y="7533"/>
                    <a:pt x="1816" y="7372"/>
                  </a:cubicBezTo>
                  <a:cubicBezTo>
                    <a:pt x="1962" y="7299"/>
                    <a:pt x="2153" y="7167"/>
                    <a:pt x="2299" y="7050"/>
                  </a:cubicBezTo>
                  <a:cubicBezTo>
                    <a:pt x="2445" y="6918"/>
                    <a:pt x="2606" y="6728"/>
                    <a:pt x="2709" y="6508"/>
                  </a:cubicBezTo>
                  <a:cubicBezTo>
                    <a:pt x="2826" y="6289"/>
                    <a:pt x="2914" y="5981"/>
                    <a:pt x="2841" y="5689"/>
                  </a:cubicBezTo>
                  <a:cubicBezTo>
                    <a:pt x="2826" y="5542"/>
                    <a:pt x="2767" y="5396"/>
                    <a:pt x="2694" y="5264"/>
                  </a:cubicBezTo>
                  <a:cubicBezTo>
                    <a:pt x="2636" y="5191"/>
                    <a:pt x="2606" y="5147"/>
                    <a:pt x="2562" y="5088"/>
                  </a:cubicBezTo>
                  <a:cubicBezTo>
                    <a:pt x="2533" y="5030"/>
                    <a:pt x="2475" y="5001"/>
                    <a:pt x="2445" y="4942"/>
                  </a:cubicBezTo>
                  <a:cubicBezTo>
                    <a:pt x="2079" y="4576"/>
                    <a:pt x="1684" y="4386"/>
                    <a:pt x="1391" y="4195"/>
                  </a:cubicBezTo>
                  <a:cubicBezTo>
                    <a:pt x="1245" y="4093"/>
                    <a:pt x="1142" y="3990"/>
                    <a:pt x="1084" y="3917"/>
                  </a:cubicBezTo>
                  <a:cubicBezTo>
                    <a:pt x="1055" y="3873"/>
                    <a:pt x="1025" y="3844"/>
                    <a:pt x="1025" y="3800"/>
                  </a:cubicBezTo>
                  <a:cubicBezTo>
                    <a:pt x="1011" y="3771"/>
                    <a:pt x="1011" y="3727"/>
                    <a:pt x="1011" y="3698"/>
                  </a:cubicBezTo>
                  <a:cubicBezTo>
                    <a:pt x="1025" y="3595"/>
                    <a:pt x="1084" y="3493"/>
                    <a:pt x="1157" y="3376"/>
                  </a:cubicBezTo>
                  <a:cubicBezTo>
                    <a:pt x="1245" y="3273"/>
                    <a:pt x="1347" y="3185"/>
                    <a:pt x="1465" y="3068"/>
                  </a:cubicBezTo>
                  <a:cubicBezTo>
                    <a:pt x="1728" y="2878"/>
                    <a:pt x="2035" y="2629"/>
                    <a:pt x="2270" y="2307"/>
                  </a:cubicBezTo>
                  <a:cubicBezTo>
                    <a:pt x="2401" y="2146"/>
                    <a:pt x="2489" y="1941"/>
                    <a:pt x="2533" y="1751"/>
                  </a:cubicBezTo>
                  <a:cubicBezTo>
                    <a:pt x="2592" y="1575"/>
                    <a:pt x="2592" y="1370"/>
                    <a:pt x="2562" y="1209"/>
                  </a:cubicBezTo>
                  <a:cubicBezTo>
                    <a:pt x="2533" y="858"/>
                    <a:pt x="2372" y="565"/>
                    <a:pt x="2182" y="389"/>
                  </a:cubicBezTo>
                  <a:cubicBezTo>
                    <a:pt x="1977" y="184"/>
                    <a:pt x="1772" y="96"/>
                    <a:pt x="1611" y="38"/>
                  </a:cubicBezTo>
                  <a:cubicBezTo>
                    <a:pt x="1509" y="11"/>
                    <a:pt x="1420" y="1"/>
                    <a:pt x="1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8"/>
            <p:cNvSpPr/>
            <p:nvPr/>
          </p:nvSpPr>
          <p:spPr>
            <a:xfrm>
              <a:off x="4910994" y="3873230"/>
              <a:ext cx="263747" cy="251115"/>
            </a:xfrm>
            <a:custGeom>
              <a:avLst/>
              <a:gdLst/>
              <a:ahLst/>
              <a:cxnLst/>
              <a:rect l="l" t="t" r="r" b="b"/>
              <a:pathLst>
                <a:path w="3568" h="3397" extrusionOk="0">
                  <a:moveTo>
                    <a:pt x="487" y="1366"/>
                  </a:moveTo>
                  <a:cubicBezTo>
                    <a:pt x="614" y="1366"/>
                    <a:pt x="750" y="1426"/>
                    <a:pt x="830" y="1493"/>
                  </a:cubicBezTo>
                  <a:lnTo>
                    <a:pt x="830" y="2313"/>
                  </a:lnTo>
                  <a:cubicBezTo>
                    <a:pt x="830" y="2314"/>
                    <a:pt x="829" y="2314"/>
                    <a:pt x="825" y="2314"/>
                  </a:cubicBezTo>
                  <a:cubicBezTo>
                    <a:pt x="763" y="2314"/>
                    <a:pt x="116" y="2173"/>
                    <a:pt x="172" y="1713"/>
                  </a:cubicBezTo>
                  <a:cubicBezTo>
                    <a:pt x="195" y="1451"/>
                    <a:pt x="335" y="1366"/>
                    <a:pt x="487" y="1366"/>
                  </a:cubicBezTo>
                  <a:close/>
                  <a:moveTo>
                    <a:pt x="860" y="0"/>
                  </a:moveTo>
                  <a:lnTo>
                    <a:pt x="860" y="1127"/>
                  </a:lnTo>
                  <a:cubicBezTo>
                    <a:pt x="854" y="1127"/>
                    <a:pt x="726" y="1081"/>
                    <a:pt x="573" y="1081"/>
                  </a:cubicBezTo>
                  <a:cubicBezTo>
                    <a:pt x="344" y="1081"/>
                    <a:pt x="57" y="1186"/>
                    <a:pt x="40" y="1713"/>
                  </a:cubicBezTo>
                  <a:cubicBezTo>
                    <a:pt x="1" y="2502"/>
                    <a:pt x="660" y="2548"/>
                    <a:pt x="813" y="2548"/>
                  </a:cubicBezTo>
                  <a:cubicBezTo>
                    <a:pt x="834" y="2548"/>
                    <a:pt x="845" y="2547"/>
                    <a:pt x="845" y="2547"/>
                  </a:cubicBezTo>
                  <a:lnTo>
                    <a:pt x="845" y="2547"/>
                  </a:lnTo>
                  <a:lnTo>
                    <a:pt x="816" y="3353"/>
                  </a:lnTo>
                  <a:lnTo>
                    <a:pt x="3407" y="3397"/>
                  </a:lnTo>
                  <a:lnTo>
                    <a:pt x="356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8"/>
            <p:cNvSpPr/>
            <p:nvPr/>
          </p:nvSpPr>
          <p:spPr>
            <a:xfrm>
              <a:off x="4959339" y="3181173"/>
              <a:ext cx="214368" cy="668703"/>
            </a:xfrm>
            <a:custGeom>
              <a:avLst/>
              <a:gdLst/>
              <a:ahLst/>
              <a:cxnLst/>
              <a:rect l="l" t="t" r="r" b="b"/>
              <a:pathLst>
                <a:path w="2900" h="9046" extrusionOk="0">
                  <a:moveTo>
                    <a:pt x="1622" y="1"/>
                  </a:moveTo>
                  <a:cubicBezTo>
                    <a:pt x="1535" y="1"/>
                    <a:pt x="1424" y="15"/>
                    <a:pt x="1289" y="51"/>
                  </a:cubicBezTo>
                  <a:cubicBezTo>
                    <a:pt x="1099" y="110"/>
                    <a:pt x="908" y="212"/>
                    <a:pt x="718" y="403"/>
                  </a:cubicBezTo>
                  <a:cubicBezTo>
                    <a:pt x="542" y="578"/>
                    <a:pt x="367" y="871"/>
                    <a:pt x="337" y="1223"/>
                  </a:cubicBezTo>
                  <a:cubicBezTo>
                    <a:pt x="323" y="1384"/>
                    <a:pt x="337" y="1589"/>
                    <a:pt x="367" y="1764"/>
                  </a:cubicBezTo>
                  <a:cubicBezTo>
                    <a:pt x="425" y="1955"/>
                    <a:pt x="513" y="2160"/>
                    <a:pt x="630" y="2321"/>
                  </a:cubicBezTo>
                  <a:cubicBezTo>
                    <a:pt x="864" y="2643"/>
                    <a:pt x="1172" y="2862"/>
                    <a:pt x="1435" y="3082"/>
                  </a:cubicBezTo>
                  <a:cubicBezTo>
                    <a:pt x="1567" y="3184"/>
                    <a:pt x="1670" y="3287"/>
                    <a:pt x="1743" y="3404"/>
                  </a:cubicBezTo>
                  <a:cubicBezTo>
                    <a:pt x="1831" y="3506"/>
                    <a:pt x="1875" y="3638"/>
                    <a:pt x="1889" y="3711"/>
                  </a:cubicBezTo>
                  <a:cubicBezTo>
                    <a:pt x="1889" y="3741"/>
                    <a:pt x="1889" y="3785"/>
                    <a:pt x="1875" y="3814"/>
                  </a:cubicBezTo>
                  <a:lnTo>
                    <a:pt x="1816" y="3931"/>
                  </a:lnTo>
                  <a:cubicBezTo>
                    <a:pt x="1757" y="4004"/>
                    <a:pt x="1655" y="4092"/>
                    <a:pt x="1509" y="4209"/>
                  </a:cubicBezTo>
                  <a:cubicBezTo>
                    <a:pt x="1216" y="4429"/>
                    <a:pt x="835" y="4590"/>
                    <a:pt x="469" y="4956"/>
                  </a:cubicBezTo>
                  <a:cubicBezTo>
                    <a:pt x="425" y="5014"/>
                    <a:pt x="367" y="5044"/>
                    <a:pt x="337" y="5102"/>
                  </a:cubicBezTo>
                  <a:cubicBezTo>
                    <a:pt x="279" y="5175"/>
                    <a:pt x="250" y="5234"/>
                    <a:pt x="206" y="5292"/>
                  </a:cubicBezTo>
                  <a:cubicBezTo>
                    <a:pt x="132" y="5410"/>
                    <a:pt x="74" y="5556"/>
                    <a:pt x="59" y="5702"/>
                  </a:cubicBezTo>
                  <a:cubicBezTo>
                    <a:pt x="1" y="5995"/>
                    <a:pt x="74" y="6317"/>
                    <a:pt x="191" y="6537"/>
                  </a:cubicBezTo>
                  <a:cubicBezTo>
                    <a:pt x="293" y="6756"/>
                    <a:pt x="469" y="6917"/>
                    <a:pt x="616" y="7064"/>
                  </a:cubicBezTo>
                  <a:cubicBezTo>
                    <a:pt x="777" y="7196"/>
                    <a:pt x="938" y="7313"/>
                    <a:pt x="1084" y="7386"/>
                  </a:cubicBezTo>
                  <a:cubicBezTo>
                    <a:pt x="1391" y="7562"/>
                    <a:pt x="1640" y="7679"/>
                    <a:pt x="1816" y="7810"/>
                  </a:cubicBezTo>
                  <a:cubicBezTo>
                    <a:pt x="1889" y="7884"/>
                    <a:pt x="1977" y="7942"/>
                    <a:pt x="2036" y="8015"/>
                  </a:cubicBezTo>
                  <a:cubicBezTo>
                    <a:pt x="2094" y="8074"/>
                    <a:pt x="2123" y="8147"/>
                    <a:pt x="2167" y="8220"/>
                  </a:cubicBezTo>
                  <a:cubicBezTo>
                    <a:pt x="2226" y="8367"/>
                    <a:pt x="2240" y="8513"/>
                    <a:pt x="2226" y="8616"/>
                  </a:cubicBezTo>
                  <a:cubicBezTo>
                    <a:pt x="2182" y="8835"/>
                    <a:pt x="2036" y="8923"/>
                    <a:pt x="2050" y="8996"/>
                  </a:cubicBezTo>
                  <a:cubicBezTo>
                    <a:pt x="2072" y="9029"/>
                    <a:pt x="2102" y="9046"/>
                    <a:pt x="2159" y="9046"/>
                  </a:cubicBezTo>
                  <a:cubicBezTo>
                    <a:pt x="2178" y="9046"/>
                    <a:pt x="2200" y="9044"/>
                    <a:pt x="2226" y="9040"/>
                  </a:cubicBezTo>
                  <a:cubicBezTo>
                    <a:pt x="2314" y="9025"/>
                    <a:pt x="2460" y="8923"/>
                    <a:pt x="2563" y="8762"/>
                  </a:cubicBezTo>
                  <a:cubicBezTo>
                    <a:pt x="2680" y="8601"/>
                    <a:pt x="2753" y="8367"/>
                    <a:pt x="2709" y="8089"/>
                  </a:cubicBezTo>
                  <a:cubicBezTo>
                    <a:pt x="2694" y="7942"/>
                    <a:pt x="2665" y="7796"/>
                    <a:pt x="2563" y="7649"/>
                  </a:cubicBezTo>
                  <a:cubicBezTo>
                    <a:pt x="2489" y="7518"/>
                    <a:pt x="2387" y="7386"/>
                    <a:pt x="2270" y="7283"/>
                  </a:cubicBezTo>
                  <a:cubicBezTo>
                    <a:pt x="2036" y="7049"/>
                    <a:pt x="1757" y="6873"/>
                    <a:pt x="1523" y="6698"/>
                  </a:cubicBezTo>
                  <a:cubicBezTo>
                    <a:pt x="1391" y="6610"/>
                    <a:pt x="1304" y="6507"/>
                    <a:pt x="1216" y="6420"/>
                  </a:cubicBezTo>
                  <a:cubicBezTo>
                    <a:pt x="1128" y="6332"/>
                    <a:pt x="1055" y="6215"/>
                    <a:pt x="1011" y="6127"/>
                  </a:cubicBezTo>
                  <a:cubicBezTo>
                    <a:pt x="967" y="6039"/>
                    <a:pt x="967" y="5966"/>
                    <a:pt x="996" y="5893"/>
                  </a:cubicBezTo>
                  <a:cubicBezTo>
                    <a:pt x="1011" y="5819"/>
                    <a:pt x="1040" y="5746"/>
                    <a:pt x="1157" y="5658"/>
                  </a:cubicBezTo>
                  <a:cubicBezTo>
                    <a:pt x="1333" y="5468"/>
                    <a:pt x="1699" y="5307"/>
                    <a:pt x="2094" y="5029"/>
                  </a:cubicBezTo>
                  <a:cubicBezTo>
                    <a:pt x="2270" y="4897"/>
                    <a:pt x="2489" y="4736"/>
                    <a:pt x="2650" y="4458"/>
                  </a:cubicBezTo>
                  <a:cubicBezTo>
                    <a:pt x="2826" y="4194"/>
                    <a:pt x="2899" y="3858"/>
                    <a:pt x="2841" y="3550"/>
                  </a:cubicBezTo>
                  <a:cubicBezTo>
                    <a:pt x="2782" y="3243"/>
                    <a:pt x="2636" y="2994"/>
                    <a:pt x="2489" y="2818"/>
                  </a:cubicBezTo>
                  <a:cubicBezTo>
                    <a:pt x="2343" y="2628"/>
                    <a:pt x="2182" y="2482"/>
                    <a:pt x="2021" y="2379"/>
                  </a:cubicBezTo>
                  <a:cubicBezTo>
                    <a:pt x="1713" y="2145"/>
                    <a:pt x="1450" y="1999"/>
                    <a:pt x="1304" y="1808"/>
                  </a:cubicBezTo>
                  <a:cubicBezTo>
                    <a:pt x="1143" y="1647"/>
                    <a:pt x="1084" y="1442"/>
                    <a:pt x="1069" y="1237"/>
                  </a:cubicBezTo>
                  <a:cubicBezTo>
                    <a:pt x="1055" y="842"/>
                    <a:pt x="1289" y="549"/>
                    <a:pt x="1494" y="388"/>
                  </a:cubicBezTo>
                  <a:cubicBezTo>
                    <a:pt x="1684" y="212"/>
                    <a:pt x="1860" y="169"/>
                    <a:pt x="1860" y="95"/>
                  </a:cubicBezTo>
                  <a:cubicBezTo>
                    <a:pt x="1860" y="48"/>
                    <a:pt x="1781" y="1"/>
                    <a:pt x="16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 name="Google Shape;809;p38"/>
          <p:cNvGrpSpPr/>
          <p:nvPr/>
        </p:nvGrpSpPr>
        <p:grpSpPr>
          <a:xfrm>
            <a:off x="5387938" y="3690890"/>
            <a:ext cx="1044556" cy="1849595"/>
            <a:chOff x="311967" y="3329599"/>
            <a:chExt cx="1044556" cy="1849595"/>
          </a:xfrm>
        </p:grpSpPr>
        <p:sp>
          <p:nvSpPr>
            <p:cNvPr id="810" name="Google Shape;810;p38"/>
            <p:cNvSpPr/>
            <p:nvPr/>
          </p:nvSpPr>
          <p:spPr>
            <a:xfrm flipH="1">
              <a:off x="655040" y="4099984"/>
              <a:ext cx="115048" cy="1079210"/>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8"/>
            <p:cNvSpPr/>
            <p:nvPr/>
          </p:nvSpPr>
          <p:spPr>
            <a:xfrm flipH="1">
              <a:off x="784098" y="4109586"/>
              <a:ext cx="147651" cy="1063891"/>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8"/>
            <p:cNvSpPr/>
            <p:nvPr/>
          </p:nvSpPr>
          <p:spPr>
            <a:xfrm flipH="1">
              <a:off x="384746" y="4099984"/>
              <a:ext cx="304817" cy="1073492"/>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8"/>
            <p:cNvSpPr/>
            <p:nvPr/>
          </p:nvSpPr>
          <p:spPr>
            <a:xfrm flipH="1">
              <a:off x="571983" y="4524915"/>
              <a:ext cx="265187" cy="2112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8"/>
            <p:cNvSpPr/>
            <p:nvPr/>
          </p:nvSpPr>
          <p:spPr>
            <a:xfrm flipH="1">
              <a:off x="311967" y="3329599"/>
              <a:ext cx="1044556" cy="812626"/>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8"/>
            <p:cNvSpPr/>
            <p:nvPr/>
          </p:nvSpPr>
          <p:spPr>
            <a:xfrm flipH="1">
              <a:off x="324974" y="33298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8"/>
            <p:cNvSpPr/>
            <p:nvPr/>
          </p:nvSpPr>
          <p:spPr>
            <a:xfrm flipH="1">
              <a:off x="584400" y="3614123"/>
              <a:ext cx="31992" cy="41594"/>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8"/>
            <p:cNvSpPr/>
            <p:nvPr/>
          </p:nvSpPr>
          <p:spPr>
            <a:xfrm flipH="1">
              <a:off x="565851" y="3543200"/>
              <a:ext cx="49275" cy="193653"/>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8"/>
            <p:cNvSpPr/>
            <p:nvPr/>
          </p:nvSpPr>
          <p:spPr>
            <a:xfrm flipH="1">
              <a:off x="592693" y="3607751"/>
              <a:ext cx="60099" cy="4796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 name="Google Shape;819;p38"/>
          <p:cNvGrpSpPr/>
          <p:nvPr/>
        </p:nvGrpSpPr>
        <p:grpSpPr>
          <a:xfrm>
            <a:off x="8079081" y="3690890"/>
            <a:ext cx="1044556" cy="1849595"/>
            <a:chOff x="5681342" y="3347199"/>
            <a:chExt cx="1044556" cy="1849595"/>
          </a:xfrm>
        </p:grpSpPr>
        <p:sp>
          <p:nvSpPr>
            <p:cNvPr id="820" name="Google Shape;820;p38"/>
            <p:cNvSpPr/>
            <p:nvPr/>
          </p:nvSpPr>
          <p:spPr>
            <a:xfrm>
              <a:off x="6267778" y="4117584"/>
              <a:ext cx="115048" cy="1079210"/>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8"/>
            <p:cNvSpPr/>
            <p:nvPr/>
          </p:nvSpPr>
          <p:spPr>
            <a:xfrm>
              <a:off x="6106117" y="4127186"/>
              <a:ext cx="147651" cy="1063891"/>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8"/>
            <p:cNvSpPr/>
            <p:nvPr/>
          </p:nvSpPr>
          <p:spPr>
            <a:xfrm>
              <a:off x="6348303" y="4117584"/>
              <a:ext cx="304817" cy="1073492"/>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8"/>
            <p:cNvSpPr/>
            <p:nvPr/>
          </p:nvSpPr>
          <p:spPr>
            <a:xfrm>
              <a:off x="6200696" y="4542515"/>
              <a:ext cx="265187" cy="2112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8"/>
            <p:cNvSpPr/>
            <p:nvPr/>
          </p:nvSpPr>
          <p:spPr>
            <a:xfrm>
              <a:off x="5681342" y="3347199"/>
              <a:ext cx="1044556" cy="812626"/>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8"/>
            <p:cNvSpPr/>
            <p:nvPr/>
          </p:nvSpPr>
          <p:spPr>
            <a:xfrm>
              <a:off x="5716739" y="33474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8"/>
            <p:cNvSpPr/>
            <p:nvPr/>
          </p:nvSpPr>
          <p:spPr>
            <a:xfrm>
              <a:off x="6421474" y="3631723"/>
              <a:ext cx="31992" cy="41594"/>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8"/>
            <p:cNvSpPr/>
            <p:nvPr/>
          </p:nvSpPr>
          <p:spPr>
            <a:xfrm>
              <a:off x="6422739" y="3560800"/>
              <a:ext cx="49275" cy="193653"/>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8"/>
            <p:cNvSpPr/>
            <p:nvPr/>
          </p:nvSpPr>
          <p:spPr>
            <a:xfrm>
              <a:off x="6385074" y="3625351"/>
              <a:ext cx="60099" cy="4796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8"/>
            <p:cNvSpPr/>
            <p:nvPr/>
          </p:nvSpPr>
          <p:spPr>
            <a:xfrm>
              <a:off x="5716739" y="33474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 name="Google Shape;799;p38"/>
          <p:cNvSpPr txBox="1">
            <a:spLocks noGrp="1"/>
          </p:cNvSpPr>
          <p:nvPr>
            <p:ph type="ctrTitle"/>
          </p:nvPr>
        </p:nvSpPr>
        <p:spPr>
          <a:xfrm flipH="1">
            <a:off x="2717713" y="173571"/>
            <a:ext cx="3985430" cy="44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Statistical Analysis</a:t>
            </a:r>
            <a:endParaRPr dirty="0"/>
          </a:p>
        </p:txBody>
      </p:sp>
      <p:pic>
        <p:nvPicPr>
          <p:cNvPr id="3" name="Picture 2">
            <a:extLst>
              <a:ext uri="{FF2B5EF4-FFF2-40B4-BE49-F238E27FC236}">
                <a16:creationId xmlns:a16="http://schemas.microsoft.com/office/drawing/2014/main" id="{C286F8C5-CB56-FAB1-B83F-AFEF6CB919A9}"/>
              </a:ext>
            </a:extLst>
          </p:cNvPr>
          <p:cNvPicPr>
            <a:picLocks noChangeAspect="1"/>
          </p:cNvPicPr>
          <p:nvPr/>
        </p:nvPicPr>
        <p:blipFill>
          <a:blip r:embed="rId3"/>
          <a:stretch>
            <a:fillRect/>
          </a:stretch>
        </p:blipFill>
        <p:spPr>
          <a:xfrm>
            <a:off x="93141" y="621771"/>
            <a:ext cx="5235025" cy="4240156"/>
          </a:xfrm>
          <a:prstGeom prst="rect">
            <a:avLst/>
          </a:prstGeom>
        </p:spPr>
      </p:pic>
      <p:sp>
        <p:nvSpPr>
          <p:cNvPr id="4" name="Google Shape;799;p38">
            <a:extLst>
              <a:ext uri="{FF2B5EF4-FFF2-40B4-BE49-F238E27FC236}">
                <a16:creationId xmlns:a16="http://schemas.microsoft.com/office/drawing/2014/main" id="{5EA2B1C9-6EDE-D4A9-E25E-5E99198D7A4B}"/>
              </a:ext>
            </a:extLst>
          </p:cNvPr>
          <p:cNvSpPr txBox="1">
            <a:spLocks/>
          </p:cNvSpPr>
          <p:nvPr/>
        </p:nvSpPr>
        <p:spPr>
          <a:xfrm flipH="1">
            <a:off x="5291584" y="1974665"/>
            <a:ext cx="3985430" cy="448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100"/>
              <a:buFont typeface="Archivo Black"/>
              <a:buNone/>
              <a:defRPr sz="2000" b="0" i="0" u="none" strike="noStrike" cap="none">
                <a:solidFill>
                  <a:schemeClr val="dk1"/>
                </a:solidFill>
                <a:latin typeface="Archivo Black"/>
                <a:ea typeface="Archivo Black"/>
                <a:cs typeface="Archivo Black"/>
                <a:sym typeface="Archivo Black"/>
              </a:defRPr>
            </a:lvl1pPr>
            <a:lvl2pPr marR="0" lvl="1"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9pPr>
          </a:lstStyle>
          <a:p>
            <a:r>
              <a:rPr lang="en-US" sz="1400" dirty="0"/>
              <a:t>ANOVA &amp; Pairwise T-Tests</a:t>
            </a:r>
          </a:p>
          <a:p>
            <a:r>
              <a:rPr lang="en-US" sz="1400" dirty="0"/>
              <a:t>(Payment Method vs Total Spent)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39"/>
          <p:cNvSpPr txBox="1">
            <a:spLocks noGrp="1"/>
          </p:cNvSpPr>
          <p:nvPr>
            <p:ph type="title"/>
          </p:nvPr>
        </p:nvSpPr>
        <p:spPr>
          <a:xfrm>
            <a:off x="704625" y="30862"/>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Descriptive analysis</a:t>
            </a:r>
            <a:endParaRPr dirty="0"/>
          </a:p>
        </p:txBody>
      </p:sp>
      <p:sp>
        <p:nvSpPr>
          <p:cNvPr id="841" name="Google Shape;841;p39"/>
          <p:cNvSpPr/>
          <p:nvPr/>
        </p:nvSpPr>
        <p:spPr>
          <a:xfrm rot="462743">
            <a:off x="340520" y="331686"/>
            <a:ext cx="366616" cy="32817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p:cNvSpPr/>
          <p:nvPr/>
        </p:nvSpPr>
        <p:spPr>
          <a:xfrm>
            <a:off x="179007" y="819537"/>
            <a:ext cx="282300" cy="282300"/>
          </a:xfrm>
          <a:prstGeom prst="ellipse">
            <a:avLst/>
          </a:prstGeom>
          <a:solidFill>
            <a:schemeClr val="accent5"/>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7" name="Google Shape;847;p39"/>
          <p:cNvGrpSpPr/>
          <p:nvPr/>
        </p:nvGrpSpPr>
        <p:grpSpPr>
          <a:xfrm>
            <a:off x="8451981" y="3291525"/>
            <a:ext cx="584400" cy="537600"/>
            <a:chOff x="8451981" y="3291525"/>
            <a:chExt cx="584400" cy="537600"/>
          </a:xfrm>
        </p:grpSpPr>
        <p:sp>
          <p:nvSpPr>
            <p:cNvPr id="848" name="Google Shape;848;p39"/>
            <p:cNvSpPr/>
            <p:nvPr/>
          </p:nvSpPr>
          <p:spPr>
            <a:xfrm rot="-464232" flipH="1">
              <a:off x="8481237" y="3324789"/>
              <a:ext cx="525888" cy="471072"/>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p:cNvSpPr/>
            <p:nvPr/>
          </p:nvSpPr>
          <p:spPr>
            <a:xfrm rot="-1176097">
              <a:off x="8668124" y="3440793"/>
              <a:ext cx="152110" cy="239074"/>
            </a:xfrm>
            <a:custGeom>
              <a:avLst/>
              <a:gdLst/>
              <a:ahLst/>
              <a:cxnLst/>
              <a:rect l="l" t="t" r="r" b="b"/>
              <a:pathLst>
                <a:path w="1230" h="1933" extrusionOk="0">
                  <a:moveTo>
                    <a:pt x="542" y="483"/>
                  </a:moveTo>
                  <a:lnTo>
                    <a:pt x="542" y="791"/>
                  </a:lnTo>
                  <a:cubicBezTo>
                    <a:pt x="498" y="776"/>
                    <a:pt x="439" y="732"/>
                    <a:pt x="425" y="717"/>
                  </a:cubicBezTo>
                  <a:cubicBezTo>
                    <a:pt x="410" y="703"/>
                    <a:pt x="395" y="659"/>
                    <a:pt x="395" y="630"/>
                  </a:cubicBezTo>
                  <a:cubicBezTo>
                    <a:pt x="395" y="571"/>
                    <a:pt x="410" y="542"/>
                    <a:pt x="425" y="512"/>
                  </a:cubicBezTo>
                  <a:cubicBezTo>
                    <a:pt x="439" y="498"/>
                    <a:pt x="483" y="483"/>
                    <a:pt x="542" y="483"/>
                  </a:cubicBezTo>
                  <a:close/>
                  <a:moveTo>
                    <a:pt x="630" y="1157"/>
                  </a:moveTo>
                  <a:cubicBezTo>
                    <a:pt x="688" y="1171"/>
                    <a:pt x="717" y="1215"/>
                    <a:pt x="761" y="1230"/>
                  </a:cubicBezTo>
                  <a:cubicBezTo>
                    <a:pt x="776" y="1244"/>
                    <a:pt x="791" y="1288"/>
                    <a:pt x="791" y="1318"/>
                  </a:cubicBezTo>
                  <a:cubicBezTo>
                    <a:pt x="791" y="1376"/>
                    <a:pt x="791" y="1391"/>
                    <a:pt x="761" y="1435"/>
                  </a:cubicBezTo>
                  <a:cubicBezTo>
                    <a:pt x="732" y="1464"/>
                    <a:pt x="703" y="1493"/>
                    <a:pt x="630" y="1493"/>
                  </a:cubicBezTo>
                  <a:lnTo>
                    <a:pt x="630" y="1157"/>
                  </a:lnTo>
                  <a:close/>
                  <a:moveTo>
                    <a:pt x="556" y="0"/>
                  </a:moveTo>
                  <a:lnTo>
                    <a:pt x="556" y="190"/>
                  </a:lnTo>
                  <a:cubicBezTo>
                    <a:pt x="469" y="190"/>
                    <a:pt x="366" y="205"/>
                    <a:pt x="278" y="249"/>
                  </a:cubicBezTo>
                  <a:cubicBezTo>
                    <a:pt x="190" y="278"/>
                    <a:pt x="132" y="322"/>
                    <a:pt x="73" y="395"/>
                  </a:cubicBezTo>
                  <a:cubicBezTo>
                    <a:pt x="29" y="468"/>
                    <a:pt x="0" y="542"/>
                    <a:pt x="0" y="630"/>
                  </a:cubicBezTo>
                  <a:cubicBezTo>
                    <a:pt x="0" y="717"/>
                    <a:pt x="44" y="805"/>
                    <a:pt x="73" y="864"/>
                  </a:cubicBezTo>
                  <a:cubicBezTo>
                    <a:pt x="117" y="922"/>
                    <a:pt x="176" y="952"/>
                    <a:pt x="249" y="996"/>
                  </a:cubicBezTo>
                  <a:cubicBezTo>
                    <a:pt x="322" y="1025"/>
                    <a:pt x="395" y="1054"/>
                    <a:pt x="498" y="1083"/>
                  </a:cubicBezTo>
                  <a:cubicBezTo>
                    <a:pt x="512" y="1083"/>
                    <a:pt x="542" y="1098"/>
                    <a:pt x="556" y="1098"/>
                  </a:cubicBezTo>
                  <a:lnTo>
                    <a:pt x="556" y="1449"/>
                  </a:lnTo>
                  <a:cubicBezTo>
                    <a:pt x="498" y="1435"/>
                    <a:pt x="469" y="1420"/>
                    <a:pt x="439" y="1376"/>
                  </a:cubicBezTo>
                  <a:cubicBezTo>
                    <a:pt x="410" y="1361"/>
                    <a:pt x="395" y="1318"/>
                    <a:pt x="395" y="1274"/>
                  </a:cubicBezTo>
                  <a:lnTo>
                    <a:pt x="0" y="1274"/>
                  </a:lnTo>
                  <a:cubicBezTo>
                    <a:pt x="29" y="1420"/>
                    <a:pt x="73" y="1523"/>
                    <a:pt x="176" y="1596"/>
                  </a:cubicBezTo>
                  <a:cubicBezTo>
                    <a:pt x="278" y="1684"/>
                    <a:pt x="395" y="1727"/>
                    <a:pt x="556" y="1742"/>
                  </a:cubicBezTo>
                  <a:lnTo>
                    <a:pt x="556" y="1932"/>
                  </a:lnTo>
                  <a:lnTo>
                    <a:pt x="644" y="1932"/>
                  </a:lnTo>
                  <a:lnTo>
                    <a:pt x="644" y="1757"/>
                  </a:lnTo>
                  <a:cubicBezTo>
                    <a:pt x="776" y="1757"/>
                    <a:pt x="864" y="1742"/>
                    <a:pt x="952" y="1713"/>
                  </a:cubicBezTo>
                  <a:cubicBezTo>
                    <a:pt x="1025" y="1669"/>
                    <a:pt x="1098" y="1610"/>
                    <a:pt x="1142" y="1537"/>
                  </a:cubicBezTo>
                  <a:cubicBezTo>
                    <a:pt x="1171" y="1464"/>
                    <a:pt x="1201" y="1391"/>
                    <a:pt x="1230" y="1274"/>
                  </a:cubicBezTo>
                  <a:cubicBezTo>
                    <a:pt x="1230" y="1171"/>
                    <a:pt x="1215" y="1083"/>
                    <a:pt x="1157" y="1025"/>
                  </a:cubicBezTo>
                  <a:cubicBezTo>
                    <a:pt x="1127" y="981"/>
                    <a:pt x="1069" y="937"/>
                    <a:pt x="996" y="908"/>
                  </a:cubicBezTo>
                  <a:cubicBezTo>
                    <a:pt x="922" y="878"/>
                    <a:pt x="849" y="849"/>
                    <a:pt x="732" y="805"/>
                  </a:cubicBezTo>
                  <a:lnTo>
                    <a:pt x="659" y="791"/>
                  </a:lnTo>
                  <a:lnTo>
                    <a:pt x="659" y="468"/>
                  </a:lnTo>
                  <a:cubicBezTo>
                    <a:pt x="703" y="483"/>
                    <a:pt x="732" y="498"/>
                    <a:pt x="761" y="512"/>
                  </a:cubicBezTo>
                  <a:cubicBezTo>
                    <a:pt x="776" y="556"/>
                    <a:pt x="791" y="586"/>
                    <a:pt x="791" y="630"/>
                  </a:cubicBezTo>
                  <a:lnTo>
                    <a:pt x="1201" y="630"/>
                  </a:lnTo>
                  <a:cubicBezTo>
                    <a:pt x="1171" y="498"/>
                    <a:pt x="1127" y="395"/>
                    <a:pt x="1025" y="322"/>
                  </a:cubicBezTo>
                  <a:cubicBezTo>
                    <a:pt x="922" y="249"/>
                    <a:pt x="805" y="205"/>
                    <a:pt x="644" y="190"/>
                  </a:cubicBezTo>
                  <a:lnTo>
                    <a:pt x="6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Subtitle 4">
            <a:extLst>
              <a:ext uri="{FF2B5EF4-FFF2-40B4-BE49-F238E27FC236}">
                <a16:creationId xmlns:a16="http://schemas.microsoft.com/office/drawing/2014/main" id="{50B547FF-709C-5316-F003-C5637AE842C8}"/>
              </a:ext>
            </a:extLst>
          </p:cNvPr>
          <p:cNvSpPr>
            <a:spLocks noGrp="1" noChangeArrowheads="1"/>
          </p:cNvSpPr>
          <p:nvPr>
            <p:ph type="subTitle" idx="4294967295"/>
          </p:nvPr>
        </p:nvSpPr>
        <p:spPr bwMode="auto">
          <a:xfrm>
            <a:off x="320157" y="1178109"/>
            <a:ext cx="831227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Karla" pitchFamily="2" charset="0"/>
              </a:rPr>
              <a:t>Overview:</a:t>
            </a:r>
            <a:br>
              <a:rPr kumimoji="0" lang="en-US" altLang="en-US" sz="1800" b="0" i="0" u="none" strike="noStrike" cap="none" normalizeH="0" baseline="0" dirty="0">
                <a:ln>
                  <a:noFill/>
                </a:ln>
                <a:solidFill>
                  <a:schemeClr val="tx1"/>
                </a:solidFill>
                <a:effectLst/>
                <a:latin typeface="Karla" pitchFamily="2" charset="0"/>
              </a:rPr>
            </a:br>
            <a:r>
              <a:rPr kumimoji="0" lang="en-US" altLang="en-US" sz="1800" b="0" i="0" u="none" strike="noStrike" cap="none" normalizeH="0" baseline="0" dirty="0">
                <a:ln>
                  <a:noFill/>
                </a:ln>
                <a:solidFill>
                  <a:schemeClr val="tx1"/>
                </a:solidFill>
                <a:effectLst/>
                <a:latin typeface="Karla" pitchFamily="2" charset="0"/>
              </a:rPr>
              <a:t>Descriptive statistics were used to summarize and understand the dataset’s key characteristics before deeper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Karla" pitchFamily="2" charset="0"/>
              </a:rPr>
              <a:t>Key Measures Calculated: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Karla" pitchFamily="2" charset="0"/>
              </a:rPr>
              <a:t>Central Tendency:</a:t>
            </a:r>
            <a:r>
              <a:rPr kumimoji="0" lang="en-US" altLang="en-US" sz="1800" b="0" i="0" u="none" strike="noStrike" cap="none" normalizeH="0" baseline="0" dirty="0">
                <a:ln>
                  <a:noFill/>
                </a:ln>
                <a:solidFill>
                  <a:schemeClr val="tx1"/>
                </a:solidFill>
                <a:effectLst/>
                <a:latin typeface="Karla" pitchFamily="2" charset="0"/>
              </a:rPr>
              <a:t> Mean, Median, Mode for (</a:t>
            </a:r>
            <a:r>
              <a:rPr kumimoji="0" lang="en-US" altLang="en-US" b="0" i="0" u="none" strike="noStrike" cap="none" normalizeH="0" baseline="0" dirty="0">
                <a:ln>
                  <a:noFill/>
                </a:ln>
                <a:solidFill>
                  <a:schemeClr val="tx1"/>
                </a:solidFill>
                <a:effectLst/>
                <a:latin typeface="Karla" pitchFamily="2" charset="0"/>
              </a:rPr>
              <a:t>Total Spent, Quantity, Price/Unit)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Karla" pitchFamily="2" charset="0"/>
              </a:rPr>
              <a:t>Dispersion:</a:t>
            </a:r>
            <a:r>
              <a:rPr kumimoji="0" lang="en-US" altLang="en-US" sz="1800" b="0" i="0" u="none" strike="noStrike" cap="none" normalizeH="0" baseline="0" dirty="0">
                <a:ln>
                  <a:noFill/>
                </a:ln>
                <a:solidFill>
                  <a:schemeClr val="tx1"/>
                </a:solidFill>
                <a:effectLst/>
                <a:latin typeface="Karla" pitchFamily="2" charset="0"/>
              </a:rPr>
              <a:t> Standard Deviation, Variance, Range to measure spread of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Karla" pitchFamily="2" charset="0"/>
              </a:rPr>
              <a:t>Shape of Distribution:</a:t>
            </a:r>
            <a:r>
              <a:rPr kumimoji="0" lang="en-US" altLang="en-US" sz="1800" b="0" i="0" u="none" strike="noStrike" cap="none" normalizeH="0" baseline="0" dirty="0">
                <a:ln>
                  <a:noFill/>
                </a:ln>
                <a:solidFill>
                  <a:schemeClr val="tx1"/>
                </a:solidFill>
                <a:effectLst/>
                <a:latin typeface="Karla" pitchFamily="2" charset="0"/>
              </a:rPr>
              <a:t> Skewness and Kurtosis to detect asymmetry and </a:t>
            </a:r>
            <a:r>
              <a:rPr kumimoji="0" lang="en-US" altLang="en-US" sz="1800" b="0" i="0" u="none" strike="noStrike" cap="none" normalizeH="0" baseline="0" dirty="0" err="1">
                <a:ln>
                  <a:noFill/>
                </a:ln>
                <a:solidFill>
                  <a:schemeClr val="tx1"/>
                </a:solidFill>
                <a:effectLst/>
                <a:latin typeface="Karla" pitchFamily="2" charset="0"/>
              </a:rPr>
              <a:t>peakness</a:t>
            </a:r>
            <a:endParaRPr kumimoji="0" lang="en-US" altLang="en-US" sz="1800"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Karla" pitchFamily="2" charset="0"/>
              </a:rPr>
              <a:t>Outliers:</a:t>
            </a:r>
            <a:r>
              <a:rPr kumimoji="0" lang="en-US" altLang="en-US" sz="1800" b="0" i="0" u="none" strike="noStrike" cap="none" normalizeH="0" baseline="0" dirty="0">
                <a:ln>
                  <a:noFill/>
                </a:ln>
                <a:solidFill>
                  <a:schemeClr val="tx1"/>
                </a:solidFill>
                <a:effectLst/>
                <a:latin typeface="Karla" pitchFamily="2" charset="0"/>
              </a:rPr>
              <a:t> Identified using IQR method and boxplots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Karla" pitchFamily="2"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7">
          <a:extLst>
            <a:ext uri="{FF2B5EF4-FFF2-40B4-BE49-F238E27FC236}">
              <a16:creationId xmlns:a16="http://schemas.microsoft.com/office/drawing/2014/main" id="{AEB7EE95-557B-676D-06DE-66131D360056}"/>
            </a:ext>
          </a:extLst>
        </p:cNvPr>
        <p:cNvGrpSpPr/>
        <p:nvPr/>
      </p:nvGrpSpPr>
      <p:grpSpPr>
        <a:xfrm>
          <a:off x="0" y="0"/>
          <a:ext cx="0" cy="0"/>
          <a:chOff x="0" y="0"/>
          <a:chExt cx="0" cy="0"/>
        </a:xfrm>
      </p:grpSpPr>
      <p:grpSp>
        <p:nvGrpSpPr>
          <p:cNvPr id="800" name="Google Shape;800;p38">
            <a:extLst>
              <a:ext uri="{FF2B5EF4-FFF2-40B4-BE49-F238E27FC236}">
                <a16:creationId xmlns:a16="http://schemas.microsoft.com/office/drawing/2014/main" id="{9F5B531E-5C4E-2419-5D23-DB60CD86115C}"/>
              </a:ext>
            </a:extLst>
          </p:cNvPr>
          <p:cNvGrpSpPr/>
          <p:nvPr/>
        </p:nvGrpSpPr>
        <p:grpSpPr>
          <a:xfrm>
            <a:off x="6518115" y="3453419"/>
            <a:ext cx="1515064" cy="2015711"/>
            <a:chOff x="3775475" y="3181099"/>
            <a:chExt cx="1515064" cy="2015711"/>
          </a:xfrm>
        </p:grpSpPr>
        <p:sp>
          <p:nvSpPr>
            <p:cNvPr id="801" name="Google Shape;801;p38">
              <a:extLst>
                <a:ext uri="{FF2B5EF4-FFF2-40B4-BE49-F238E27FC236}">
                  <a16:creationId xmlns:a16="http://schemas.microsoft.com/office/drawing/2014/main" id="{AFA2F51B-E99C-CCC7-0506-A644CD1356FC}"/>
                </a:ext>
              </a:extLst>
            </p:cNvPr>
            <p:cNvSpPr/>
            <p:nvPr/>
          </p:nvSpPr>
          <p:spPr>
            <a:xfrm>
              <a:off x="3775475" y="4122125"/>
              <a:ext cx="1515064" cy="68230"/>
            </a:xfrm>
            <a:custGeom>
              <a:avLst/>
              <a:gdLst/>
              <a:ahLst/>
              <a:cxnLst/>
              <a:rect l="l" t="t" r="r" b="b"/>
              <a:pathLst>
                <a:path w="20496" h="923" extrusionOk="0">
                  <a:moveTo>
                    <a:pt x="0" y="0"/>
                  </a:moveTo>
                  <a:lnTo>
                    <a:pt x="0" y="923"/>
                  </a:lnTo>
                  <a:lnTo>
                    <a:pt x="20495" y="923"/>
                  </a:lnTo>
                  <a:lnTo>
                    <a:pt x="2049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8">
              <a:extLst>
                <a:ext uri="{FF2B5EF4-FFF2-40B4-BE49-F238E27FC236}">
                  <a16:creationId xmlns:a16="http://schemas.microsoft.com/office/drawing/2014/main" id="{24DEC18F-B79F-89FF-83C0-D3BEB810CD4E}"/>
                </a:ext>
              </a:extLst>
            </p:cNvPr>
            <p:cNvSpPr/>
            <p:nvPr/>
          </p:nvSpPr>
          <p:spPr>
            <a:xfrm>
              <a:off x="3865290" y="4190281"/>
              <a:ext cx="53075" cy="1006529"/>
            </a:xfrm>
            <a:custGeom>
              <a:avLst/>
              <a:gdLst/>
              <a:ahLst/>
              <a:cxnLst/>
              <a:rect l="l" t="t" r="r" b="b"/>
              <a:pathLst>
                <a:path w="718" h="13616" extrusionOk="0">
                  <a:moveTo>
                    <a:pt x="0" y="1"/>
                  </a:moveTo>
                  <a:lnTo>
                    <a:pt x="0" y="13454"/>
                  </a:lnTo>
                  <a:lnTo>
                    <a:pt x="351" y="13615"/>
                  </a:lnTo>
                  <a:lnTo>
                    <a:pt x="7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8">
              <a:extLst>
                <a:ext uri="{FF2B5EF4-FFF2-40B4-BE49-F238E27FC236}">
                  <a16:creationId xmlns:a16="http://schemas.microsoft.com/office/drawing/2014/main" id="{5C25296E-A9E8-5DBF-BE09-54A50D31FC7D}"/>
                </a:ext>
              </a:extLst>
            </p:cNvPr>
            <p:cNvSpPr/>
            <p:nvPr/>
          </p:nvSpPr>
          <p:spPr>
            <a:xfrm>
              <a:off x="5192046" y="4190281"/>
              <a:ext cx="53075" cy="1006529"/>
            </a:xfrm>
            <a:custGeom>
              <a:avLst/>
              <a:gdLst/>
              <a:ahLst/>
              <a:cxnLst/>
              <a:rect l="l" t="t" r="r" b="b"/>
              <a:pathLst>
                <a:path w="718" h="13616" extrusionOk="0">
                  <a:moveTo>
                    <a:pt x="0" y="1"/>
                  </a:moveTo>
                  <a:lnTo>
                    <a:pt x="0" y="13454"/>
                  </a:lnTo>
                  <a:lnTo>
                    <a:pt x="366" y="13615"/>
                  </a:lnTo>
                  <a:lnTo>
                    <a:pt x="7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8">
              <a:extLst>
                <a:ext uri="{FF2B5EF4-FFF2-40B4-BE49-F238E27FC236}">
                  <a16:creationId xmlns:a16="http://schemas.microsoft.com/office/drawing/2014/main" id="{8117D76A-E2BF-F7D1-246D-167E24D7E7FE}"/>
                </a:ext>
              </a:extLst>
            </p:cNvPr>
            <p:cNvSpPr/>
            <p:nvPr/>
          </p:nvSpPr>
          <p:spPr>
            <a:xfrm>
              <a:off x="3891237" y="4589607"/>
              <a:ext cx="1300844" cy="40140"/>
            </a:xfrm>
            <a:custGeom>
              <a:avLst/>
              <a:gdLst/>
              <a:ahLst/>
              <a:cxnLst/>
              <a:rect l="l" t="t" r="r" b="b"/>
              <a:pathLst>
                <a:path w="17598" h="543" extrusionOk="0">
                  <a:moveTo>
                    <a:pt x="0" y="1"/>
                  </a:moveTo>
                  <a:lnTo>
                    <a:pt x="0" y="264"/>
                  </a:lnTo>
                  <a:lnTo>
                    <a:pt x="17597" y="542"/>
                  </a:lnTo>
                  <a:lnTo>
                    <a:pt x="17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8">
              <a:extLst>
                <a:ext uri="{FF2B5EF4-FFF2-40B4-BE49-F238E27FC236}">
                  <a16:creationId xmlns:a16="http://schemas.microsoft.com/office/drawing/2014/main" id="{6276BA37-4926-D1E1-D6AF-B58B4B0AC0CF}"/>
                </a:ext>
              </a:extLst>
            </p:cNvPr>
            <p:cNvSpPr/>
            <p:nvPr/>
          </p:nvSpPr>
          <p:spPr>
            <a:xfrm>
              <a:off x="3891237" y="3873230"/>
              <a:ext cx="263820" cy="251115"/>
            </a:xfrm>
            <a:custGeom>
              <a:avLst/>
              <a:gdLst/>
              <a:ahLst/>
              <a:cxnLst/>
              <a:rect l="l" t="t" r="r" b="b"/>
              <a:pathLst>
                <a:path w="3569" h="3397" extrusionOk="0">
                  <a:moveTo>
                    <a:pt x="3058" y="1369"/>
                  </a:moveTo>
                  <a:cubicBezTo>
                    <a:pt x="3208" y="1369"/>
                    <a:pt x="3351" y="1459"/>
                    <a:pt x="3382" y="1728"/>
                  </a:cubicBezTo>
                  <a:cubicBezTo>
                    <a:pt x="3441" y="2196"/>
                    <a:pt x="2723" y="2328"/>
                    <a:pt x="2723" y="2328"/>
                  </a:cubicBezTo>
                  <a:lnTo>
                    <a:pt x="2723" y="1508"/>
                  </a:lnTo>
                  <a:cubicBezTo>
                    <a:pt x="2797" y="1434"/>
                    <a:pt x="2930" y="1369"/>
                    <a:pt x="3058" y="1369"/>
                  </a:cubicBezTo>
                  <a:close/>
                  <a:moveTo>
                    <a:pt x="0" y="0"/>
                  </a:moveTo>
                  <a:lnTo>
                    <a:pt x="162" y="3397"/>
                  </a:lnTo>
                  <a:lnTo>
                    <a:pt x="2738" y="3353"/>
                  </a:lnTo>
                  <a:lnTo>
                    <a:pt x="2723" y="2547"/>
                  </a:lnTo>
                  <a:lnTo>
                    <a:pt x="2723" y="2547"/>
                  </a:lnTo>
                  <a:cubicBezTo>
                    <a:pt x="2723" y="2547"/>
                    <a:pt x="2730" y="2548"/>
                    <a:pt x="2743" y="2548"/>
                  </a:cubicBezTo>
                  <a:cubicBezTo>
                    <a:pt x="2870" y="2548"/>
                    <a:pt x="3569" y="2512"/>
                    <a:pt x="3529" y="1713"/>
                  </a:cubicBezTo>
                  <a:cubicBezTo>
                    <a:pt x="3493" y="1186"/>
                    <a:pt x="3205" y="1081"/>
                    <a:pt x="2980" y="1081"/>
                  </a:cubicBezTo>
                  <a:cubicBezTo>
                    <a:pt x="2831" y="1081"/>
                    <a:pt x="2709" y="1127"/>
                    <a:pt x="2709" y="1127"/>
                  </a:cubicBezTo>
                  <a:lnTo>
                    <a:pt x="27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8">
              <a:extLst>
                <a:ext uri="{FF2B5EF4-FFF2-40B4-BE49-F238E27FC236}">
                  <a16:creationId xmlns:a16="http://schemas.microsoft.com/office/drawing/2014/main" id="{129959F8-C447-2459-7B1B-1C858D559744}"/>
                </a:ext>
              </a:extLst>
            </p:cNvPr>
            <p:cNvSpPr/>
            <p:nvPr/>
          </p:nvSpPr>
          <p:spPr>
            <a:xfrm>
              <a:off x="3887985" y="3181099"/>
              <a:ext cx="215403" cy="667668"/>
            </a:xfrm>
            <a:custGeom>
              <a:avLst/>
              <a:gdLst/>
              <a:ahLst/>
              <a:cxnLst/>
              <a:rect l="l" t="t" r="r" b="b"/>
              <a:pathLst>
                <a:path w="2914" h="9032" extrusionOk="0">
                  <a:moveTo>
                    <a:pt x="1346" y="1"/>
                  </a:moveTo>
                  <a:cubicBezTo>
                    <a:pt x="1176" y="1"/>
                    <a:pt x="1084" y="56"/>
                    <a:pt x="1084" y="96"/>
                  </a:cubicBezTo>
                  <a:cubicBezTo>
                    <a:pt x="1084" y="170"/>
                    <a:pt x="1245" y="213"/>
                    <a:pt x="1421" y="360"/>
                  </a:cubicBezTo>
                  <a:cubicBezTo>
                    <a:pt x="1611" y="536"/>
                    <a:pt x="1860" y="828"/>
                    <a:pt x="1831" y="1224"/>
                  </a:cubicBezTo>
                  <a:cubicBezTo>
                    <a:pt x="1816" y="1429"/>
                    <a:pt x="1743" y="1634"/>
                    <a:pt x="1596" y="1795"/>
                  </a:cubicBezTo>
                  <a:cubicBezTo>
                    <a:pt x="1450" y="1970"/>
                    <a:pt x="1201" y="2146"/>
                    <a:pt x="879" y="2366"/>
                  </a:cubicBezTo>
                  <a:cubicBezTo>
                    <a:pt x="733" y="2468"/>
                    <a:pt x="557" y="2614"/>
                    <a:pt x="410" y="2805"/>
                  </a:cubicBezTo>
                  <a:cubicBezTo>
                    <a:pt x="264" y="2995"/>
                    <a:pt x="118" y="3215"/>
                    <a:pt x="59" y="3537"/>
                  </a:cubicBezTo>
                  <a:cubicBezTo>
                    <a:pt x="1" y="3844"/>
                    <a:pt x="74" y="4195"/>
                    <a:pt x="249" y="4444"/>
                  </a:cubicBezTo>
                  <a:cubicBezTo>
                    <a:pt x="410" y="4708"/>
                    <a:pt x="630" y="4883"/>
                    <a:pt x="806" y="5015"/>
                  </a:cubicBezTo>
                  <a:cubicBezTo>
                    <a:pt x="1201" y="5264"/>
                    <a:pt x="1538" y="5454"/>
                    <a:pt x="1743" y="5630"/>
                  </a:cubicBezTo>
                  <a:cubicBezTo>
                    <a:pt x="1860" y="5733"/>
                    <a:pt x="1889" y="5806"/>
                    <a:pt x="1904" y="5879"/>
                  </a:cubicBezTo>
                  <a:cubicBezTo>
                    <a:pt x="1948" y="5952"/>
                    <a:pt x="1933" y="6025"/>
                    <a:pt x="1889" y="6113"/>
                  </a:cubicBezTo>
                  <a:cubicBezTo>
                    <a:pt x="1860" y="6201"/>
                    <a:pt x="1787" y="6318"/>
                    <a:pt x="1684" y="6406"/>
                  </a:cubicBezTo>
                  <a:cubicBezTo>
                    <a:pt x="1596" y="6508"/>
                    <a:pt x="1508" y="6582"/>
                    <a:pt x="1377" y="6684"/>
                  </a:cubicBezTo>
                  <a:cubicBezTo>
                    <a:pt x="1128" y="6860"/>
                    <a:pt x="850" y="7021"/>
                    <a:pt x="630" y="7270"/>
                  </a:cubicBezTo>
                  <a:cubicBezTo>
                    <a:pt x="513" y="7372"/>
                    <a:pt x="410" y="7504"/>
                    <a:pt x="337" y="7636"/>
                  </a:cubicBezTo>
                  <a:cubicBezTo>
                    <a:pt x="249" y="7782"/>
                    <a:pt x="206" y="7943"/>
                    <a:pt x="191" y="8075"/>
                  </a:cubicBezTo>
                  <a:cubicBezTo>
                    <a:pt x="176" y="8338"/>
                    <a:pt x="220" y="8587"/>
                    <a:pt x="337" y="8748"/>
                  </a:cubicBezTo>
                  <a:cubicBezTo>
                    <a:pt x="440" y="8909"/>
                    <a:pt x="586" y="8997"/>
                    <a:pt x="689" y="9026"/>
                  </a:cubicBezTo>
                  <a:cubicBezTo>
                    <a:pt x="714" y="9030"/>
                    <a:pt x="737" y="9032"/>
                    <a:pt x="757" y="9032"/>
                  </a:cubicBezTo>
                  <a:cubicBezTo>
                    <a:pt x="817" y="9032"/>
                    <a:pt x="850" y="9016"/>
                    <a:pt x="850" y="8983"/>
                  </a:cubicBezTo>
                  <a:cubicBezTo>
                    <a:pt x="864" y="8909"/>
                    <a:pt x="718" y="8822"/>
                    <a:pt x="689" y="8602"/>
                  </a:cubicBezTo>
                  <a:cubicBezTo>
                    <a:pt x="659" y="8485"/>
                    <a:pt x="689" y="8338"/>
                    <a:pt x="733" y="8192"/>
                  </a:cubicBezTo>
                  <a:cubicBezTo>
                    <a:pt x="776" y="8119"/>
                    <a:pt x="806" y="8046"/>
                    <a:pt x="864" y="8002"/>
                  </a:cubicBezTo>
                  <a:cubicBezTo>
                    <a:pt x="923" y="7929"/>
                    <a:pt x="996" y="7870"/>
                    <a:pt x="1084" y="7797"/>
                  </a:cubicBezTo>
                  <a:cubicBezTo>
                    <a:pt x="1274" y="7665"/>
                    <a:pt x="1523" y="7533"/>
                    <a:pt x="1816" y="7372"/>
                  </a:cubicBezTo>
                  <a:cubicBezTo>
                    <a:pt x="1962" y="7299"/>
                    <a:pt x="2153" y="7167"/>
                    <a:pt x="2299" y="7050"/>
                  </a:cubicBezTo>
                  <a:cubicBezTo>
                    <a:pt x="2445" y="6918"/>
                    <a:pt x="2606" y="6728"/>
                    <a:pt x="2709" y="6508"/>
                  </a:cubicBezTo>
                  <a:cubicBezTo>
                    <a:pt x="2826" y="6289"/>
                    <a:pt x="2914" y="5981"/>
                    <a:pt x="2841" y="5689"/>
                  </a:cubicBezTo>
                  <a:cubicBezTo>
                    <a:pt x="2826" y="5542"/>
                    <a:pt x="2767" y="5396"/>
                    <a:pt x="2694" y="5264"/>
                  </a:cubicBezTo>
                  <a:cubicBezTo>
                    <a:pt x="2636" y="5191"/>
                    <a:pt x="2606" y="5147"/>
                    <a:pt x="2562" y="5088"/>
                  </a:cubicBezTo>
                  <a:cubicBezTo>
                    <a:pt x="2533" y="5030"/>
                    <a:pt x="2475" y="5001"/>
                    <a:pt x="2445" y="4942"/>
                  </a:cubicBezTo>
                  <a:cubicBezTo>
                    <a:pt x="2079" y="4576"/>
                    <a:pt x="1684" y="4386"/>
                    <a:pt x="1391" y="4195"/>
                  </a:cubicBezTo>
                  <a:cubicBezTo>
                    <a:pt x="1245" y="4093"/>
                    <a:pt x="1142" y="3990"/>
                    <a:pt x="1084" y="3917"/>
                  </a:cubicBezTo>
                  <a:cubicBezTo>
                    <a:pt x="1055" y="3873"/>
                    <a:pt x="1025" y="3844"/>
                    <a:pt x="1025" y="3800"/>
                  </a:cubicBezTo>
                  <a:cubicBezTo>
                    <a:pt x="1011" y="3771"/>
                    <a:pt x="1011" y="3727"/>
                    <a:pt x="1011" y="3698"/>
                  </a:cubicBezTo>
                  <a:cubicBezTo>
                    <a:pt x="1025" y="3595"/>
                    <a:pt x="1084" y="3493"/>
                    <a:pt x="1157" y="3376"/>
                  </a:cubicBezTo>
                  <a:cubicBezTo>
                    <a:pt x="1245" y="3273"/>
                    <a:pt x="1347" y="3185"/>
                    <a:pt x="1465" y="3068"/>
                  </a:cubicBezTo>
                  <a:cubicBezTo>
                    <a:pt x="1728" y="2878"/>
                    <a:pt x="2035" y="2629"/>
                    <a:pt x="2270" y="2307"/>
                  </a:cubicBezTo>
                  <a:cubicBezTo>
                    <a:pt x="2401" y="2146"/>
                    <a:pt x="2489" y="1941"/>
                    <a:pt x="2533" y="1751"/>
                  </a:cubicBezTo>
                  <a:cubicBezTo>
                    <a:pt x="2592" y="1575"/>
                    <a:pt x="2592" y="1370"/>
                    <a:pt x="2562" y="1209"/>
                  </a:cubicBezTo>
                  <a:cubicBezTo>
                    <a:pt x="2533" y="858"/>
                    <a:pt x="2372" y="565"/>
                    <a:pt x="2182" y="389"/>
                  </a:cubicBezTo>
                  <a:cubicBezTo>
                    <a:pt x="1977" y="184"/>
                    <a:pt x="1772" y="96"/>
                    <a:pt x="1611" y="38"/>
                  </a:cubicBezTo>
                  <a:cubicBezTo>
                    <a:pt x="1509" y="11"/>
                    <a:pt x="1420" y="1"/>
                    <a:pt x="13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8">
              <a:extLst>
                <a:ext uri="{FF2B5EF4-FFF2-40B4-BE49-F238E27FC236}">
                  <a16:creationId xmlns:a16="http://schemas.microsoft.com/office/drawing/2014/main" id="{45600C33-AF68-C0FA-0412-7E1483D9A16E}"/>
                </a:ext>
              </a:extLst>
            </p:cNvPr>
            <p:cNvSpPr/>
            <p:nvPr/>
          </p:nvSpPr>
          <p:spPr>
            <a:xfrm>
              <a:off x="4910994" y="3873230"/>
              <a:ext cx="263747" cy="251115"/>
            </a:xfrm>
            <a:custGeom>
              <a:avLst/>
              <a:gdLst/>
              <a:ahLst/>
              <a:cxnLst/>
              <a:rect l="l" t="t" r="r" b="b"/>
              <a:pathLst>
                <a:path w="3568" h="3397" extrusionOk="0">
                  <a:moveTo>
                    <a:pt x="487" y="1366"/>
                  </a:moveTo>
                  <a:cubicBezTo>
                    <a:pt x="614" y="1366"/>
                    <a:pt x="750" y="1426"/>
                    <a:pt x="830" y="1493"/>
                  </a:cubicBezTo>
                  <a:lnTo>
                    <a:pt x="830" y="2313"/>
                  </a:lnTo>
                  <a:cubicBezTo>
                    <a:pt x="830" y="2314"/>
                    <a:pt x="829" y="2314"/>
                    <a:pt x="825" y="2314"/>
                  </a:cubicBezTo>
                  <a:cubicBezTo>
                    <a:pt x="763" y="2314"/>
                    <a:pt x="116" y="2173"/>
                    <a:pt x="172" y="1713"/>
                  </a:cubicBezTo>
                  <a:cubicBezTo>
                    <a:pt x="195" y="1451"/>
                    <a:pt x="335" y="1366"/>
                    <a:pt x="487" y="1366"/>
                  </a:cubicBezTo>
                  <a:close/>
                  <a:moveTo>
                    <a:pt x="860" y="0"/>
                  </a:moveTo>
                  <a:lnTo>
                    <a:pt x="860" y="1127"/>
                  </a:lnTo>
                  <a:cubicBezTo>
                    <a:pt x="854" y="1127"/>
                    <a:pt x="726" y="1081"/>
                    <a:pt x="573" y="1081"/>
                  </a:cubicBezTo>
                  <a:cubicBezTo>
                    <a:pt x="344" y="1081"/>
                    <a:pt x="57" y="1186"/>
                    <a:pt x="40" y="1713"/>
                  </a:cubicBezTo>
                  <a:cubicBezTo>
                    <a:pt x="1" y="2502"/>
                    <a:pt x="660" y="2548"/>
                    <a:pt x="813" y="2548"/>
                  </a:cubicBezTo>
                  <a:cubicBezTo>
                    <a:pt x="834" y="2548"/>
                    <a:pt x="845" y="2547"/>
                    <a:pt x="845" y="2547"/>
                  </a:cubicBezTo>
                  <a:lnTo>
                    <a:pt x="845" y="2547"/>
                  </a:lnTo>
                  <a:lnTo>
                    <a:pt x="816" y="3353"/>
                  </a:lnTo>
                  <a:lnTo>
                    <a:pt x="3407" y="3397"/>
                  </a:lnTo>
                  <a:lnTo>
                    <a:pt x="356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8">
              <a:extLst>
                <a:ext uri="{FF2B5EF4-FFF2-40B4-BE49-F238E27FC236}">
                  <a16:creationId xmlns:a16="http://schemas.microsoft.com/office/drawing/2014/main" id="{C64A6B66-4D31-2554-302E-BC05BEE11718}"/>
                </a:ext>
              </a:extLst>
            </p:cNvPr>
            <p:cNvSpPr/>
            <p:nvPr/>
          </p:nvSpPr>
          <p:spPr>
            <a:xfrm>
              <a:off x="4959339" y="3181173"/>
              <a:ext cx="214368" cy="668703"/>
            </a:xfrm>
            <a:custGeom>
              <a:avLst/>
              <a:gdLst/>
              <a:ahLst/>
              <a:cxnLst/>
              <a:rect l="l" t="t" r="r" b="b"/>
              <a:pathLst>
                <a:path w="2900" h="9046" extrusionOk="0">
                  <a:moveTo>
                    <a:pt x="1622" y="1"/>
                  </a:moveTo>
                  <a:cubicBezTo>
                    <a:pt x="1535" y="1"/>
                    <a:pt x="1424" y="15"/>
                    <a:pt x="1289" y="51"/>
                  </a:cubicBezTo>
                  <a:cubicBezTo>
                    <a:pt x="1099" y="110"/>
                    <a:pt x="908" y="212"/>
                    <a:pt x="718" y="403"/>
                  </a:cubicBezTo>
                  <a:cubicBezTo>
                    <a:pt x="542" y="578"/>
                    <a:pt x="367" y="871"/>
                    <a:pt x="337" y="1223"/>
                  </a:cubicBezTo>
                  <a:cubicBezTo>
                    <a:pt x="323" y="1384"/>
                    <a:pt x="337" y="1589"/>
                    <a:pt x="367" y="1764"/>
                  </a:cubicBezTo>
                  <a:cubicBezTo>
                    <a:pt x="425" y="1955"/>
                    <a:pt x="513" y="2160"/>
                    <a:pt x="630" y="2321"/>
                  </a:cubicBezTo>
                  <a:cubicBezTo>
                    <a:pt x="864" y="2643"/>
                    <a:pt x="1172" y="2862"/>
                    <a:pt x="1435" y="3082"/>
                  </a:cubicBezTo>
                  <a:cubicBezTo>
                    <a:pt x="1567" y="3184"/>
                    <a:pt x="1670" y="3287"/>
                    <a:pt x="1743" y="3404"/>
                  </a:cubicBezTo>
                  <a:cubicBezTo>
                    <a:pt x="1831" y="3506"/>
                    <a:pt x="1875" y="3638"/>
                    <a:pt x="1889" y="3711"/>
                  </a:cubicBezTo>
                  <a:cubicBezTo>
                    <a:pt x="1889" y="3741"/>
                    <a:pt x="1889" y="3785"/>
                    <a:pt x="1875" y="3814"/>
                  </a:cubicBezTo>
                  <a:lnTo>
                    <a:pt x="1816" y="3931"/>
                  </a:lnTo>
                  <a:cubicBezTo>
                    <a:pt x="1757" y="4004"/>
                    <a:pt x="1655" y="4092"/>
                    <a:pt x="1509" y="4209"/>
                  </a:cubicBezTo>
                  <a:cubicBezTo>
                    <a:pt x="1216" y="4429"/>
                    <a:pt x="835" y="4590"/>
                    <a:pt x="469" y="4956"/>
                  </a:cubicBezTo>
                  <a:cubicBezTo>
                    <a:pt x="425" y="5014"/>
                    <a:pt x="367" y="5044"/>
                    <a:pt x="337" y="5102"/>
                  </a:cubicBezTo>
                  <a:cubicBezTo>
                    <a:pt x="279" y="5175"/>
                    <a:pt x="250" y="5234"/>
                    <a:pt x="206" y="5292"/>
                  </a:cubicBezTo>
                  <a:cubicBezTo>
                    <a:pt x="132" y="5410"/>
                    <a:pt x="74" y="5556"/>
                    <a:pt x="59" y="5702"/>
                  </a:cubicBezTo>
                  <a:cubicBezTo>
                    <a:pt x="1" y="5995"/>
                    <a:pt x="74" y="6317"/>
                    <a:pt x="191" y="6537"/>
                  </a:cubicBezTo>
                  <a:cubicBezTo>
                    <a:pt x="293" y="6756"/>
                    <a:pt x="469" y="6917"/>
                    <a:pt x="616" y="7064"/>
                  </a:cubicBezTo>
                  <a:cubicBezTo>
                    <a:pt x="777" y="7196"/>
                    <a:pt x="938" y="7313"/>
                    <a:pt x="1084" y="7386"/>
                  </a:cubicBezTo>
                  <a:cubicBezTo>
                    <a:pt x="1391" y="7562"/>
                    <a:pt x="1640" y="7679"/>
                    <a:pt x="1816" y="7810"/>
                  </a:cubicBezTo>
                  <a:cubicBezTo>
                    <a:pt x="1889" y="7884"/>
                    <a:pt x="1977" y="7942"/>
                    <a:pt x="2036" y="8015"/>
                  </a:cubicBezTo>
                  <a:cubicBezTo>
                    <a:pt x="2094" y="8074"/>
                    <a:pt x="2123" y="8147"/>
                    <a:pt x="2167" y="8220"/>
                  </a:cubicBezTo>
                  <a:cubicBezTo>
                    <a:pt x="2226" y="8367"/>
                    <a:pt x="2240" y="8513"/>
                    <a:pt x="2226" y="8616"/>
                  </a:cubicBezTo>
                  <a:cubicBezTo>
                    <a:pt x="2182" y="8835"/>
                    <a:pt x="2036" y="8923"/>
                    <a:pt x="2050" y="8996"/>
                  </a:cubicBezTo>
                  <a:cubicBezTo>
                    <a:pt x="2072" y="9029"/>
                    <a:pt x="2102" y="9046"/>
                    <a:pt x="2159" y="9046"/>
                  </a:cubicBezTo>
                  <a:cubicBezTo>
                    <a:pt x="2178" y="9046"/>
                    <a:pt x="2200" y="9044"/>
                    <a:pt x="2226" y="9040"/>
                  </a:cubicBezTo>
                  <a:cubicBezTo>
                    <a:pt x="2314" y="9025"/>
                    <a:pt x="2460" y="8923"/>
                    <a:pt x="2563" y="8762"/>
                  </a:cubicBezTo>
                  <a:cubicBezTo>
                    <a:pt x="2680" y="8601"/>
                    <a:pt x="2753" y="8367"/>
                    <a:pt x="2709" y="8089"/>
                  </a:cubicBezTo>
                  <a:cubicBezTo>
                    <a:pt x="2694" y="7942"/>
                    <a:pt x="2665" y="7796"/>
                    <a:pt x="2563" y="7649"/>
                  </a:cubicBezTo>
                  <a:cubicBezTo>
                    <a:pt x="2489" y="7518"/>
                    <a:pt x="2387" y="7386"/>
                    <a:pt x="2270" y="7283"/>
                  </a:cubicBezTo>
                  <a:cubicBezTo>
                    <a:pt x="2036" y="7049"/>
                    <a:pt x="1757" y="6873"/>
                    <a:pt x="1523" y="6698"/>
                  </a:cubicBezTo>
                  <a:cubicBezTo>
                    <a:pt x="1391" y="6610"/>
                    <a:pt x="1304" y="6507"/>
                    <a:pt x="1216" y="6420"/>
                  </a:cubicBezTo>
                  <a:cubicBezTo>
                    <a:pt x="1128" y="6332"/>
                    <a:pt x="1055" y="6215"/>
                    <a:pt x="1011" y="6127"/>
                  </a:cubicBezTo>
                  <a:cubicBezTo>
                    <a:pt x="967" y="6039"/>
                    <a:pt x="967" y="5966"/>
                    <a:pt x="996" y="5893"/>
                  </a:cubicBezTo>
                  <a:cubicBezTo>
                    <a:pt x="1011" y="5819"/>
                    <a:pt x="1040" y="5746"/>
                    <a:pt x="1157" y="5658"/>
                  </a:cubicBezTo>
                  <a:cubicBezTo>
                    <a:pt x="1333" y="5468"/>
                    <a:pt x="1699" y="5307"/>
                    <a:pt x="2094" y="5029"/>
                  </a:cubicBezTo>
                  <a:cubicBezTo>
                    <a:pt x="2270" y="4897"/>
                    <a:pt x="2489" y="4736"/>
                    <a:pt x="2650" y="4458"/>
                  </a:cubicBezTo>
                  <a:cubicBezTo>
                    <a:pt x="2826" y="4194"/>
                    <a:pt x="2899" y="3858"/>
                    <a:pt x="2841" y="3550"/>
                  </a:cubicBezTo>
                  <a:cubicBezTo>
                    <a:pt x="2782" y="3243"/>
                    <a:pt x="2636" y="2994"/>
                    <a:pt x="2489" y="2818"/>
                  </a:cubicBezTo>
                  <a:cubicBezTo>
                    <a:pt x="2343" y="2628"/>
                    <a:pt x="2182" y="2482"/>
                    <a:pt x="2021" y="2379"/>
                  </a:cubicBezTo>
                  <a:cubicBezTo>
                    <a:pt x="1713" y="2145"/>
                    <a:pt x="1450" y="1999"/>
                    <a:pt x="1304" y="1808"/>
                  </a:cubicBezTo>
                  <a:cubicBezTo>
                    <a:pt x="1143" y="1647"/>
                    <a:pt x="1084" y="1442"/>
                    <a:pt x="1069" y="1237"/>
                  </a:cubicBezTo>
                  <a:cubicBezTo>
                    <a:pt x="1055" y="842"/>
                    <a:pt x="1289" y="549"/>
                    <a:pt x="1494" y="388"/>
                  </a:cubicBezTo>
                  <a:cubicBezTo>
                    <a:pt x="1684" y="212"/>
                    <a:pt x="1860" y="169"/>
                    <a:pt x="1860" y="95"/>
                  </a:cubicBezTo>
                  <a:cubicBezTo>
                    <a:pt x="1860" y="48"/>
                    <a:pt x="1781" y="1"/>
                    <a:pt x="16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 name="Google Shape;809;p38">
            <a:extLst>
              <a:ext uri="{FF2B5EF4-FFF2-40B4-BE49-F238E27FC236}">
                <a16:creationId xmlns:a16="http://schemas.microsoft.com/office/drawing/2014/main" id="{09284F3F-6A7D-901C-0A9D-AE44E732524D}"/>
              </a:ext>
            </a:extLst>
          </p:cNvPr>
          <p:cNvGrpSpPr/>
          <p:nvPr/>
        </p:nvGrpSpPr>
        <p:grpSpPr>
          <a:xfrm>
            <a:off x="5387938" y="3690890"/>
            <a:ext cx="1044556" cy="1849595"/>
            <a:chOff x="311967" y="3329599"/>
            <a:chExt cx="1044556" cy="1849595"/>
          </a:xfrm>
        </p:grpSpPr>
        <p:sp>
          <p:nvSpPr>
            <p:cNvPr id="810" name="Google Shape;810;p38">
              <a:extLst>
                <a:ext uri="{FF2B5EF4-FFF2-40B4-BE49-F238E27FC236}">
                  <a16:creationId xmlns:a16="http://schemas.microsoft.com/office/drawing/2014/main" id="{CFF441E0-77B7-96D3-F5E2-33D1296D3FCD}"/>
                </a:ext>
              </a:extLst>
            </p:cNvPr>
            <p:cNvSpPr/>
            <p:nvPr/>
          </p:nvSpPr>
          <p:spPr>
            <a:xfrm flipH="1">
              <a:off x="655040" y="4099984"/>
              <a:ext cx="115048" cy="1079210"/>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8">
              <a:extLst>
                <a:ext uri="{FF2B5EF4-FFF2-40B4-BE49-F238E27FC236}">
                  <a16:creationId xmlns:a16="http://schemas.microsoft.com/office/drawing/2014/main" id="{0DBCE45D-76A1-814C-EFBB-25CE860B5471}"/>
                </a:ext>
              </a:extLst>
            </p:cNvPr>
            <p:cNvSpPr/>
            <p:nvPr/>
          </p:nvSpPr>
          <p:spPr>
            <a:xfrm flipH="1">
              <a:off x="784098" y="4109586"/>
              <a:ext cx="147651" cy="1063891"/>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8">
              <a:extLst>
                <a:ext uri="{FF2B5EF4-FFF2-40B4-BE49-F238E27FC236}">
                  <a16:creationId xmlns:a16="http://schemas.microsoft.com/office/drawing/2014/main" id="{6CEA9A72-60EC-1AEE-A50C-1D6FCF9558C4}"/>
                </a:ext>
              </a:extLst>
            </p:cNvPr>
            <p:cNvSpPr/>
            <p:nvPr/>
          </p:nvSpPr>
          <p:spPr>
            <a:xfrm flipH="1">
              <a:off x="384746" y="4099984"/>
              <a:ext cx="304817" cy="1073492"/>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8">
              <a:extLst>
                <a:ext uri="{FF2B5EF4-FFF2-40B4-BE49-F238E27FC236}">
                  <a16:creationId xmlns:a16="http://schemas.microsoft.com/office/drawing/2014/main" id="{8AB398EE-39BF-6140-9BAC-9958808C4F13}"/>
                </a:ext>
              </a:extLst>
            </p:cNvPr>
            <p:cNvSpPr/>
            <p:nvPr/>
          </p:nvSpPr>
          <p:spPr>
            <a:xfrm flipH="1">
              <a:off x="571983" y="4524915"/>
              <a:ext cx="265187" cy="2112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8">
              <a:extLst>
                <a:ext uri="{FF2B5EF4-FFF2-40B4-BE49-F238E27FC236}">
                  <a16:creationId xmlns:a16="http://schemas.microsoft.com/office/drawing/2014/main" id="{2EFF07CB-3CBB-423F-BA8A-C492D65B3FBE}"/>
                </a:ext>
              </a:extLst>
            </p:cNvPr>
            <p:cNvSpPr/>
            <p:nvPr/>
          </p:nvSpPr>
          <p:spPr>
            <a:xfrm flipH="1">
              <a:off x="311967" y="3329599"/>
              <a:ext cx="1044556" cy="812626"/>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8">
              <a:extLst>
                <a:ext uri="{FF2B5EF4-FFF2-40B4-BE49-F238E27FC236}">
                  <a16:creationId xmlns:a16="http://schemas.microsoft.com/office/drawing/2014/main" id="{B026F2D5-853A-9E20-9645-FD67D9C7241B}"/>
                </a:ext>
              </a:extLst>
            </p:cNvPr>
            <p:cNvSpPr/>
            <p:nvPr/>
          </p:nvSpPr>
          <p:spPr>
            <a:xfrm flipH="1">
              <a:off x="324974" y="33298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8">
              <a:extLst>
                <a:ext uri="{FF2B5EF4-FFF2-40B4-BE49-F238E27FC236}">
                  <a16:creationId xmlns:a16="http://schemas.microsoft.com/office/drawing/2014/main" id="{3C5B7356-745A-DA43-F3D3-7AD0333DE7C4}"/>
                </a:ext>
              </a:extLst>
            </p:cNvPr>
            <p:cNvSpPr/>
            <p:nvPr/>
          </p:nvSpPr>
          <p:spPr>
            <a:xfrm flipH="1">
              <a:off x="584400" y="3614123"/>
              <a:ext cx="31992" cy="41594"/>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8">
              <a:extLst>
                <a:ext uri="{FF2B5EF4-FFF2-40B4-BE49-F238E27FC236}">
                  <a16:creationId xmlns:a16="http://schemas.microsoft.com/office/drawing/2014/main" id="{31F3A945-F7C7-84E8-1972-5E03731A1053}"/>
                </a:ext>
              </a:extLst>
            </p:cNvPr>
            <p:cNvSpPr/>
            <p:nvPr/>
          </p:nvSpPr>
          <p:spPr>
            <a:xfrm flipH="1">
              <a:off x="565851" y="3543200"/>
              <a:ext cx="49275" cy="193653"/>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8">
              <a:extLst>
                <a:ext uri="{FF2B5EF4-FFF2-40B4-BE49-F238E27FC236}">
                  <a16:creationId xmlns:a16="http://schemas.microsoft.com/office/drawing/2014/main" id="{598EFE04-93D2-36F7-B9D8-21FD17019535}"/>
                </a:ext>
              </a:extLst>
            </p:cNvPr>
            <p:cNvSpPr/>
            <p:nvPr/>
          </p:nvSpPr>
          <p:spPr>
            <a:xfrm flipH="1">
              <a:off x="592693" y="3607751"/>
              <a:ext cx="60099" cy="4796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 name="Google Shape;819;p38">
            <a:extLst>
              <a:ext uri="{FF2B5EF4-FFF2-40B4-BE49-F238E27FC236}">
                <a16:creationId xmlns:a16="http://schemas.microsoft.com/office/drawing/2014/main" id="{5C586022-B21A-345D-19CD-6A858DEB0AAC}"/>
              </a:ext>
            </a:extLst>
          </p:cNvPr>
          <p:cNvGrpSpPr/>
          <p:nvPr/>
        </p:nvGrpSpPr>
        <p:grpSpPr>
          <a:xfrm>
            <a:off x="8079081" y="3690890"/>
            <a:ext cx="1044556" cy="1849595"/>
            <a:chOff x="5681342" y="3347199"/>
            <a:chExt cx="1044556" cy="1849595"/>
          </a:xfrm>
        </p:grpSpPr>
        <p:sp>
          <p:nvSpPr>
            <p:cNvPr id="820" name="Google Shape;820;p38">
              <a:extLst>
                <a:ext uri="{FF2B5EF4-FFF2-40B4-BE49-F238E27FC236}">
                  <a16:creationId xmlns:a16="http://schemas.microsoft.com/office/drawing/2014/main" id="{6D65CAA3-7B81-5833-2751-06088B351510}"/>
                </a:ext>
              </a:extLst>
            </p:cNvPr>
            <p:cNvSpPr/>
            <p:nvPr/>
          </p:nvSpPr>
          <p:spPr>
            <a:xfrm>
              <a:off x="6267778" y="4117584"/>
              <a:ext cx="115048" cy="1079210"/>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8">
              <a:extLst>
                <a:ext uri="{FF2B5EF4-FFF2-40B4-BE49-F238E27FC236}">
                  <a16:creationId xmlns:a16="http://schemas.microsoft.com/office/drawing/2014/main" id="{E7514701-AAE7-A912-1775-5C462E920DE2}"/>
                </a:ext>
              </a:extLst>
            </p:cNvPr>
            <p:cNvSpPr/>
            <p:nvPr/>
          </p:nvSpPr>
          <p:spPr>
            <a:xfrm>
              <a:off x="6106117" y="4127186"/>
              <a:ext cx="147651" cy="1063891"/>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8">
              <a:extLst>
                <a:ext uri="{FF2B5EF4-FFF2-40B4-BE49-F238E27FC236}">
                  <a16:creationId xmlns:a16="http://schemas.microsoft.com/office/drawing/2014/main" id="{DB8385D4-FB93-30B7-E2F3-DC4CDB11A2B6}"/>
                </a:ext>
              </a:extLst>
            </p:cNvPr>
            <p:cNvSpPr/>
            <p:nvPr/>
          </p:nvSpPr>
          <p:spPr>
            <a:xfrm>
              <a:off x="6348303" y="4117584"/>
              <a:ext cx="304817" cy="1073492"/>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8">
              <a:extLst>
                <a:ext uri="{FF2B5EF4-FFF2-40B4-BE49-F238E27FC236}">
                  <a16:creationId xmlns:a16="http://schemas.microsoft.com/office/drawing/2014/main" id="{E551E857-6C4F-A6B9-0A8D-94E4D28128AA}"/>
                </a:ext>
              </a:extLst>
            </p:cNvPr>
            <p:cNvSpPr/>
            <p:nvPr/>
          </p:nvSpPr>
          <p:spPr>
            <a:xfrm>
              <a:off x="6200696" y="4542515"/>
              <a:ext cx="265187" cy="2112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8">
              <a:extLst>
                <a:ext uri="{FF2B5EF4-FFF2-40B4-BE49-F238E27FC236}">
                  <a16:creationId xmlns:a16="http://schemas.microsoft.com/office/drawing/2014/main" id="{46459D87-0D6E-E7BC-3038-B86D1C5E8CA0}"/>
                </a:ext>
              </a:extLst>
            </p:cNvPr>
            <p:cNvSpPr/>
            <p:nvPr/>
          </p:nvSpPr>
          <p:spPr>
            <a:xfrm>
              <a:off x="5681342" y="3347199"/>
              <a:ext cx="1044556" cy="812626"/>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8">
              <a:extLst>
                <a:ext uri="{FF2B5EF4-FFF2-40B4-BE49-F238E27FC236}">
                  <a16:creationId xmlns:a16="http://schemas.microsoft.com/office/drawing/2014/main" id="{2AC78C7A-7F00-F63C-9CCA-64508EC46358}"/>
                </a:ext>
              </a:extLst>
            </p:cNvPr>
            <p:cNvSpPr/>
            <p:nvPr/>
          </p:nvSpPr>
          <p:spPr>
            <a:xfrm>
              <a:off x="5716739" y="33474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8">
              <a:extLst>
                <a:ext uri="{FF2B5EF4-FFF2-40B4-BE49-F238E27FC236}">
                  <a16:creationId xmlns:a16="http://schemas.microsoft.com/office/drawing/2014/main" id="{0FFFDDD0-9671-5711-A7B1-14803CA89054}"/>
                </a:ext>
              </a:extLst>
            </p:cNvPr>
            <p:cNvSpPr/>
            <p:nvPr/>
          </p:nvSpPr>
          <p:spPr>
            <a:xfrm>
              <a:off x="6421474" y="3631723"/>
              <a:ext cx="31992" cy="41594"/>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8">
              <a:extLst>
                <a:ext uri="{FF2B5EF4-FFF2-40B4-BE49-F238E27FC236}">
                  <a16:creationId xmlns:a16="http://schemas.microsoft.com/office/drawing/2014/main" id="{6D205CB9-3BA7-C3D3-BA18-A5BBE59A97FA}"/>
                </a:ext>
              </a:extLst>
            </p:cNvPr>
            <p:cNvSpPr/>
            <p:nvPr/>
          </p:nvSpPr>
          <p:spPr>
            <a:xfrm>
              <a:off x="6422739" y="3560800"/>
              <a:ext cx="49275" cy="193653"/>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8">
              <a:extLst>
                <a:ext uri="{FF2B5EF4-FFF2-40B4-BE49-F238E27FC236}">
                  <a16:creationId xmlns:a16="http://schemas.microsoft.com/office/drawing/2014/main" id="{DBFF24DE-2136-2315-E98D-CA5F310FF708}"/>
                </a:ext>
              </a:extLst>
            </p:cNvPr>
            <p:cNvSpPr/>
            <p:nvPr/>
          </p:nvSpPr>
          <p:spPr>
            <a:xfrm>
              <a:off x="6385074" y="3625351"/>
              <a:ext cx="60099" cy="4796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8">
              <a:extLst>
                <a:ext uri="{FF2B5EF4-FFF2-40B4-BE49-F238E27FC236}">
                  <a16:creationId xmlns:a16="http://schemas.microsoft.com/office/drawing/2014/main" id="{D7E5A831-37DD-D73E-5946-1F70A6030BE0}"/>
                </a:ext>
              </a:extLst>
            </p:cNvPr>
            <p:cNvSpPr/>
            <p:nvPr/>
          </p:nvSpPr>
          <p:spPr>
            <a:xfrm>
              <a:off x="5716739" y="33474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 name="Google Shape;799;p38">
            <a:extLst>
              <a:ext uri="{FF2B5EF4-FFF2-40B4-BE49-F238E27FC236}">
                <a16:creationId xmlns:a16="http://schemas.microsoft.com/office/drawing/2014/main" id="{8F142B70-6438-D16F-DB09-7557A40C18FC}"/>
              </a:ext>
            </a:extLst>
          </p:cNvPr>
          <p:cNvSpPr txBox="1">
            <a:spLocks noGrp="1"/>
          </p:cNvSpPr>
          <p:nvPr>
            <p:ph type="ctrTitle"/>
          </p:nvPr>
        </p:nvSpPr>
        <p:spPr>
          <a:xfrm flipH="1">
            <a:off x="2717713" y="173571"/>
            <a:ext cx="3985430" cy="44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Descriptive Analysis</a:t>
            </a:r>
            <a:endParaRPr dirty="0"/>
          </a:p>
        </p:txBody>
      </p:sp>
      <p:pic>
        <p:nvPicPr>
          <p:cNvPr id="5" name="Picture 4">
            <a:extLst>
              <a:ext uri="{FF2B5EF4-FFF2-40B4-BE49-F238E27FC236}">
                <a16:creationId xmlns:a16="http://schemas.microsoft.com/office/drawing/2014/main" id="{1AC9D8E7-B56D-3729-0372-7829E4464E65}"/>
              </a:ext>
            </a:extLst>
          </p:cNvPr>
          <p:cNvPicPr>
            <a:picLocks noChangeAspect="1"/>
          </p:cNvPicPr>
          <p:nvPr/>
        </p:nvPicPr>
        <p:blipFill>
          <a:blip r:embed="rId3"/>
          <a:stretch>
            <a:fillRect/>
          </a:stretch>
        </p:blipFill>
        <p:spPr>
          <a:xfrm>
            <a:off x="145006" y="621771"/>
            <a:ext cx="4426994" cy="4250738"/>
          </a:xfrm>
          <a:prstGeom prst="rect">
            <a:avLst/>
          </a:prstGeom>
        </p:spPr>
      </p:pic>
    </p:spTree>
    <p:extLst>
      <p:ext uri="{BB962C8B-B14F-4D97-AF65-F5344CB8AC3E}">
        <p14:creationId xmlns:p14="http://schemas.microsoft.com/office/powerpoint/2010/main" val="2801913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grpSp>
        <p:nvGrpSpPr>
          <p:cNvPr id="1282" name="Google Shape;1282;p49"/>
          <p:cNvGrpSpPr/>
          <p:nvPr/>
        </p:nvGrpSpPr>
        <p:grpSpPr>
          <a:xfrm>
            <a:off x="5588537" y="679708"/>
            <a:ext cx="1859071" cy="4421220"/>
            <a:chOff x="4940355" y="382409"/>
            <a:chExt cx="1859071" cy="4421220"/>
          </a:xfrm>
        </p:grpSpPr>
        <p:sp>
          <p:nvSpPr>
            <p:cNvPr id="1283" name="Google Shape;1283;p49"/>
            <p:cNvSpPr/>
            <p:nvPr/>
          </p:nvSpPr>
          <p:spPr>
            <a:xfrm rot="-2105364">
              <a:off x="5497165" y="504762"/>
              <a:ext cx="592846" cy="53049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9"/>
            <p:cNvSpPr/>
            <p:nvPr/>
          </p:nvSpPr>
          <p:spPr>
            <a:xfrm flipH="1">
              <a:off x="5123375" y="1558855"/>
              <a:ext cx="912921" cy="827410"/>
            </a:xfrm>
            <a:custGeom>
              <a:avLst/>
              <a:gdLst/>
              <a:ahLst/>
              <a:cxnLst/>
              <a:rect l="l" t="t" r="r" b="b"/>
              <a:pathLst>
                <a:path w="12854" h="11650" extrusionOk="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9"/>
            <p:cNvSpPr/>
            <p:nvPr/>
          </p:nvSpPr>
          <p:spPr>
            <a:xfrm flipH="1">
              <a:off x="5697290" y="2536257"/>
              <a:ext cx="1031458" cy="2181381"/>
            </a:xfrm>
            <a:custGeom>
              <a:avLst/>
              <a:gdLst/>
              <a:ahLst/>
              <a:cxnLst/>
              <a:rect l="l" t="t" r="r" b="b"/>
              <a:pathLst>
                <a:path w="14523" h="30714" extrusionOk="0">
                  <a:moveTo>
                    <a:pt x="14523" y="0"/>
                  </a:moveTo>
                  <a:lnTo>
                    <a:pt x="9838" y="878"/>
                  </a:lnTo>
                  <a:cubicBezTo>
                    <a:pt x="7232" y="12912"/>
                    <a:pt x="1" y="28254"/>
                    <a:pt x="1" y="28254"/>
                  </a:cubicBezTo>
                  <a:lnTo>
                    <a:pt x="4012" y="30714"/>
                  </a:lnTo>
                  <a:cubicBezTo>
                    <a:pt x="13308" y="12341"/>
                    <a:pt x="14523" y="0"/>
                    <a:pt x="14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9"/>
            <p:cNvSpPr/>
            <p:nvPr/>
          </p:nvSpPr>
          <p:spPr>
            <a:xfrm flipH="1">
              <a:off x="5666054" y="1058436"/>
              <a:ext cx="770522" cy="832382"/>
            </a:xfrm>
            <a:custGeom>
              <a:avLst/>
              <a:gdLst/>
              <a:ahLst/>
              <a:cxnLst/>
              <a:rect l="l" t="t" r="r" b="b"/>
              <a:pathLst>
                <a:path w="10849" h="11720" extrusionOk="0">
                  <a:moveTo>
                    <a:pt x="2775" y="1"/>
                  </a:moveTo>
                  <a:cubicBezTo>
                    <a:pt x="2313" y="1"/>
                    <a:pt x="1872" y="147"/>
                    <a:pt x="1479" y="591"/>
                  </a:cubicBezTo>
                  <a:cubicBezTo>
                    <a:pt x="1478" y="591"/>
                    <a:pt x="1478" y="590"/>
                    <a:pt x="1477" y="590"/>
                  </a:cubicBezTo>
                  <a:cubicBezTo>
                    <a:pt x="1432" y="590"/>
                    <a:pt x="821" y="867"/>
                    <a:pt x="849" y="1338"/>
                  </a:cubicBezTo>
                  <a:cubicBezTo>
                    <a:pt x="893" y="2948"/>
                    <a:pt x="1171" y="4046"/>
                    <a:pt x="498" y="5510"/>
                  </a:cubicBezTo>
                  <a:cubicBezTo>
                    <a:pt x="278" y="6008"/>
                    <a:pt x="0" y="6535"/>
                    <a:pt x="88" y="7062"/>
                  </a:cubicBezTo>
                  <a:cubicBezTo>
                    <a:pt x="191" y="7545"/>
                    <a:pt x="586" y="7925"/>
                    <a:pt x="1025" y="8145"/>
                  </a:cubicBezTo>
                  <a:cubicBezTo>
                    <a:pt x="1464" y="8365"/>
                    <a:pt x="1962" y="8482"/>
                    <a:pt x="2430" y="8628"/>
                  </a:cubicBezTo>
                  <a:cubicBezTo>
                    <a:pt x="2913" y="8774"/>
                    <a:pt x="3382" y="8994"/>
                    <a:pt x="3675" y="9375"/>
                  </a:cubicBezTo>
                  <a:cubicBezTo>
                    <a:pt x="4026" y="9814"/>
                    <a:pt x="4099" y="10399"/>
                    <a:pt x="4465" y="10824"/>
                  </a:cubicBezTo>
                  <a:cubicBezTo>
                    <a:pt x="4846" y="11278"/>
                    <a:pt x="5475" y="11439"/>
                    <a:pt x="6076" y="11527"/>
                  </a:cubicBezTo>
                  <a:cubicBezTo>
                    <a:pt x="6841" y="11659"/>
                    <a:pt x="7594" y="11719"/>
                    <a:pt x="8367" y="11719"/>
                  </a:cubicBezTo>
                  <a:cubicBezTo>
                    <a:pt x="8452" y="11719"/>
                    <a:pt x="8537" y="11718"/>
                    <a:pt x="8623" y="11717"/>
                  </a:cubicBezTo>
                  <a:cubicBezTo>
                    <a:pt x="9135" y="11702"/>
                    <a:pt x="9677" y="11644"/>
                    <a:pt x="10101" y="11351"/>
                  </a:cubicBezTo>
                  <a:cubicBezTo>
                    <a:pt x="10746" y="10868"/>
                    <a:pt x="10848" y="9828"/>
                    <a:pt x="10321" y="9243"/>
                  </a:cubicBezTo>
                  <a:cubicBezTo>
                    <a:pt x="9940" y="8818"/>
                    <a:pt x="9355" y="8672"/>
                    <a:pt x="8842" y="8408"/>
                  </a:cubicBezTo>
                  <a:cubicBezTo>
                    <a:pt x="7964" y="7940"/>
                    <a:pt x="7320" y="7091"/>
                    <a:pt x="7144" y="6110"/>
                  </a:cubicBezTo>
                  <a:cubicBezTo>
                    <a:pt x="6998" y="5276"/>
                    <a:pt x="7174" y="4397"/>
                    <a:pt x="7247" y="3533"/>
                  </a:cubicBezTo>
                  <a:cubicBezTo>
                    <a:pt x="7305" y="2670"/>
                    <a:pt x="7188" y="1718"/>
                    <a:pt x="6573" y="1133"/>
                  </a:cubicBezTo>
                  <a:cubicBezTo>
                    <a:pt x="6163" y="752"/>
                    <a:pt x="5607" y="591"/>
                    <a:pt x="5051" y="503"/>
                  </a:cubicBezTo>
                  <a:cubicBezTo>
                    <a:pt x="4311" y="377"/>
                    <a:pt x="3516" y="1"/>
                    <a:pt x="27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9"/>
            <p:cNvSpPr/>
            <p:nvPr/>
          </p:nvSpPr>
          <p:spPr>
            <a:xfrm flipH="1">
              <a:off x="5697302" y="2536257"/>
              <a:ext cx="1031458" cy="2181381"/>
            </a:xfrm>
            <a:custGeom>
              <a:avLst/>
              <a:gdLst/>
              <a:ahLst/>
              <a:cxnLst/>
              <a:rect l="l" t="t" r="r" b="b"/>
              <a:pathLst>
                <a:path w="14523" h="30714" extrusionOk="0">
                  <a:moveTo>
                    <a:pt x="14523" y="0"/>
                  </a:moveTo>
                  <a:lnTo>
                    <a:pt x="9838" y="878"/>
                  </a:lnTo>
                  <a:cubicBezTo>
                    <a:pt x="7232" y="12912"/>
                    <a:pt x="1" y="28254"/>
                    <a:pt x="1" y="28254"/>
                  </a:cubicBezTo>
                  <a:lnTo>
                    <a:pt x="4012" y="30714"/>
                  </a:lnTo>
                  <a:cubicBezTo>
                    <a:pt x="13308" y="12341"/>
                    <a:pt x="14523" y="0"/>
                    <a:pt x="14523"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9"/>
            <p:cNvSpPr/>
            <p:nvPr/>
          </p:nvSpPr>
          <p:spPr>
            <a:xfrm flipH="1">
              <a:off x="6390764" y="4531472"/>
              <a:ext cx="339061" cy="272158"/>
            </a:xfrm>
            <a:custGeom>
              <a:avLst/>
              <a:gdLst/>
              <a:ahLst/>
              <a:cxnLst/>
              <a:rect l="l" t="t" r="r" b="b"/>
              <a:pathLst>
                <a:path w="4774" h="3832" extrusionOk="0">
                  <a:moveTo>
                    <a:pt x="1" y="0"/>
                  </a:moveTo>
                  <a:lnTo>
                    <a:pt x="16" y="161"/>
                  </a:lnTo>
                  <a:cubicBezTo>
                    <a:pt x="16" y="161"/>
                    <a:pt x="4167" y="3832"/>
                    <a:pt x="4618" y="3832"/>
                  </a:cubicBezTo>
                  <a:cubicBezTo>
                    <a:pt x="4639" y="3832"/>
                    <a:pt x="4652" y="3824"/>
                    <a:pt x="4656" y="3807"/>
                  </a:cubicBezTo>
                  <a:cubicBezTo>
                    <a:pt x="4773" y="3426"/>
                    <a:pt x="3997" y="2621"/>
                    <a:pt x="3997" y="2621"/>
                  </a:cubicBez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9"/>
            <p:cNvSpPr/>
            <p:nvPr/>
          </p:nvSpPr>
          <p:spPr>
            <a:xfrm flipH="1">
              <a:off x="6532169" y="3030498"/>
              <a:ext cx="267257" cy="303194"/>
            </a:xfrm>
            <a:custGeom>
              <a:avLst/>
              <a:gdLst/>
              <a:ahLst/>
              <a:cxnLst/>
              <a:rect l="l" t="t" r="r" b="b"/>
              <a:pathLst>
                <a:path w="3763" h="4269" extrusionOk="0">
                  <a:moveTo>
                    <a:pt x="1007" y="0"/>
                  </a:moveTo>
                  <a:cubicBezTo>
                    <a:pt x="912" y="0"/>
                    <a:pt x="842" y="30"/>
                    <a:pt x="805" y="97"/>
                  </a:cubicBezTo>
                  <a:cubicBezTo>
                    <a:pt x="805" y="97"/>
                    <a:pt x="0" y="2264"/>
                    <a:pt x="73" y="2528"/>
                  </a:cubicBezTo>
                  <a:cubicBezTo>
                    <a:pt x="83" y="2566"/>
                    <a:pt x="105" y="2583"/>
                    <a:pt x="134" y="2583"/>
                  </a:cubicBezTo>
                  <a:cubicBezTo>
                    <a:pt x="316" y="2583"/>
                    <a:pt x="805" y="1942"/>
                    <a:pt x="805" y="1942"/>
                  </a:cubicBezTo>
                  <a:lnTo>
                    <a:pt x="805" y="1942"/>
                  </a:lnTo>
                  <a:cubicBezTo>
                    <a:pt x="805" y="1942"/>
                    <a:pt x="264" y="2879"/>
                    <a:pt x="337" y="3128"/>
                  </a:cubicBezTo>
                  <a:cubicBezTo>
                    <a:pt x="344" y="3155"/>
                    <a:pt x="362" y="3167"/>
                    <a:pt x="387" y="3167"/>
                  </a:cubicBezTo>
                  <a:cubicBezTo>
                    <a:pt x="609" y="3167"/>
                    <a:pt x="1434" y="2235"/>
                    <a:pt x="1435" y="2235"/>
                  </a:cubicBezTo>
                  <a:lnTo>
                    <a:pt x="1435" y="2235"/>
                  </a:lnTo>
                  <a:cubicBezTo>
                    <a:pt x="1434" y="2235"/>
                    <a:pt x="483" y="3435"/>
                    <a:pt x="732" y="3640"/>
                  </a:cubicBezTo>
                  <a:cubicBezTo>
                    <a:pt x="752" y="3656"/>
                    <a:pt x="777" y="3663"/>
                    <a:pt x="805" y="3663"/>
                  </a:cubicBezTo>
                  <a:cubicBezTo>
                    <a:pt x="1159" y="3663"/>
                    <a:pt x="2123" y="2586"/>
                    <a:pt x="2123" y="2586"/>
                  </a:cubicBezTo>
                  <a:lnTo>
                    <a:pt x="2123" y="2586"/>
                  </a:lnTo>
                  <a:cubicBezTo>
                    <a:pt x="2123" y="2586"/>
                    <a:pt x="1069" y="3977"/>
                    <a:pt x="1303" y="4240"/>
                  </a:cubicBezTo>
                  <a:cubicBezTo>
                    <a:pt x="1319" y="4260"/>
                    <a:pt x="1341" y="4269"/>
                    <a:pt x="1368" y="4269"/>
                  </a:cubicBezTo>
                  <a:cubicBezTo>
                    <a:pt x="1728" y="4269"/>
                    <a:pt x="2957" y="2659"/>
                    <a:pt x="2957" y="2659"/>
                  </a:cubicBezTo>
                  <a:cubicBezTo>
                    <a:pt x="2984" y="3291"/>
                    <a:pt x="3357" y="3664"/>
                    <a:pt x="3542" y="3664"/>
                  </a:cubicBezTo>
                  <a:cubicBezTo>
                    <a:pt x="3559" y="3664"/>
                    <a:pt x="3574" y="3661"/>
                    <a:pt x="3587" y="3655"/>
                  </a:cubicBezTo>
                  <a:cubicBezTo>
                    <a:pt x="3762" y="3582"/>
                    <a:pt x="3557" y="1459"/>
                    <a:pt x="3557" y="1459"/>
                  </a:cubicBezTo>
                  <a:cubicBezTo>
                    <a:pt x="3557" y="1459"/>
                    <a:pt x="1673" y="0"/>
                    <a:pt x="1007"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9"/>
            <p:cNvSpPr/>
            <p:nvPr/>
          </p:nvSpPr>
          <p:spPr>
            <a:xfrm flipH="1">
              <a:off x="5302207" y="2508133"/>
              <a:ext cx="1096940" cy="2262559"/>
            </a:xfrm>
            <a:custGeom>
              <a:avLst/>
              <a:gdLst/>
              <a:ahLst/>
              <a:cxnLst/>
              <a:rect l="l" t="t" r="r" b="b"/>
              <a:pathLst>
                <a:path w="15445" h="31857" extrusionOk="0">
                  <a:moveTo>
                    <a:pt x="6251" y="1"/>
                  </a:moveTo>
                  <a:lnTo>
                    <a:pt x="0" y="2124"/>
                  </a:lnTo>
                  <a:cubicBezTo>
                    <a:pt x="0" y="2124"/>
                    <a:pt x="3470" y="18154"/>
                    <a:pt x="11844" y="31856"/>
                  </a:cubicBezTo>
                  <a:lnTo>
                    <a:pt x="15445" y="29895"/>
                  </a:lnTo>
                  <a:cubicBezTo>
                    <a:pt x="15445" y="29895"/>
                    <a:pt x="5929" y="9956"/>
                    <a:pt x="6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9"/>
            <p:cNvSpPr/>
            <p:nvPr/>
          </p:nvSpPr>
          <p:spPr>
            <a:xfrm flipH="1">
              <a:off x="6141265" y="2320990"/>
              <a:ext cx="166405" cy="180326"/>
            </a:xfrm>
            <a:custGeom>
              <a:avLst/>
              <a:gdLst/>
              <a:ahLst/>
              <a:cxnLst/>
              <a:rect l="l" t="t" r="r" b="b"/>
              <a:pathLst>
                <a:path w="2343" h="2539" extrusionOk="0">
                  <a:moveTo>
                    <a:pt x="162" y="1"/>
                  </a:moveTo>
                  <a:cubicBezTo>
                    <a:pt x="162" y="1"/>
                    <a:pt x="279" y="15"/>
                    <a:pt x="469" y="30"/>
                  </a:cubicBezTo>
                  <a:cubicBezTo>
                    <a:pt x="689" y="59"/>
                    <a:pt x="981" y="74"/>
                    <a:pt x="1333" y="103"/>
                  </a:cubicBezTo>
                  <a:cubicBezTo>
                    <a:pt x="1523" y="132"/>
                    <a:pt x="1713" y="147"/>
                    <a:pt x="1933" y="162"/>
                  </a:cubicBezTo>
                  <a:cubicBezTo>
                    <a:pt x="2050" y="176"/>
                    <a:pt x="2153" y="176"/>
                    <a:pt x="2211" y="250"/>
                  </a:cubicBezTo>
                  <a:cubicBezTo>
                    <a:pt x="2270" y="323"/>
                    <a:pt x="2270" y="440"/>
                    <a:pt x="2270" y="572"/>
                  </a:cubicBezTo>
                  <a:cubicBezTo>
                    <a:pt x="2270" y="806"/>
                    <a:pt x="2270" y="1055"/>
                    <a:pt x="2211" y="1318"/>
                  </a:cubicBezTo>
                  <a:cubicBezTo>
                    <a:pt x="2153" y="1567"/>
                    <a:pt x="2050" y="1831"/>
                    <a:pt x="1860" y="2006"/>
                  </a:cubicBezTo>
                  <a:cubicBezTo>
                    <a:pt x="1684" y="2197"/>
                    <a:pt x="1421" y="2328"/>
                    <a:pt x="1186" y="2372"/>
                  </a:cubicBezTo>
                  <a:cubicBezTo>
                    <a:pt x="1062" y="2402"/>
                    <a:pt x="934" y="2420"/>
                    <a:pt x="811" y="2420"/>
                  </a:cubicBezTo>
                  <a:cubicBezTo>
                    <a:pt x="689" y="2420"/>
                    <a:pt x="571" y="2402"/>
                    <a:pt x="469" y="2358"/>
                  </a:cubicBezTo>
                  <a:cubicBezTo>
                    <a:pt x="279" y="2255"/>
                    <a:pt x="176" y="2036"/>
                    <a:pt x="147" y="1831"/>
                  </a:cubicBezTo>
                  <a:cubicBezTo>
                    <a:pt x="103" y="1626"/>
                    <a:pt x="132" y="1421"/>
                    <a:pt x="132" y="1245"/>
                  </a:cubicBezTo>
                  <a:cubicBezTo>
                    <a:pt x="147" y="879"/>
                    <a:pt x="205" y="586"/>
                    <a:pt x="235" y="381"/>
                  </a:cubicBezTo>
                  <a:cubicBezTo>
                    <a:pt x="293" y="176"/>
                    <a:pt x="308" y="74"/>
                    <a:pt x="308" y="74"/>
                  </a:cubicBezTo>
                  <a:lnTo>
                    <a:pt x="308" y="74"/>
                  </a:lnTo>
                  <a:cubicBezTo>
                    <a:pt x="308" y="74"/>
                    <a:pt x="293" y="89"/>
                    <a:pt x="249" y="176"/>
                  </a:cubicBezTo>
                  <a:cubicBezTo>
                    <a:pt x="235" y="220"/>
                    <a:pt x="220" y="308"/>
                    <a:pt x="176" y="396"/>
                  </a:cubicBezTo>
                  <a:cubicBezTo>
                    <a:pt x="118" y="601"/>
                    <a:pt x="74" y="894"/>
                    <a:pt x="30" y="1260"/>
                  </a:cubicBezTo>
                  <a:cubicBezTo>
                    <a:pt x="15" y="1450"/>
                    <a:pt x="1" y="1640"/>
                    <a:pt x="30" y="1860"/>
                  </a:cubicBezTo>
                  <a:cubicBezTo>
                    <a:pt x="44" y="1977"/>
                    <a:pt x="88" y="2080"/>
                    <a:pt x="147" y="2197"/>
                  </a:cubicBezTo>
                  <a:cubicBezTo>
                    <a:pt x="220" y="2284"/>
                    <a:pt x="308" y="2402"/>
                    <a:pt x="410" y="2446"/>
                  </a:cubicBezTo>
                  <a:cubicBezTo>
                    <a:pt x="540" y="2514"/>
                    <a:pt x="673" y="2539"/>
                    <a:pt x="808" y="2539"/>
                  </a:cubicBezTo>
                  <a:cubicBezTo>
                    <a:pt x="933" y="2539"/>
                    <a:pt x="1060" y="2518"/>
                    <a:pt x="1186" y="2489"/>
                  </a:cubicBezTo>
                  <a:cubicBezTo>
                    <a:pt x="1435" y="2416"/>
                    <a:pt x="1713" y="2284"/>
                    <a:pt x="1918" y="2080"/>
                  </a:cubicBezTo>
                  <a:cubicBezTo>
                    <a:pt x="2123" y="1860"/>
                    <a:pt x="2226" y="1596"/>
                    <a:pt x="2284" y="1333"/>
                  </a:cubicBezTo>
                  <a:cubicBezTo>
                    <a:pt x="2343" y="1055"/>
                    <a:pt x="2343" y="806"/>
                    <a:pt x="2343" y="572"/>
                  </a:cubicBezTo>
                  <a:cubicBezTo>
                    <a:pt x="2343" y="455"/>
                    <a:pt x="2343" y="308"/>
                    <a:pt x="2270" y="206"/>
                  </a:cubicBezTo>
                  <a:cubicBezTo>
                    <a:pt x="2226" y="132"/>
                    <a:pt x="2153" y="103"/>
                    <a:pt x="2109" y="89"/>
                  </a:cubicBezTo>
                  <a:cubicBezTo>
                    <a:pt x="2050" y="74"/>
                    <a:pt x="1991" y="74"/>
                    <a:pt x="1933" y="74"/>
                  </a:cubicBezTo>
                  <a:cubicBezTo>
                    <a:pt x="1713" y="59"/>
                    <a:pt x="1523" y="59"/>
                    <a:pt x="1333" y="30"/>
                  </a:cubicBezTo>
                  <a:cubicBezTo>
                    <a:pt x="981" y="15"/>
                    <a:pt x="689" y="15"/>
                    <a:pt x="469" y="1"/>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9"/>
            <p:cNvSpPr/>
            <p:nvPr/>
          </p:nvSpPr>
          <p:spPr>
            <a:xfrm flipH="1">
              <a:off x="5166985" y="4623445"/>
              <a:ext cx="391049" cy="147229"/>
            </a:xfrm>
            <a:custGeom>
              <a:avLst/>
              <a:gdLst/>
              <a:ahLst/>
              <a:cxnLst/>
              <a:rect l="l" t="t" r="r" b="b"/>
              <a:pathLst>
                <a:path w="5506" h="2073" extrusionOk="0">
                  <a:moveTo>
                    <a:pt x="4908" y="0"/>
                  </a:moveTo>
                  <a:cubicBezTo>
                    <a:pt x="4370" y="0"/>
                    <a:pt x="3602" y="111"/>
                    <a:pt x="3602" y="111"/>
                  </a:cubicBezTo>
                  <a:lnTo>
                    <a:pt x="1" y="2072"/>
                  </a:lnTo>
                  <a:cubicBezTo>
                    <a:pt x="1" y="2072"/>
                    <a:pt x="5505" y="374"/>
                    <a:pt x="5417" y="111"/>
                  </a:cubicBezTo>
                  <a:cubicBezTo>
                    <a:pt x="5388" y="28"/>
                    <a:pt x="5176" y="0"/>
                    <a:pt x="49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9"/>
            <p:cNvSpPr/>
            <p:nvPr/>
          </p:nvSpPr>
          <p:spPr>
            <a:xfrm flipH="1">
              <a:off x="5123375" y="1558855"/>
              <a:ext cx="912921" cy="827410"/>
            </a:xfrm>
            <a:custGeom>
              <a:avLst/>
              <a:gdLst/>
              <a:ahLst/>
              <a:cxnLst/>
              <a:rect l="l" t="t" r="r" b="b"/>
              <a:pathLst>
                <a:path w="12854" h="11650" extrusionOk="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9"/>
            <p:cNvSpPr/>
            <p:nvPr/>
          </p:nvSpPr>
          <p:spPr>
            <a:xfrm flipH="1">
              <a:off x="5646309" y="1543799"/>
              <a:ext cx="831885" cy="1160647"/>
            </a:xfrm>
            <a:custGeom>
              <a:avLst/>
              <a:gdLst/>
              <a:ahLst/>
              <a:cxnLst/>
              <a:rect l="l" t="t" r="r" b="b"/>
              <a:pathLst>
                <a:path w="11713" h="16342" extrusionOk="0">
                  <a:moveTo>
                    <a:pt x="6680" y="0"/>
                  </a:moveTo>
                  <a:cubicBezTo>
                    <a:pt x="5073" y="0"/>
                    <a:pt x="3107" y="146"/>
                    <a:pt x="2050" y="725"/>
                  </a:cubicBezTo>
                  <a:cubicBezTo>
                    <a:pt x="2050" y="725"/>
                    <a:pt x="308" y="1501"/>
                    <a:pt x="1" y="2526"/>
                  </a:cubicBezTo>
                  <a:lnTo>
                    <a:pt x="1143" y="10607"/>
                  </a:lnTo>
                  <a:lnTo>
                    <a:pt x="850" y="15702"/>
                  </a:lnTo>
                  <a:cubicBezTo>
                    <a:pt x="850" y="15702"/>
                    <a:pt x="2405" y="16341"/>
                    <a:pt x="4371" y="16341"/>
                  </a:cubicBezTo>
                  <a:cubicBezTo>
                    <a:pt x="5608" y="16341"/>
                    <a:pt x="7009" y="16088"/>
                    <a:pt x="8287" y="15262"/>
                  </a:cubicBezTo>
                  <a:cubicBezTo>
                    <a:pt x="8287" y="15262"/>
                    <a:pt x="9946" y="15816"/>
                    <a:pt x="11017" y="15816"/>
                  </a:cubicBezTo>
                  <a:cubicBezTo>
                    <a:pt x="11307" y="15816"/>
                    <a:pt x="11553" y="15775"/>
                    <a:pt x="11712" y="15672"/>
                  </a:cubicBezTo>
                  <a:lnTo>
                    <a:pt x="10600" y="9319"/>
                  </a:lnTo>
                  <a:cubicBezTo>
                    <a:pt x="10283" y="7334"/>
                    <a:pt x="10023" y="191"/>
                    <a:pt x="9417" y="191"/>
                  </a:cubicBezTo>
                  <a:cubicBezTo>
                    <a:pt x="9407" y="191"/>
                    <a:pt x="9396" y="194"/>
                    <a:pt x="9385" y="198"/>
                  </a:cubicBezTo>
                  <a:cubicBezTo>
                    <a:pt x="9372" y="206"/>
                    <a:pt x="9359" y="209"/>
                    <a:pt x="9346" y="209"/>
                  </a:cubicBezTo>
                  <a:cubicBezTo>
                    <a:pt x="9285" y="209"/>
                    <a:pt x="9223" y="137"/>
                    <a:pt x="9150" y="125"/>
                  </a:cubicBezTo>
                  <a:cubicBezTo>
                    <a:pt x="8875" y="81"/>
                    <a:pt x="7877" y="0"/>
                    <a:pt x="66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9"/>
            <p:cNvSpPr/>
            <p:nvPr/>
          </p:nvSpPr>
          <p:spPr>
            <a:xfrm flipH="1">
              <a:off x="5949932" y="1542307"/>
              <a:ext cx="270382" cy="536503"/>
            </a:xfrm>
            <a:custGeom>
              <a:avLst/>
              <a:gdLst/>
              <a:ahLst/>
              <a:cxnLst/>
              <a:rect l="l" t="t" r="r" b="b"/>
              <a:pathLst>
                <a:path w="3807" h="7554" extrusionOk="0">
                  <a:moveTo>
                    <a:pt x="2867" y="0"/>
                  </a:moveTo>
                  <a:cubicBezTo>
                    <a:pt x="1934" y="0"/>
                    <a:pt x="564" y="41"/>
                    <a:pt x="0" y="263"/>
                  </a:cubicBezTo>
                  <a:lnTo>
                    <a:pt x="3806" y="7554"/>
                  </a:lnTo>
                  <a:lnTo>
                    <a:pt x="3806" y="14"/>
                  </a:lnTo>
                  <a:cubicBezTo>
                    <a:pt x="3806" y="14"/>
                    <a:pt x="3411" y="0"/>
                    <a:pt x="28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9"/>
            <p:cNvSpPr/>
            <p:nvPr/>
          </p:nvSpPr>
          <p:spPr>
            <a:xfrm flipH="1">
              <a:off x="5920812" y="1097285"/>
              <a:ext cx="431532" cy="548790"/>
            </a:xfrm>
            <a:custGeom>
              <a:avLst/>
              <a:gdLst/>
              <a:ahLst/>
              <a:cxnLst/>
              <a:rect l="l" t="t" r="r" b="b"/>
              <a:pathLst>
                <a:path w="6076" h="7727" extrusionOk="0">
                  <a:moveTo>
                    <a:pt x="2782" y="0"/>
                  </a:moveTo>
                  <a:lnTo>
                    <a:pt x="1200" y="44"/>
                  </a:lnTo>
                  <a:cubicBezTo>
                    <a:pt x="1200" y="44"/>
                    <a:pt x="293" y="59"/>
                    <a:pt x="293" y="498"/>
                  </a:cubicBezTo>
                  <a:cubicBezTo>
                    <a:pt x="293" y="498"/>
                    <a:pt x="0" y="5885"/>
                    <a:pt x="1713" y="5958"/>
                  </a:cubicBezTo>
                  <a:lnTo>
                    <a:pt x="2738" y="5958"/>
                  </a:lnTo>
                  <a:lnTo>
                    <a:pt x="2738" y="6720"/>
                  </a:lnTo>
                  <a:cubicBezTo>
                    <a:pt x="2738" y="6983"/>
                    <a:pt x="2855" y="7217"/>
                    <a:pt x="3074" y="7349"/>
                  </a:cubicBezTo>
                  <a:cubicBezTo>
                    <a:pt x="3364" y="7521"/>
                    <a:pt x="3783" y="7727"/>
                    <a:pt x="4206" y="7727"/>
                  </a:cubicBezTo>
                  <a:cubicBezTo>
                    <a:pt x="4466" y="7727"/>
                    <a:pt x="4728" y="7649"/>
                    <a:pt x="4963" y="7437"/>
                  </a:cubicBezTo>
                  <a:cubicBezTo>
                    <a:pt x="5256" y="7188"/>
                    <a:pt x="5387" y="6778"/>
                    <a:pt x="5343" y="6397"/>
                  </a:cubicBezTo>
                  <a:lnTo>
                    <a:pt x="5124" y="3513"/>
                  </a:lnTo>
                  <a:cubicBezTo>
                    <a:pt x="5124" y="3513"/>
                    <a:pt x="6075" y="3323"/>
                    <a:pt x="5900" y="2328"/>
                  </a:cubicBezTo>
                  <a:cubicBezTo>
                    <a:pt x="5801" y="1797"/>
                    <a:pt x="5528" y="1643"/>
                    <a:pt x="5245" y="1643"/>
                  </a:cubicBezTo>
                  <a:cubicBezTo>
                    <a:pt x="4857" y="1643"/>
                    <a:pt x="4450" y="1932"/>
                    <a:pt x="4450" y="1932"/>
                  </a:cubicBezTo>
                  <a:lnTo>
                    <a:pt x="4450" y="1610"/>
                  </a:lnTo>
                  <a:cubicBezTo>
                    <a:pt x="4450" y="717"/>
                    <a:pt x="3718" y="0"/>
                    <a:pt x="2840"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9"/>
            <p:cNvSpPr/>
            <p:nvPr/>
          </p:nvSpPr>
          <p:spPr>
            <a:xfrm flipH="1">
              <a:off x="6239987" y="1278177"/>
              <a:ext cx="24006" cy="114417"/>
            </a:xfrm>
            <a:custGeom>
              <a:avLst/>
              <a:gdLst/>
              <a:ahLst/>
              <a:cxnLst/>
              <a:rect l="l" t="t" r="r" b="b"/>
              <a:pathLst>
                <a:path w="338" h="1611" extrusionOk="0">
                  <a:moveTo>
                    <a:pt x="74" y="0"/>
                  </a:moveTo>
                  <a:cubicBezTo>
                    <a:pt x="59" y="0"/>
                    <a:pt x="30" y="396"/>
                    <a:pt x="0" y="879"/>
                  </a:cubicBezTo>
                  <a:lnTo>
                    <a:pt x="0" y="1230"/>
                  </a:lnTo>
                  <a:cubicBezTo>
                    <a:pt x="0" y="1347"/>
                    <a:pt x="30" y="1450"/>
                    <a:pt x="74" y="1523"/>
                  </a:cubicBezTo>
                  <a:cubicBezTo>
                    <a:pt x="132" y="1596"/>
                    <a:pt x="205" y="1611"/>
                    <a:pt x="264" y="1611"/>
                  </a:cubicBezTo>
                  <a:cubicBezTo>
                    <a:pt x="308" y="1596"/>
                    <a:pt x="337" y="1581"/>
                    <a:pt x="337" y="1581"/>
                  </a:cubicBezTo>
                  <a:cubicBezTo>
                    <a:pt x="330" y="1574"/>
                    <a:pt x="319" y="1574"/>
                    <a:pt x="306" y="1574"/>
                  </a:cubicBezTo>
                  <a:cubicBezTo>
                    <a:pt x="293" y="1574"/>
                    <a:pt x="279" y="1574"/>
                    <a:pt x="264" y="1567"/>
                  </a:cubicBezTo>
                  <a:cubicBezTo>
                    <a:pt x="220" y="1567"/>
                    <a:pt x="176" y="1523"/>
                    <a:pt x="132" y="1464"/>
                  </a:cubicBezTo>
                  <a:cubicBezTo>
                    <a:pt x="74" y="1362"/>
                    <a:pt x="117" y="1113"/>
                    <a:pt x="117" y="879"/>
                  </a:cubicBezTo>
                  <a:cubicBezTo>
                    <a:pt x="117" y="396"/>
                    <a:pt x="117" y="0"/>
                    <a:pt x="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9"/>
            <p:cNvSpPr/>
            <p:nvPr/>
          </p:nvSpPr>
          <p:spPr>
            <a:xfrm flipH="1">
              <a:off x="6172445" y="1281302"/>
              <a:ext cx="9446" cy="28125"/>
            </a:xfrm>
            <a:custGeom>
              <a:avLst/>
              <a:gdLst/>
              <a:ahLst/>
              <a:cxnLst/>
              <a:rect l="l" t="t" r="r" b="b"/>
              <a:pathLst>
                <a:path w="133" h="396" extrusionOk="0">
                  <a:moveTo>
                    <a:pt x="74" y="0"/>
                  </a:moveTo>
                  <a:cubicBezTo>
                    <a:pt x="45" y="0"/>
                    <a:pt x="16" y="88"/>
                    <a:pt x="16" y="205"/>
                  </a:cubicBezTo>
                  <a:cubicBezTo>
                    <a:pt x="1" y="308"/>
                    <a:pt x="16" y="395"/>
                    <a:pt x="59" y="395"/>
                  </a:cubicBezTo>
                  <a:cubicBezTo>
                    <a:pt x="74" y="395"/>
                    <a:pt x="118" y="308"/>
                    <a:pt x="118" y="205"/>
                  </a:cubicBezTo>
                  <a:cubicBezTo>
                    <a:pt x="133" y="88"/>
                    <a:pt x="118" y="0"/>
                    <a:pt x="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9"/>
            <p:cNvSpPr/>
            <p:nvPr/>
          </p:nvSpPr>
          <p:spPr>
            <a:xfrm flipH="1">
              <a:off x="6296165" y="1280237"/>
              <a:ext cx="9446" cy="28125"/>
            </a:xfrm>
            <a:custGeom>
              <a:avLst/>
              <a:gdLst/>
              <a:ahLst/>
              <a:cxnLst/>
              <a:rect l="l" t="t" r="r" b="b"/>
              <a:pathLst>
                <a:path w="133" h="396" extrusionOk="0">
                  <a:moveTo>
                    <a:pt x="74" y="1"/>
                  </a:moveTo>
                  <a:cubicBezTo>
                    <a:pt x="45" y="1"/>
                    <a:pt x="30" y="74"/>
                    <a:pt x="30" y="191"/>
                  </a:cubicBezTo>
                  <a:cubicBezTo>
                    <a:pt x="1" y="308"/>
                    <a:pt x="30" y="396"/>
                    <a:pt x="59" y="396"/>
                  </a:cubicBezTo>
                  <a:cubicBezTo>
                    <a:pt x="74" y="396"/>
                    <a:pt x="118" y="308"/>
                    <a:pt x="118" y="191"/>
                  </a:cubicBezTo>
                  <a:cubicBezTo>
                    <a:pt x="133" y="88"/>
                    <a:pt x="118" y="1"/>
                    <a:pt x="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9"/>
            <p:cNvSpPr/>
            <p:nvPr/>
          </p:nvSpPr>
          <p:spPr>
            <a:xfrm flipH="1">
              <a:off x="6094462" y="1478814"/>
              <a:ext cx="67613" cy="119673"/>
            </a:xfrm>
            <a:custGeom>
              <a:avLst/>
              <a:gdLst/>
              <a:ahLst/>
              <a:cxnLst/>
              <a:rect l="l" t="t" r="r" b="b"/>
              <a:pathLst>
                <a:path w="952" h="1685" extrusionOk="0">
                  <a:moveTo>
                    <a:pt x="937" y="1"/>
                  </a:moveTo>
                  <a:lnTo>
                    <a:pt x="937" y="1"/>
                  </a:lnTo>
                  <a:cubicBezTo>
                    <a:pt x="717" y="293"/>
                    <a:pt x="395" y="498"/>
                    <a:pt x="59" y="586"/>
                  </a:cubicBezTo>
                  <a:lnTo>
                    <a:pt x="29" y="586"/>
                  </a:lnTo>
                  <a:cubicBezTo>
                    <a:pt x="15" y="923"/>
                    <a:pt x="0" y="1143"/>
                    <a:pt x="59" y="1465"/>
                  </a:cubicBezTo>
                  <a:cubicBezTo>
                    <a:pt x="59" y="1479"/>
                    <a:pt x="103" y="1655"/>
                    <a:pt x="103" y="1684"/>
                  </a:cubicBezTo>
                  <a:cubicBezTo>
                    <a:pt x="103" y="1684"/>
                    <a:pt x="249" y="1626"/>
                    <a:pt x="351" y="1567"/>
                  </a:cubicBezTo>
                  <a:cubicBezTo>
                    <a:pt x="600" y="1421"/>
                    <a:pt x="791" y="1172"/>
                    <a:pt x="864" y="879"/>
                  </a:cubicBezTo>
                  <a:cubicBezTo>
                    <a:pt x="952" y="601"/>
                    <a:pt x="952" y="293"/>
                    <a:pt x="937"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9"/>
            <p:cNvSpPr/>
            <p:nvPr/>
          </p:nvSpPr>
          <p:spPr>
            <a:xfrm flipH="1">
              <a:off x="5967617" y="1250124"/>
              <a:ext cx="57244" cy="75497"/>
            </a:xfrm>
            <a:custGeom>
              <a:avLst/>
              <a:gdLst/>
              <a:ahLst/>
              <a:cxnLst/>
              <a:rect l="l" t="t" r="r" b="b"/>
              <a:pathLst>
                <a:path w="806" h="1063" extrusionOk="0">
                  <a:moveTo>
                    <a:pt x="718" y="0"/>
                  </a:moveTo>
                  <a:cubicBezTo>
                    <a:pt x="718" y="0"/>
                    <a:pt x="630" y="0"/>
                    <a:pt x="498" y="59"/>
                  </a:cubicBezTo>
                  <a:cubicBezTo>
                    <a:pt x="366" y="102"/>
                    <a:pt x="205" y="234"/>
                    <a:pt x="103" y="454"/>
                  </a:cubicBezTo>
                  <a:lnTo>
                    <a:pt x="0" y="615"/>
                  </a:lnTo>
                  <a:lnTo>
                    <a:pt x="0" y="615"/>
                  </a:lnTo>
                  <a:lnTo>
                    <a:pt x="176" y="512"/>
                  </a:lnTo>
                  <a:cubicBezTo>
                    <a:pt x="185" y="507"/>
                    <a:pt x="194" y="502"/>
                    <a:pt x="203" y="496"/>
                  </a:cubicBezTo>
                  <a:lnTo>
                    <a:pt x="203" y="496"/>
                  </a:lnTo>
                  <a:lnTo>
                    <a:pt x="205" y="498"/>
                  </a:lnTo>
                  <a:cubicBezTo>
                    <a:pt x="206" y="497"/>
                    <a:pt x="206" y="495"/>
                    <a:pt x="207" y="494"/>
                  </a:cubicBezTo>
                  <a:lnTo>
                    <a:pt x="207" y="494"/>
                  </a:lnTo>
                  <a:cubicBezTo>
                    <a:pt x="270" y="456"/>
                    <a:pt x="333" y="420"/>
                    <a:pt x="396" y="395"/>
                  </a:cubicBezTo>
                  <a:cubicBezTo>
                    <a:pt x="413" y="391"/>
                    <a:pt x="431" y="389"/>
                    <a:pt x="448" y="389"/>
                  </a:cubicBezTo>
                  <a:cubicBezTo>
                    <a:pt x="542" y="389"/>
                    <a:pt x="620" y="455"/>
                    <a:pt x="645" y="542"/>
                  </a:cubicBezTo>
                  <a:cubicBezTo>
                    <a:pt x="689" y="644"/>
                    <a:pt x="645" y="747"/>
                    <a:pt x="615" y="820"/>
                  </a:cubicBezTo>
                  <a:cubicBezTo>
                    <a:pt x="513" y="981"/>
                    <a:pt x="410" y="1039"/>
                    <a:pt x="425" y="1054"/>
                  </a:cubicBezTo>
                  <a:cubicBezTo>
                    <a:pt x="425" y="1060"/>
                    <a:pt x="430" y="1063"/>
                    <a:pt x="438" y="1063"/>
                  </a:cubicBezTo>
                  <a:cubicBezTo>
                    <a:pt x="475" y="1063"/>
                    <a:pt x="584" y="1009"/>
                    <a:pt x="703" y="878"/>
                  </a:cubicBezTo>
                  <a:cubicBezTo>
                    <a:pt x="762" y="805"/>
                    <a:pt x="806" y="659"/>
                    <a:pt x="762" y="527"/>
                  </a:cubicBezTo>
                  <a:cubicBezTo>
                    <a:pt x="732" y="454"/>
                    <a:pt x="703" y="395"/>
                    <a:pt x="630" y="351"/>
                  </a:cubicBezTo>
                  <a:cubicBezTo>
                    <a:pt x="575" y="318"/>
                    <a:pt x="512" y="302"/>
                    <a:pt x="453" y="302"/>
                  </a:cubicBezTo>
                  <a:cubicBezTo>
                    <a:pt x="433" y="302"/>
                    <a:pt x="414" y="304"/>
                    <a:pt x="396" y="307"/>
                  </a:cubicBezTo>
                  <a:cubicBezTo>
                    <a:pt x="358" y="312"/>
                    <a:pt x="324" y="322"/>
                    <a:pt x="294" y="334"/>
                  </a:cubicBezTo>
                  <a:lnTo>
                    <a:pt x="294" y="334"/>
                  </a:lnTo>
                  <a:cubicBezTo>
                    <a:pt x="369" y="230"/>
                    <a:pt x="462" y="152"/>
                    <a:pt x="542" y="102"/>
                  </a:cubicBezTo>
                  <a:cubicBezTo>
                    <a:pt x="645" y="29"/>
                    <a:pt x="718" y="15"/>
                    <a:pt x="7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9"/>
            <p:cNvSpPr/>
            <p:nvPr/>
          </p:nvSpPr>
          <p:spPr>
            <a:xfrm flipH="1">
              <a:off x="6185939" y="1384213"/>
              <a:ext cx="64559" cy="52272"/>
            </a:xfrm>
            <a:custGeom>
              <a:avLst/>
              <a:gdLst/>
              <a:ahLst/>
              <a:cxnLst/>
              <a:rect l="l" t="t" r="r" b="b"/>
              <a:pathLst>
                <a:path w="909" h="736" extrusionOk="0">
                  <a:moveTo>
                    <a:pt x="879" y="1"/>
                  </a:moveTo>
                  <a:cubicBezTo>
                    <a:pt x="864" y="1"/>
                    <a:pt x="864" y="74"/>
                    <a:pt x="820" y="176"/>
                  </a:cubicBezTo>
                  <a:cubicBezTo>
                    <a:pt x="806" y="293"/>
                    <a:pt x="718" y="410"/>
                    <a:pt x="586" y="528"/>
                  </a:cubicBezTo>
                  <a:cubicBezTo>
                    <a:pt x="455" y="630"/>
                    <a:pt x="293" y="674"/>
                    <a:pt x="176" y="674"/>
                  </a:cubicBezTo>
                  <a:cubicBezTo>
                    <a:pt x="108" y="674"/>
                    <a:pt x="53" y="667"/>
                    <a:pt x="23" y="667"/>
                  </a:cubicBezTo>
                  <a:cubicBezTo>
                    <a:pt x="9" y="667"/>
                    <a:pt x="1" y="669"/>
                    <a:pt x="1" y="674"/>
                  </a:cubicBezTo>
                  <a:cubicBezTo>
                    <a:pt x="1" y="689"/>
                    <a:pt x="59" y="732"/>
                    <a:pt x="176" y="732"/>
                  </a:cubicBezTo>
                  <a:cubicBezTo>
                    <a:pt x="191" y="734"/>
                    <a:pt x="207" y="735"/>
                    <a:pt x="223" y="735"/>
                  </a:cubicBezTo>
                  <a:cubicBezTo>
                    <a:pt x="337" y="735"/>
                    <a:pt x="491" y="690"/>
                    <a:pt x="645" y="601"/>
                  </a:cubicBezTo>
                  <a:cubicBezTo>
                    <a:pt x="806" y="484"/>
                    <a:pt x="879" y="323"/>
                    <a:pt x="894" y="191"/>
                  </a:cubicBezTo>
                  <a:cubicBezTo>
                    <a:pt x="908" y="74"/>
                    <a:pt x="894"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9"/>
            <p:cNvSpPr/>
            <p:nvPr/>
          </p:nvSpPr>
          <p:spPr>
            <a:xfrm flipH="1">
              <a:off x="6168254" y="1378176"/>
              <a:ext cx="34375" cy="21733"/>
            </a:xfrm>
            <a:custGeom>
              <a:avLst/>
              <a:gdLst/>
              <a:ahLst/>
              <a:cxnLst/>
              <a:rect l="l" t="t" r="r" b="b"/>
              <a:pathLst>
                <a:path w="484" h="306" extrusionOk="0">
                  <a:moveTo>
                    <a:pt x="146" y="0"/>
                  </a:moveTo>
                  <a:cubicBezTo>
                    <a:pt x="125" y="0"/>
                    <a:pt x="105" y="4"/>
                    <a:pt x="88" y="12"/>
                  </a:cubicBezTo>
                  <a:cubicBezTo>
                    <a:pt x="15" y="27"/>
                    <a:pt x="0" y="42"/>
                    <a:pt x="0" y="56"/>
                  </a:cubicBezTo>
                  <a:cubicBezTo>
                    <a:pt x="0" y="86"/>
                    <a:pt x="132" y="56"/>
                    <a:pt x="264" y="115"/>
                  </a:cubicBezTo>
                  <a:cubicBezTo>
                    <a:pt x="381" y="188"/>
                    <a:pt x="425" y="305"/>
                    <a:pt x="454" y="305"/>
                  </a:cubicBezTo>
                  <a:cubicBezTo>
                    <a:pt x="483" y="305"/>
                    <a:pt x="483" y="261"/>
                    <a:pt x="454" y="203"/>
                  </a:cubicBezTo>
                  <a:cubicBezTo>
                    <a:pt x="439" y="159"/>
                    <a:pt x="381" y="86"/>
                    <a:pt x="308" y="42"/>
                  </a:cubicBezTo>
                  <a:cubicBezTo>
                    <a:pt x="256" y="21"/>
                    <a:pt x="197"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9"/>
            <p:cNvSpPr/>
            <p:nvPr/>
          </p:nvSpPr>
          <p:spPr>
            <a:xfrm flipH="1">
              <a:off x="5637006" y="2610757"/>
              <a:ext cx="780891" cy="84375"/>
            </a:xfrm>
            <a:custGeom>
              <a:avLst/>
              <a:gdLst/>
              <a:ahLst/>
              <a:cxnLst/>
              <a:rect l="l" t="t" r="r" b="b"/>
              <a:pathLst>
                <a:path w="10995" h="1188" extrusionOk="0">
                  <a:moveTo>
                    <a:pt x="7423" y="0"/>
                  </a:moveTo>
                  <a:lnTo>
                    <a:pt x="7408" y="30"/>
                  </a:lnTo>
                  <a:cubicBezTo>
                    <a:pt x="6969" y="440"/>
                    <a:pt x="6325" y="732"/>
                    <a:pt x="5637" y="908"/>
                  </a:cubicBezTo>
                  <a:cubicBezTo>
                    <a:pt x="5027" y="1035"/>
                    <a:pt x="4427" y="1098"/>
                    <a:pt x="3864" y="1098"/>
                  </a:cubicBezTo>
                  <a:cubicBezTo>
                    <a:pt x="3710" y="1098"/>
                    <a:pt x="3559" y="1093"/>
                    <a:pt x="3412" y="1084"/>
                  </a:cubicBezTo>
                  <a:cubicBezTo>
                    <a:pt x="2738" y="1055"/>
                    <a:pt x="2138" y="923"/>
                    <a:pt x="1626" y="806"/>
                  </a:cubicBezTo>
                  <a:cubicBezTo>
                    <a:pt x="1113" y="703"/>
                    <a:pt x="703" y="571"/>
                    <a:pt x="440" y="498"/>
                  </a:cubicBezTo>
                  <a:cubicBezTo>
                    <a:pt x="294" y="469"/>
                    <a:pt x="191" y="425"/>
                    <a:pt x="103" y="410"/>
                  </a:cubicBezTo>
                  <a:cubicBezTo>
                    <a:pt x="30" y="396"/>
                    <a:pt x="1" y="396"/>
                    <a:pt x="1" y="396"/>
                  </a:cubicBezTo>
                  <a:lnTo>
                    <a:pt x="1" y="396"/>
                  </a:lnTo>
                  <a:cubicBezTo>
                    <a:pt x="1" y="396"/>
                    <a:pt x="30" y="410"/>
                    <a:pt x="103" y="425"/>
                  </a:cubicBezTo>
                  <a:cubicBezTo>
                    <a:pt x="176" y="469"/>
                    <a:pt x="294" y="498"/>
                    <a:pt x="411" y="542"/>
                  </a:cubicBezTo>
                  <a:cubicBezTo>
                    <a:pt x="689" y="630"/>
                    <a:pt x="1099" y="762"/>
                    <a:pt x="1611" y="879"/>
                  </a:cubicBezTo>
                  <a:cubicBezTo>
                    <a:pt x="2123" y="1011"/>
                    <a:pt x="2724" y="1142"/>
                    <a:pt x="3412" y="1172"/>
                  </a:cubicBezTo>
                  <a:cubicBezTo>
                    <a:pt x="3574" y="1182"/>
                    <a:pt x="3741" y="1187"/>
                    <a:pt x="3911" y="1187"/>
                  </a:cubicBezTo>
                  <a:cubicBezTo>
                    <a:pt x="4461" y="1187"/>
                    <a:pt x="5048" y="1130"/>
                    <a:pt x="5652" y="996"/>
                  </a:cubicBezTo>
                  <a:cubicBezTo>
                    <a:pt x="6320" y="811"/>
                    <a:pt x="6961" y="530"/>
                    <a:pt x="7426" y="111"/>
                  </a:cubicBezTo>
                  <a:lnTo>
                    <a:pt x="7426" y="111"/>
                  </a:lnTo>
                  <a:cubicBezTo>
                    <a:pt x="8318" y="522"/>
                    <a:pt x="9173" y="738"/>
                    <a:pt x="9825" y="738"/>
                  </a:cubicBezTo>
                  <a:cubicBezTo>
                    <a:pt x="9885" y="738"/>
                    <a:pt x="9943" y="736"/>
                    <a:pt x="9999" y="732"/>
                  </a:cubicBezTo>
                  <a:cubicBezTo>
                    <a:pt x="10351" y="718"/>
                    <a:pt x="10585" y="586"/>
                    <a:pt x="10761" y="513"/>
                  </a:cubicBezTo>
                  <a:cubicBezTo>
                    <a:pt x="10849" y="484"/>
                    <a:pt x="10907" y="440"/>
                    <a:pt x="10936" y="425"/>
                  </a:cubicBezTo>
                  <a:cubicBezTo>
                    <a:pt x="10980" y="410"/>
                    <a:pt x="10995" y="396"/>
                    <a:pt x="10995" y="396"/>
                  </a:cubicBezTo>
                  <a:cubicBezTo>
                    <a:pt x="10995" y="390"/>
                    <a:pt x="10992" y="388"/>
                    <a:pt x="10987" y="388"/>
                  </a:cubicBezTo>
                  <a:cubicBezTo>
                    <a:pt x="10961" y="388"/>
                    <a:pt x="10881" y="438"/>
                    <a:pt x="10761" y="498"/>
                  </a:cubicBezTo>
                  <a:cubicBezTo>
                    <a:pt x="10585" y="557"/>
                    <a:pt x="10351" y="659"/>
                    <a:pt x="10029" y="689"/>
                  </a:cubicBezTo>
                  <a:cubicBezTo>
                    <a:pt x="10008" y="689"/>
                    <a:pt x="9987" y="689"/>
                    <a:pt x="9966" y="689"/>
                  </a:cubicBezTo>
                  <a:cubicBezTo>
                    <a:pt x="9312" y="689"/>
                    <a:pt x="8417" y="469"/>
                    <a:pt x="7467" y="30"/>
                  </a:cubicBezTo>
                  <a:lnTo>
                    <a:pt x="7423"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9"/>
            <p:cNvSpPr/>
            <p:nvPr/>
          </p:nvSpPr>
          <p:spPr>
            <a:xfrm flipH="1">
              <a:off x="5889635" y="2064175"/>
              <a:ext cx="59304" cy="564628"/>
            </a:xfrm>
            <a:custGeom>
              <a:avLst/>
              <a:gdLst/>
              <a:ahLst/>
              <a:cxnLst/>
              <a:rect l="l" t="t" r="r" b="b"/>
              <a:pathLst>
                <a:path w="835" h="7950" extrusionOk="0">
                  <a:moveTo>
                    <a:pt x="15" y="1"/>
                  </a:moveTo>
                  <a:cubicBezTo>
                    <a:pt x="0" y="1"/>
                    <a:pt x="15" y="118"/>
                    <a:pt x="29" y="323"/>
                  </a:cubicBezTo>
                  <a:cubicBezTo>
                    <a:pt x="59" y="528"/>
                    <a:pt x="88" y="821"/>
                    <a:pt x="132" y="1157"/>
                  </a:cubicBezTo>
                  <a:cubicBezTo>
                    <a:pt x="205" y="1875"/>
                    <a:pt x="322" y="2855"/>
                    <a:pt x="439" y="3953"/>
                  </a:cubicBezTo>
                  <a:cubicBezTo>
                    <a:pt x="542" y="5051"/>
                    <a:pt x="644" y="6062"/>
                    <a:pt x="717" y="6779"/>
                  </a:cubicBezTo>
                  <a:cubicBezTo>
                    <a:pt x="732" y="7130"/>
                    <a:pt x="761" y="7423"/>
                    <a:pt x="791" y="7643"/>
                  </a:cubicBezTo>
                  <a:cubicBezTo>
                    <a:pt x="805" y="7848"/>
                    <a:pt x="820" y="7950"/>
                    <a:pt x="820" y="7950"/>
                  </a:cubicBezTo>
                  <a:cubicBezTo>
                    <a:pt x="835" y="7950"/>
                    <a:pt x="835" y="7848"/>
                    <a:pt x="835" y="7643"/>
                  </a:cubicBezTo>
                  <a:cubicBezTo>
                    <a:pt x="820" y="7438"/>
                    <a:pt x="805" y="7145"/>
                    <a:pt x="791" y="6779"/>
                  </a:cubicBezTo>
                  <a:cubicBezTo>
                    <a:pt x="747" y="6047"/>
                    <a:pt x="659" y="5051"/>
                    <a:pt x="542" y="3953"/>
                  </a:cubicBezTo>
                  <a:cubicBezTo>
                    <a:pt x="439" y="2855"/>
                    <a:pt x="308" y="1875"/>
                    <a:pt x="205" y="1157"/>
                  </a:cubicBezTo>
                  <a:cubicBezTo>
                    <a:pt x="147" y="821"/>
                    <a:pt x="103" y="528"/>
                    <a:pt x="73" y="323"/>
                  </a:cubicBezTo>
                  <a:cubicBezTo>
                    <a:pt x="59" y="118"/>
                    <a:pt x="15" y="1"/>
                    <a:pt x="1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9"/>
            <p:cNvSpPr/>
            <p:nvPr/>
          </p:nvSpPr>
          <p:spPr>
            <a:xfrm flipH="1">
              <a:off x="5865701" y="1543302"/>
              <a:ext cx="84304" cy="431532"/>
            </a:xfrm>
            <a:custGeom>
              <a:avLst/>
              <a:gdLst/>
              <a:ahLst/>
              <a:cxnLst/>
              <a:rect l="l" t="t" r="r" b="b"/>
              <a:pathLst>
                <a:path w="1187" h="6076" extrusionOk="0">
                  <a:moveTo>
                    <a:pt x="0" y="0"/>
                  </a:moveTo>
                  <a:lnTo>
                    <a:pt x="0" y="6076"/>
                  </a:lnTo>
                  <a:cubicBezTo>
                    <a:pt x="0" y="6076"/>
                    <a:pt x="1186" y="2518"/>
                    <a:pt x="923" y="1874"/>
                  </a:cubicBezTo>
                  <a:cubicBezTo>
                    <a:pt x="689" y="1245"/>
                    <a:pt x="0" y="0"/>
                    <a:pt x="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9"/>
            <p:cNvSpPr/>
            <p:nvPr/>
          </p:nvSpPr>
          <p:spPr>
            <a:xfrm flipH="1">
              <a:off x="5996735" y="1560986"/>
              <a:ext cx="272442" cy="431532"/>
            </a:xfrm>
            <a:custGeom>
              <a:avLst/>
              <a:gdLst/>
              <a:ahLst/>
              <a:cxnLst/>
              <a:rect l="l" t="t" r="r" b="b"/>
              <a:pathLst>
                <a:path w="3836" h="6076" extrusionOk="0">
                  <a:moveTo>
                    <a:pt x="688" y="0"/>
                  </a:moveTo>
                  <a:cubicBezTo>
                    <a:pt x="542" y="30"/>
                    <a:pt x="0" y="2167"/>
                    <a:pt x="556" y="2811"/>
                  </a:cubicBezTo>
                  <a:cubicBezTo>
                    <a:pt x="1171" y="3528"/>
                    <a:pt x="3836" y="6076"/>
                    <a:pt x="3836" y="6076"/>
                  </a:cubicBezTo>
                  <a:lnTo>
                    <a:pt x="688"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9"/>
            <p:cNvSpPr/>
            <p:nvPr/>
          </p:nvSpPr>
          <p:spPr>
            <a:xfrm flipH="1">
              <a:off x="6130825" y="2746126"/>
              <a:ext cx="175780" cy="125994"/>
            </a:xfrm>
            <a:custGeom>
              <a:avLst/>
              <a:gdLst/>
              <a:ahLst/>
              <a:cxnLst/>
              <a:rect l="l" t="t" r="r" b="b"/>
              <a:pathLst>
                <a:path w="2475" h="1774" extrusionOk="0">
                  <a:moveTo>
                    <a:pt x="2455" y="0"/>
                  </a:moveTo>
                  <a:cubicBezTo>
                    <a:pt x="2404" y="0"/>
                    <a:pt x="2040" y="576"/>
                    <a:pt x="1376" y="1056"/>
                  </a:cubicBezTo>
                  <a:cubicBezTo>
                    <a:pt x="674" y="1569"/>
                    <a:pt x="0" y="1730"/>
                    <a:pt x="15" y="1774"/>
                  </a:cubicBezTo>
                  <a:cubicBezTo>
                    <a:pt x="15" y="1774"/>
                    <a:pt x="205" y="1759"/>
                    <a:pt x="454" y="1657"/>
                  </a:cubicBezTo>
                  <a:cubicBezTo>
                    <a:pt x="732" y="1569"/>
                    <a:pt x="1083" y="1408"/>
                    <a:pt x="1420" y="1144"/>
                  </a:cubicBezTo>
                  <a:cubicBezTo>
                    <a:pt x="1772" y="895"/>
                    <a:pt x="2050" y="602"/>
                    <a:pt x="2211" y="383"/>
                  </a:cubicBezTo>
                  <a:cubicBezTo>
                    <a:pt x="2386" y="163"/>
                    <a:pt x="2474" y="2"/>
                    <a:pt x="2460" y="2"/>
                  </a:cubicBezTo>
                  <a:cubicBezTo>
                    <a:pt x="2459" y="1"/>
                    <a:pt x="2457" y="0"/>
                    <a:pt x="245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9"/>
            <p:cNvSpPr/>
            <p:nvPr/>
          </p:nvSpPr>
          <p:spPr>
            <a:xfrm flipH="1">
              <a:off x="5465417" y="2832560"/>
              <a:ext cx="754897" cy="1900700"/>
            </a:xfrm>
            <a:custGeom>
              <a:avLst/>
              <a:gdLst/>
              <a:ahLst/>
              <a:cxnLst/>
              <a:rect l="l" t="t" r="r" b="b"/>
              <a:pathLst>
                <a:path w="10629" h="26762" extrusionOk="0">
                  <a:moveTo>
                    <a:pt x="0" y="0"/>
                  </a:moveTo>
                  <a:lnTo>
                    <a:pt x="0" y="74"/>
                  </a:lnTo>
                  <a:cubicBezTo>
                    <a:pt x="15" y="132"/>
                    <a:pt x="15" y="205"/>
                    <a:pt x="30" y="293"/>
                  </a:cubicBezTo>
                  <a:cubicBezTo>
                    <a:pt x="73" y="498"/>
                    <a:pt x="103" y="776"/>
                    <a:pt x="161" y="1142"/>
                  </a:cubicBezTo>
                  <a:cubicBezTo>
                    <a:pt x="176" y="1318"/>
                    <a:pt x="220" y="1523"/>
                    <a:pt x="249" y="1742"/>
                  </a:cubicBezTo>
                  <a:cubicBezTo>
                    <a:pt x="293" y="1962"/>
                    <a:pt x="337" y="2196"/>
                    <a:pt x="395" y="2460"/>
                  </a:cubicBezTo>
                  <a:cubicBezTo>
                    <a:pt x="483" y="2958"/>
                    <a:pt x="600" y="3543"/>
                    <a:pt x="761" y="4173"/>
                  </a:cubicBezTo>
                  <a:cubicBezTo>
                    <a:pt x="835" y="4509"/>
                    <a:pt x="908" y="4831"/>
                    <a:pt x="996" y="5183"/>
                  </a:cubicBezTo>
                  <a:cubicBezTo>
                    <a:pt x="1098" y="5534"/>
                    <a:pt x="1186" y="5900"/>
                    <a:pt x="1289" y="6266"/>
                  </a:cubicBezTo>
                  <a:cubicBezTo>
                    <a:pt x="1493" y="7013"/>
                    <a:pt x="1757" y="7803"/>
                    <a:pt x="2006" y="8623"/>
                  </a:cubicBezTo>
                  <a:cubicBezTo>
                    <a:pt x="2562" y="10277"/>
                    <a:pt x="3221" y="12049"/>
                    <a:pt x="3997" y="13893"/>
                  </a:cubicBezTo>
                  <a:cubicBezTo>
                    <a:pt x="4787" y="15723"/>
                    <a:pt x="5607" y="17451"/>
                    <a:pt x="6383" y="19002"/>
                  </a:cubicBezTo>
                  <a:cubicBezTo>
                    <a:pt x="7144" y="20554"/>
                    <a:pt x="7876" y="21930"/>
                    <a:pt x="8520" y="23087"/>
                  </a:cubicBezTo>
                  <a:cubicBezTo>
                    <a:pt x="9150" y="24229"/>
                    <a:pt x="9677" y="25151"/>
                    <a:pt x="10043" y="25795"/>
                  </a:cubicBezTo>
                  <a:cubicBezTo>
                    <a:pt x="10219" y="26103"/>
                    <a:pt x="10365" y="26351"/>
                    <a:pt x="10467" y="26527"/>
                  </a:cubicBezTo>
                  <a:cubicBezTo>
                    <a:pt x="10497" y="26600"/>
                    <a:pt x="10541" y="26644"/>
                    <a:pt x="10570" y="26703"/>
                  </a:cubicBezTo>
                  <a:cubicBezTo>
                    <a:pt x="10585" y="26747"/>
                    <a:pt x="10614" y="26761"/>
                    <a:pt x="10614" y="26761"/>
                  </a:cubicBezTo>
                  <a:cubicBezTo>
                    <a:pt x="10614" y="26761"/>
                    <a:pt x="10585" y="26747"/>
                    <a:pt x="10628" y="26688"/>
                  </a:cubicBezTo>
                  <a:cubicBezTo>
                    <a:pt x="10585" y="26630"/>
                    <a:pt x="10555" y="26556"/>
                    <a:pt x="10511" y="26483"/>
                  </a:cubicBezTo>
                  <a:cubicBezTo>
                    <a:pt x="10424" y="26322"/>
                    <a:pt x="10292" y="26059"/>
                    <a:pt x="10116" y="25751"/>
                  </a:cubicBezTo>
                  <a:cubicBezTo>
                    <a:pt x="9765" y="25107"/>
                    <a:pt x="9252" y="24185"/>
                    <a:pt x="8638" y="23028"/>
                  </a:cubicBezTo>
                  <a:cubicBezTo>
                    <a:pt x="8008" y="21872"/>
                    <a:pt x="7276" y="20496"/>
                    <a:pt x="6515" y="18944"/>
                  </a:cubicBezTo>
                  <a:cubicBezTo>
                    <a:pt x="5739" y="17392"/>
                    <a:pt x="4919" y="15665"/>
                    <a:pt x="4129" y="13835"/>
                  </a:cubicBezTo>
                  <a:cubicBezTo>
                    <a:pt x="3338" y="11990"/>
                    <a:pt x="2665" y="10219"/>
                    <a:pt x="2123" y="8564"/>
                  </a:cubicBezTo>
                  <a:cubicBezTo>
                    <a:pt x="1845" y="7745"/>
                    <a:pt x="1581" y="6983"/>
                    <a:pt x="1391" y="6222"/>
                  </a:cubicBezTo>
                  <a:cubicBezTo>
                    <a:pt x="1289" y="5842"/>
                    <a:pt x="1186" y="5490"/>
                    <a:pt x="1098" y="5153"/>
                  </a:cubicBezTo>
                  <a:cubicBezTo>
                    <a:pt x="996" y="4817"/>
                    <a:pt x="908" y="4465"/>
                    <a:pt x="835" y="4158"/>
                  </a:cubicBezTo>
                  <a:cubicBezTo>
                    <a:pt x="674" y="3543"/>
                    <a:pt x="557" y="2958"/>
                    <a:pt x="454" y="2445"/>
                  </a:cubicBezTo>
                  <a:cubicBezTo>
                    <a:pt x="395" y="2182"/>
                    <a:pt x="337" y="1947"/>
                    <a:pt x="308" y="1728"/>
                  </a:cubicBezTo>
                  <a:cubicBezTo>
                    <a:pt x="264" y="1508"/>
                    <a:pt x="234" y="1303"/>
                    <a:pt x="191" y="1128"/>
                  </a:cubicBezTo>
                  <a:cubicBezTo>
                    <a:pt x="147" y="776"/>
                    <a:pt x="88" y="498"/>
                    <a:pt x="44" y="293"/>
                  </a:cubicBezTo>
                  <a:cubicBezTo>
                    <a:pt x="30" y="205"/>
                    <a:pt x="30" y="132"/>
                    <a:pt x="15" y="74"/>
                  </a:cubicBezTo>
                  <a:cubicBezTo>
                    <a:pt x="0" y="30"/>
                    <a:pt x="0" y="0"/>
                    <a:pt x="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9"/>
            <p:cNvSpPr/>
            <p:nvPr/>
          </p:nvSpPr>
          <p:spPr>
            <a:xfrm flipH="1">
              <a:off x="6258733" y="1720075"/>
              <a:ext cx="502270" cy="1441115"/>
            </a:xfrm>
            <a:custGeom>
              <a:avLst/>
              <a:gdLst/>
              <a:ahLst/>
              <a:cxnLst/>
              <a:rect l="l" t="t" r="r" b="b"/>
              <a:pathLst>
                <a:path w="7072" h="20291" extrusionOk="0">
                  <a:moveTo>
                    <a:pt x="3953" y="0"/>
                  </a:moveTo>
                  <a:cubicBezTo>
                    <a:pt x="3953" y="0"/>
                    <a:pt x="1948" y="5768"/>
                    <a:pt x="1172" y="9150"/>
                  </a:cubicBezTo>
                  <a:cubicBezTo>
                    <a:pt x="264" y="13117"/>
                    <a:pt x="1" y="18519"/>
                    <a:pt x="1" y="18519"/>
                  </a:cubicBezTo>
                  <a:lnTo>
                    <a:pt x="3046" y="20290"/>
                  </a:lnTo>
                  <a:cubicBezTo>
                    <a:pt x="3046" y="20290"/>
                    <a:pt x="4393" y="11638"/>
                    <a:pt x="4715" y="10453"/>
                  </a:cubicBezTo>
                  <a:cubicBezTo>
                    <a:pt x="4978" y="9486"/>
                    <a:pt x="5783" y="6807"/>
                    <a:pt x="6471" y="4538"/>
                  </a:cubicBezTo>
                  <a:cubicBezTo>
                    <a:pt x="7072" y="2591"/>
                    <a:pt x="5930" y="512"/>
                    <a:pt x="39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9"/>
            <p:cNvSpPr/>
            <p:nvPr/>
          </p:nvSpPr>
          <p:spPr>
            <a:xfrm flipH="1">
              <a:off x="6305619" y="1714109"/>
              <a:ext cx="183096" cy="705749"/>
            </a:xfrm>
            <a:custGeom>
              <a:avLst/>
              <a:gdLst/>
              <a:ahLst/>
              <a:cxnLst/>
              <a:rect l="l" t="t" r="r" b="b"/>
              <a:pathLst>
                <a:path w="2578" h="9937" extrusionOk="0">
                  <a:moveTo>
                    <a:pt x="651" y="0"/>
                  </a:moveTo>
                  <a:cubicBezTo>
                    <a:pt x="574" y="0"/>
                    <a:pt x="503" y="5"/>
                    <a:pt x="440" y="11"/>
                  </a:cubicBezTo>
                  <a:cubicBezTo>
                    <a:pt x="147" y="55"/>
                    <a:pt x="1" y="143"/>
                    <a:pt x="1" y="143"/>
                  </a:cubicBezTo>
                  <a:cubicBezTo>
                    <a:pt x="2" y="144"/>
                    <a:pt x="4" y="145"/>
                    <a:pt x="8" y="145"/>
                  </a:cubicBezTo>
                  <a:cubicBezTo>
                    <a:pt x="43" y="145"/>
                    <a:pt x="188" y="81"/>
                    <a:pt x="455" y="55"/>
                  </a:cubicBezTo>
                  <a:cubicBezTo>
                    <a:pt x="492" y="53"/>
                    <a:pt x="532" y="52"/>
                    <a:pt x="574" y="52"/>
                  </a:cubicBezTo>
                  <a:cubicBezTo>
                    <a:pt x="860" y="52"/>
                    <a:pt x="1245" y="105"/>
                    <a:pt x="1640" y="348"/>
                  </a:cubicBezTo>
                  <a:cubicBezTo>
                    <a:pt x="1860" y="479"/>
                    <a:pt x="2080" y="670"/>
                    <a:pt x="2241" y="933"/>
                  </a:cubicBezTo>
                  <a:cubicBezTo>
                    <a:pt x="2416" y="1182"/>
                    <a:pt x="2504" y="1519"/>
                    <a:pt x="2504" y="1870"/>
                  </a:cubicBezTo>
                  <a:cubicBezTo>
                    <a:pt x="2519" y="2207"/>
                    <a:pt x="2446" y="2558"/>
                    <a:pt x="2372" y="2939"/>
                  </a:cubicBezTo>
                  <a:cubicBezTo>
                    <a:pt x="2299" y="3334"/>
                    <a:pt x="2226" y="3715"/>
                    <a:pt x="2153" y="4110"/>
                  </a:cubicBezTo>
                  <a:cubicBezTo>
                    <a:pt x="1845" y="5706"/>
                    <a:pt x="1567" y="7155"/>
                    <a:pt x="1362" y="8209"/>
                  </a:cubicBezTo>
                  <a:cubicBezTo>
                    <a:pt x="1274" y="8721"/>
                    <a:pt x="1201" y="9146"/>
                    <a:pt x="1143" y="9453"/>
                  </a:cubicBezTo>
                  <a:cubicBezTo>
                    <a:pt x="1133" y="9548"/>
                    <a:pt x="1124" y="9631"/>
                    <a:pt x="1114" y="9701"/>
                  </a:cubicBezTo>
                  <a:lnTo>
                    <a:pt x="1114" y="9701"/>
                  </a:lnTo>
                  <a:cubicBezTo>
                    <a:pt x="1126" y="9630"/>
                    <a:pt x="1142" y="9542"/>
                    <a:pt x="1172" y="9453"/>
                  </a:cubicBezTo>
                  <a:cubicBezTo>
                    <a:pt x="1216" y="9146"/>
                    <a:pt x="1318" y="8721"/>
                    <a:pt x="1421" y="8209"/>
                  </a:cubicBezTo>
                  <a:cubicBezTo>
                    <a:pt x="1626" y="7170"/>
                    <a:pt x="1919" y="5720"/>
                    <a:pt x="2226" y="4125"/>
                  </a:cubicBezTo>
                  <a:cubicBezTo>
                    <a:pt x="2299" y="3729"/>
                    <a:pt x="2372" y="3349"/>
                    <a:pt x="2446" y="2953"/>
                  </a:cubicBezTo>
                  <a:cubicBezTo>
                    <a:pt x="2519" y="2573"/>
                    <a:pt x="2577" y="2207"/>
                    <a:pt x="2577" y="1841"/>
                  </a:cubicBezTo>
                  <a:cubicBezTo>
                    <a:pt x="2577" y="1489"/>
                    <a:pt x="2489" y="1153"/>
                    <a:pt x="2299" y="875"/>
                  </a:cubicBezTo>
                  <a:cubicBezTo>
                    <a:pt x="2123" y="626"/>
                    <a:pt x="1904" y="421"/>
                    <a:pt x="1655" y="274"/>
                  </a:cubicBezTo>
                  <a:cubicBezTo>
                    <a:pt x="1288" y="56"/>
                    <a:pt x="930" y="0"/>
                    <a:pt x="651" y="0"/>
                  </a:cubicBezTo>
                  <a:close/>
                  <a:moveTo>
                    <a:pt x="1114" y="9701"/>
                  </a:moveTo>
                  <a:cubicBezTo>
                    <a:pt x="1108" y="9736"/>
                    <a:pt x="1104" y="9766"/>
                    <a:pt x="1099" y="9790"/>
                  </a:cubicBezTo>
                  <a:cubicBezTo>
                    <a:pt x="1099" y="9795"/>
                    <a:pt x="1099" y="9800"/>
                    <a:pt x="1099" y="9805"/>
                  </a:cubicBezTo>
                  <a:lnTo>
                    <a:pt x="1099" y="9805"/>
                  </a:lnTo>
                  <a:cubicBezTo>
                    <a:pt x="1099" y="9805"/>
                    <a:pt x="1099" y="9805"/>
                    <a:pt x="1099" y="9805"/>
                  </a:cubicBezTo>
                  <a:cubicBezTo>
                    <a:pt x="1104" y="9774"/>
                    <a:pt x="1109" y="9739"/>
                    <a:pt x="1114" y="9701"/>
                  </a:cubicBezTo>
                  <a:close/>
                  <a:moveTo>
                    <a:pt x="1099" y="9805"/>
                  </a:moveTo>
                  <a:lnTo>
                    <a:pt x="1099" y="9805"/>
                  </a:lnTo>
                  <a:cubicBezTo>
                    <a:pt x="1069" y="9893"/>
                    <a:pt x="1069" y="9936"/>
                    <a:pt x="1069" y="9936"/>
                  </a:cubicBezTo>
                  <a:cubicBezTo>
                    <a:pt x="1069" y="9936"/>
                    <a:pt x="1096" y="9897"/>
                    <a:pt x="1099" y="9805"/>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9"/>
            <p:cNvSpPr/>
            <p:nvPr/>
          </p:nvSpPr>
          <p:spPr>
            <a:xfrm flipH="1">
              <a:off x="6129831" y="2465875"/>
              <a:ext cx="202769" cy="7457"/>
            </a:xfrm>
            <a:custGeom>
              <a:avLst/>
              <a:gdLst/>
              <a:ahLst/>
              <a:cxnLst/>
              <a:rect l="l" t="t" r="r" b="b"/>
              <a:pathLst>
                <a:path w="2855" h="105" extrusionOk="0">
                  <a:moveTo>
                    <a:pt x="2295" y="1"/>
                  </a:moveTo>
                  <a:cubicBezTo>
                    <a:pt x="2055" y="1"/>
                    <a:pt x="1756" y="4"/>
                    <a:pt x="1435" y="10"/>
                  </a:cubicBezTo>
                  <a:cubicBezTo>
                    <a:pt x="644" y="25"/>
                    <a:pt x="0" y="40"/>
                    <a:pt x="0" y="83"/>
                  </a:cubicBezTo>
                  <a:cubicBezTo>
                    <a:pt x="0" y="94"/>
                    <a:pt x="322" y="104"/>
                    <a:pt x="790" y="104"/>
                  </a:cubicBezTo>
                  <a:cubicBezTo>
                    <a:pt x="984" y="104"/>
                    <a:pt x="1203" y="102"/>
                    <a:pt x="1435" y="98"/>
                  </a:cubicBezTo>
                  <a:cubicBezTo>
                    <a:pt x="2211" y="83"/>
                    <a:pt x="2855" y="69"/>
                    <a:pt x="2855" y="25"/>
                  </a:cubicBezTo>
                  <a:cubicBezTo>
                    <a:pt x="2855" y="8"/>
                    <a:pt x="2634" y="1"/>
                    <a:pt x="229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9"/>
            <p:cNvSpPr/>
            <p:nvPr/>
          </p:nvSpPr>
          <p:spPr>
            <a:xfrm flipH="1">
              <a:off x="6015413" y="1069941"/>
              <a:ext cx="328620" cy="182527"/>
            </a:xfrm>
            <a:custGeom>
              <a:avLst/>
              <a:gdLst/>
              <a:ahLst/>
              <a:cxnLst/>
              <a:rect l="l" t="t" r="r" b="b"/>
              <a:pathLst>
                <a:path w="4627" h="2570" extrusionOk="0">
                  <a:moveTo>
                    <a:pt x="1851" y="0"/>
                  </a:moveTo>
                  <a:cubicBezTo>
                    <a:pt x="1795" y="0"/>
                    <a:pt x="1739" y="2"/>
                    <a:pt x="1684" y="4"/>
                  </a:cubicBezTo>
                  <a:cubicBezTo>
                    <a:pt x="1083" y="48"/>
                    <a:pt x="469" y="268"/>
                    <a:pt x="0" y="634"/>
                  </a:cubicBezTo>
                  <a:lnTo>
                    <a:pt x="59" y="692"/>
                  </a:lnTo>
                  <a:cubicBezTo>
                    <a:pt x="937" y="1717"/>
                    <a:pt x="2181" y="2391"/>
                    <a:pt x="3514" y="2552"/>
                  </a:cubicBezTo>
                  <a:cubicBezTo>
                    <a:pt x="3623" y="2559"/>
                    <a:pt x="3733" y="2570"/>
                    <a:pt x="3838" y="2570"/>
                  </a:cubicBezTo>
                  <a:cubicBezTo>
                    <a:pt x="3942" y="2570"/>
                    <a:pt x="4041" y="2559"/>
                    <a:pt x="4128" y="2522"/>
                  </a:cubicBezTo>
                  <a:cubicBezTo>
                    <a:pt x="4451" y="2391"/>
                    <a:pt x="4626" y="2083"/>
                    <a:pt x="4626" y="1746"/>
                  </a:cubicBezTo>
                  <a:cubicBezTo>
                    <a:pt x="4626" y="1424"/>
                    <a:pt x="4480" y="1102"/>
                    <a:pt x="4260" y="868"/>
                  </a:cubicBezTo>
                  <a:cubicBezTo>
                    <a:pt x="4041" y="634"/>
                    <a:pt x="3748" y="473"/>
                    <a:pt x="3455" y="341"/>
                  </a:cubicBezTo>
                  <a:cubicBezTo>
                    <a:pt x="2963" y="129"/>
                    <a:pt x="2400" y="0"/>
                    <a:pt x="18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9"/>
            <p:cNvSpPr/>
            <p:nvPr/>
          </p:nvSpPr>
          <p:spPr>
            <a:xfrm flipH="1">
              <a:off x="4940355" y="1858212"/>
              <a:ext cx="278692" cy="350353"/>
            </a:xfrm>
            <a:custGeom>
              <a:avLst/>
              <a:gdLst/>
              <a:ahLst/>
              <a:cxnLst/>
              <a:rect l="l" t="t" r="r" b="b"/>
              <a:pathLst>
                <a:path w="3924" h="4933" extrusionOk="0">
                  <a:moveTo>
                    <a:pt x="1484" y="1"/>
                  </a:moveTo>
                  <a:cubicBezTo>
                    <a:pt x="1264" y="1"/>
                    <a:pt x="0" y="1861"/>
                    <a:pt x="0" y="1861"/>
                  </a:cubicBezTo>
                  <a:cubicBezTo>
                    <a:pt x="0" y="1861"/>
                    <a:pt x="710" y="4933"/>
                    <a:pt x="1286" y="4933"/>
                  </a:cubicBezTo>
                  <a:cubicBezTo>
                    <a:pt x="1306" y="4933"/>
                    <a:pt x="1327" y="4929"/>
                    <a:pt x="1347" y="4921"/>
                  </a:cubicBezTo>
                  <a:cubicBezTo>
                    <a:pt x="1347" y="4921"/>
                    <a:pt x="3499" y="3647"/>
                    <a:pt x="3631" y="3384"/>
                  </a:cubicBezTo>
                  <a:cubicBezTo>
                    <a:pt x="3665" y="3301"/>
                    <a:pt x="3562" y="3273"/>
                    <a:pt x="3411" y="3273"/>
                  </a:cubicBezTo>
                  <a:cubicBezTo>
                    <a:pt x="3107" y="3273"/>
                    <a:pt x="2606" y="3384"/>
                    <a:pt x="2606" y="3384"/>
                  </a:cubicBezTo>
                  <a:cubicBezTo>
                    <a:pt x="2606" y="3384"/>
                    <a:pt x="3704" y="2959"/>
                    <a:pt x="3821" y="2710"/>
                  </a:cubicBezTo>
                  <a:cubicBezTo>
                    <a:pt x="3865" y="2618"/>
                    <a:pt x="3710" y="2587"/>
                    <a:pt x="3485" y="2587"/>
                  </a:cubicBezTo>
                  <a:cubicBezTo>
                    <a:pt x="3034" y="2587"/>
                    <a:pt x="2298" y="2710"/>
                    <a:pt x="2298" y="2710"/>
                  </a:cubicBezTo>
                  <a:cubicBezTo>
                    <a:pt x="2298" y="2710"/>
                    <a:pt x="3923" y="2344"/>
                    <a:pt x="3850" y="1993"/>
                  </a:cubicBezTo>
                  <a:cubicBezTo>
                    <a:pt x="3822" y="1857"/>
                    <a:pt x="3530" y="1815"/>
                    <a:pt x="3184" y="1815"/>
                  </a:cubicBezTo>
                  <a:cubicBezTo>
                    <a:pt x="2635" y="1815"/>
                    <a:pt x="1947" y="1920"/>
                    <a:pt x="1947" y="1920"/>
                  </a:cubicBezTo>
                  <a:cubicBezTo>
                    <a:pt x="1947" y="1920"/>
                    <a:pt x="3806" y="1481"/>
                    <a:pt x="3792" y="1085"/>
                  </a:cubicBezTo>
                  <a:cubicBezTo>
                    <a:pt x="3792" y="981"/>
                    <a:pt x="3631" y="942"/>
                    <a:pt x="3392" y="942"/>
                  </a:cubicBezTo>
                  <a:cubicBezTo>
                    <a:pt x="2692" y="942"/>
                    <a:pt x="1318" y="1276"/>
                    <a:pt x="1318" y="1276"/>
                  </a:cubicBezTo>
                  <a:cubicBezTo>
                    <a:pt x="1786" y="676"/>
                    <a:pt x="1669" y="61"/>
                    <a:pt x="1493" y="2"/>
                  </a:cubicBezTo>
                  <a:cubicBezTo>
                    <a:pt x="1490" y="1"/>
                    <a:pt x="1487" y="1"/>
                    <a:pt x="1484"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9"/>
            <p:cNvSpPr/>
            <p:nvPr/>
          </p:nvSpPr>
          <p:spPr>
            <a:xfrm flipH="1">
              <a:off x="4975725" y="1579665"/>
              <a:ext cx="194459" cy="373365"/>
            </a:xfrm>
            <a:custGeom>
              <a:avLst/>
              <a:gdLst/>
              <a:ahLst/>
              <a:cxnLst/>
              <a:rect l="l" t="t" r="r" b="b"/>
              <a:pathLst>
                <a:path w="2738" h="5257" extrusionOk="0">
                  <a:moveTo>
                    <a:pt x="2211" y="1"/>
                  </a:moveTo>
                  <a:lnTo>
                    <a:pt x="2211" y="1"/>
                  </a:lnTo>
                  <a:cubicBezTo>
                    <a:pt x="1493" y="59"/>
                    <a:pt x="922" y="367"/>
                    <a:pt x="674" y="703"/>
                  </a:cubicBezTo>
                  <a:cubicBezTo>
                    <a:pt x="410" y="1026"/>
                    <a:pt x="161" y="1435"/>
                    <a:pt x="293" y="1831"/>
                  </a:cubicBezTo>
                  <a:cubicBezTo>
                    <a:pt x="439" y="2211"/>
                    <a:pt x="908" y="2460"/>
                    <a:pt x="952" y="2855"/>
                  </a:cubicBezTo>
                  <a:cubicBezTo>
                    <a:pt x="981" y="3324"/>
                    <a:pt x="483" y="3587"/>
                    <a:pt x="249" y="3953"/>
                  </a:cubicBezTo>
                  <a:cubicBezTo>
                    <a:pt x="0" y="4363"/>
                    <a:pt x="44" y="4934"/>
                    <a:pt x="381" y="5256"/>
                  </a:cubicBezTo>
                  <a:lnTo>
                    <a:pt x="2738" y="5256"/>
                  </a:lnTo>
                  <a:cubicBezTo>
                    <a:pt x="2533" y="5154"/>
                    <a:pt x="1991" y="4788"/>
                    <a:pt x="1815" y="4598"/>
                  </a:cubicBezTo>
                  <a:cubicBezTo>
                    <a:pt x="1654" y="4422"/>
                    <a:pt x="1567" y="4144"/>
                    <a:pt x="1654" y="3924"/>
                  </a:cubicBezTo>
                  <a:cubicBezTo>
                    <a:pt x="1742" y="3705"/>
                    <a:pt x="1991" y="3558"/>
                    <a:pt x="2167" y="3382"/>
                  </a:cubicBezTo>
                  <a:cubicBezTo>
                    <a:pt x="2621" y="2958"/>
                    <a:pt x="2679" y="2109"/>
                    <a:pt x="2196" y="1728"/>
                  </a:cubicBezTo>
                  <a:cubicBezTo>
                    <a:pt x="2006" y="1553"/>
                    <a:pt x="1757" y="1479"/>
                    <a:pt x="1567" y="1333"/>
                  </a:cubicBezTo>
                  <a:cubicBezTo>
                    <a:pt x="1069" y="952"/>
                    <a:pt x="1508" y="264"/>
                    <a:pt x="22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9"/>
            <p:cNvSpPr/>
            <p:nvPr/>
          </p:nvSpPr>
          <p:spPr>
            <a:xfrm flipH="1">
              <a:off x="4962231" y="1942515"/>
              <a:ext cx="199644" cy="233024"/>
            </a:xfrm>
            <a:custGeom>
              <a:avLst/>
              <a:gdLst/>
              <a:ahLst/>
              <a:cxnLst/>
              <a:rect l="l" t="t" r="r" b="b"/>
              <a:pathLst>
                <a:path w="2811" h="3281" extrusionOk="0">
                  <a:moveTo>
                    <a:pt x="0" y="1"/>
                  </a:moveTo>
                  <a:lnTo>
                    <a:pt x="498" y="3280"/>
                  </a:lnTo>
                  <a:lnTo>
                    <a:pt x="2343" y="3280"/>
                  </a:lnTo>
                  <a:cubicBezTo>
                    <a:pt x="2225" y="3280"/>
                    <a:pt x="2811" y="1"/>
                    <a:pt x="28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9"/>
            <p:cNvSpPr/>
            <p:nvPr/>
          </p:nvSpPr>
          <p:spPr>
            <a:xfrm rot="-2004018">
              <a:off x="5670007" y="762306"/>
              <a:ext cx="66833" cy="167944"/>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9"/>
            <p:cNvSpPr/>
            <p:nvPr/>
          </p:nvSpPr>
          <p:spPr>
            <a:xfrm rot="-2004018">
              <a:off x="5727508" y="663832"/>
              <a:ext cx="84960" cy="205923"/>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9"/>
            <p:cNvSpPr/>
            <p:nvPr/>
          </p:nvSpPr>
          <p:spPr>
            <a:xfrm rot="-2004018">
              <a:off x="5790777" y="533046"/>
              <a:ext cx="112088" cy="270906"/>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0" name="Google Shape;1320;p49"/>
          <p:cNvSpPr txBox="1">
            <a:spLocks noGrp="1"/>
          </p:cNvSpPr>
          <p:nvPr>
            <p:ph type="title"/>
          </p:nvPr>
        </p:nvSpPr>
        <p:spPr>
          <a:xfrm>
            <a:off x="175990" y="155658"/>
            <a:ext cx="6803544" cy="538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Relationship between variables</a:t>
            </a:r>
            <a:endParaRPr dirty="0"/>
          </a:p>
        </p:txBody>
      </p:sp>
      <p:grpSp>
        <p:nvGrpSpPr>
          <p:cNvPr id="1322" name="Google Shape;1322;p49"/>
          <p:cNvGrpSpPr/>
          <p:nvPr/>
        </p:nvGrpSpPr>
        <p:grpSpPr>
          <a:xfrm>
            <a:off x="6976462" y="1398222"/>
            <a:ext cx="1827545" cy="3745275"/>
            <a:chOff x="6436355" y="780398"/>
            <a:chExt cx="1827545" cy="3745275"/>
          </a:xfrm>
        </p:grpSpPr>
        <p:sp>
          <p:nvSpPr>
            <p:cNvPr id="1323" name="Google Shape;1323;p49"/>
            <p:cNvSpPr/>
            <p:nvPr/>
          </p:nvSpPr>
          <p:spPr>
            <a:xfrm flipH="1">
              <a:off x="7042725" y="797754"/>
              <a:ext cx="836365" cy="758661"/>
            </a:xfrm>
            <a:custGeom>
              <a:avLst/>
              <a:gdLst/>
              <a:ahLst/>
              <a:cxnLst/>
              <a:rect l="l" t="t" r="r" b="b"/>
              <a:pathLst>
                <a:path w="11517" h="10447" extrusionOk="0">
                  <a:moveTo>
                    <a:pt x="6630" y="1"/>
                  </a:moveTo>
                  <a:cubicBezTo>
                    <a:pt x="6265" y="1"/>
                    <a:pt x="5860" y="174"/>
                    <a:pt x="5564" y="409"/>
                  </a:cubicBezTo>
                  <a:cubicBezTo>
                    <a:pt x="5081" y="789"/>
                    <a:pt x="4627" y="1316"/>
                    <a:pt x="4012" y="1433"/>
                  </a:cubicBezTo>
                  <a:cubicBezTo>
                    <a:pt x="3937" y="1444"/>
                    <a:pt x="3861" y="1448"/>
                    <a:pt x="3784" y="1448"/>
                  </a:cubicBezTo>
                  <a:cubicBezTo>
                    <a:pt x="3599" y="1448"/>
                    <a:pt x="3409" y="1426"/>
                    <a:pt x="3225" y="1426"/>
                  </a:cubicBezTo>
                  <a:cubicBezTo>
                    <a:pt x="3170" y="1426"/>
                    <a:pt x="3115" y="1428"/>
                    <a:pt x="3061" y="1433"/>
                  </a:cubicBezTo>
                  <a:cubicBezTo>
                    <a:pt x="2372" y="1448"/>
                    <a:pt x="1684" y="1829"/>
                    <a:pt x="1318" y="2414"/>
                  </a:cubicBezTo>
                  <a:cubicBezTo>
                    <a:pt x="952" y="3000"/>
                    <a:pt x="909" y="3790"/>
                    <a:pt x="1201" y="4405"/>
                  </a:cubicBezTo>
                  <a:cubicBezTo>
                    <a:pt x="425" y="4669"/>
                    <a:pt x="1" y="5635"/>
                    <a:pt x="250" y="6396"/>
                  </a:cubicBezTo>
                  <a:cubicBezTo>
                    <a:pt x="484" y="7187"/>
                    <a:pt x="1245" y="7743"/>
                    <a:pt x="2080" y="7831"/>
                  </a:cubicBezTo>
                  <a:cubicBezTo>
                    <a:pt x="2563" y="7889"/>
                    <a:pt x="3104" y="7816"/>
                    <a:pt x="3558" y="8006"/>
                  </a:cubicBezTo>
                  <a:cubicBezTo>
                    <a:pt x="4158" y="8285"/>
                    <a:pt x="4451" y="8943"/>
                    <a:pt x="4890" y="9441"/>
                  </a:cubicBezTo>
                  <a:cubicBezTo>
                    <a:pt x="5461" y="10103"/>
                    <a:pt x="6340" y="10447"/>
                    <a:pt x="7213" y="10447"/>
                  </a:cubicBezTo>
                  <a:cubicBezTo>
                    <a:pt x="7885" y="10447"/>
                    <a:pt x="8555" y="10242"/>
                    <a:pt x="9077" y="9822"/>
                  </a:cubicBezTo>
                  <a:cubicBezTo>
                    <a:pt x="9443" y="9529"/>
                    <a:pt x="9736" y="9148"/>
                    <a:pt x="9839" y="8695"/>
                  </a:cubicBezTo>
                  <a:cubicBezTo>
                    <a:pt x="9926" y="8226"/>
                    <a:pt x="9780" y="7714"/>
                    <a:pt x="9399" y="7465"/>
                  </a:cubicBezTo>
                  <a:lnTo>
                    <a:pt x="9399" y="7465"/>
                  </a:lnTo>
                  <a:cubicBezTo>
                    <a:pt x="9530" y="7504"/>
                    <a:pt x="9663" y="7522"/>
                    <a:pt x="9795" y="7522"/>
                  </a:cubicBezTo>
                  <a:cubicBezTo>
                    <a:pt x="10662" y="7522"/>
                    <a:pt x="11516" y="6743"/>
                    <a:pt x="11478" y="5854"/>
                  </a:cubicBezTo>
                  <a:cubicBezTo>
                    <a:pt x="11464" y="5254"/>
                    <a:pt x="11098" y="4698"/>
                    <a:pt x="10688" y="4244"/>
                  </a:cubicBezTo>
                  <a:cubicBezTo>
                    <a:pt x="10292" y="3790"/>
                    <a:pt x="9839" y="3366"/>
                    <a:pt x="9517" y="2839"/>
                  </a:cubicBezTo>
                  <a:cubicBezTo>
                    <a:pt x="9224" y="2297"/>
                    <a:pt x="9107" y="1609"/>
                    <a:pt x="9429" y="1097"/>
                  </a:cubicBezTo>
                  <a:lnTo>
                    <a:pt x="7277" y="277"/>
                  </a:lnTo>
                  <a:cubicBezTo>
                    <a:pt x="7111" y="81"/>
                    <a:pt x="6879" y="1"/>
                    <a:pt x="6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9"/>
            <p:cNvSpPr/>
            <p:nvPr/>
          </p:nvSpPr>
          <p:spPr>
            <a:xfrm flipH="1">
              <a:off x="6436355" y="2242880"/>
              <a:ext cx="271163" cy="192298"/>
            </a:xfrm>
            <a:custGeom>
              <a:avLst/>
              <a:gdLst/>
              <a:ahLst/>
              <a:cxnLst/>
              <a:rect l="l" t="t" r="r" b="b"/>
              <a:pathLst>
                <a:path w="3734" h="2648" extrusionOk="0">
                  <a:moveTo>
                    <a:pt x="2666" y="0"/>
                  </a:moveTo>
                  <a:cubicBezTo>
                    <a:pt x="2180" y="0"/>
                    <a:pt x="1465" y="52"/>
                    <a:pt x="1465" y="52"/>
                  </a:cubicBezTo>
                  <a:cubicBezTo>
                    <a:pt x="1465" y="52"/>
                    <a:pt x="1" y="1853"/>
                    <a:pt x="367" y="2058"/>
                  </a:cubicBezTo>
                  <a:cubicBezTo>
                    <a:pt x="367" y="2058"/>
                    <a:pt x="1827" y="2647"/>
                    <a:pt x="2133" y="2647"/>
                  </a:cubicBezTo>
                  <a:cubicBezTo>
                    <a:pt x="2147" y="2647"/>
                    <a:pt x="2158" y="2646"/>
                    <a:pt x="2167" y="2644"/>
                  </a:cubicBezTo>
                  <a:cubicBezTo>
                    <a:pt x="2372" y="2600"/>
                    <a:pt x="1728" y="2087"/>
                    <a:pt x="1728" y="2087"/>
                  </a:cubicBezTo>
                  <a:lnTo>
                    <a:pt x="1728" y="2087"/>
                  </a:lnTo>
                  <a:cubicBezTo>
                    <a:pt x="1728" y="2087"/>
                    <a:pt x="2365" y="2486"/>
                    <a:pt x="2603" y="2486"/>
                  </a:cubicBezTo>
                  <a:cubicBezTo>
                    <a:pt x="2615" y="2486"/>
                    <a:pt x="2626" y="2485"/>
                    <a:pt x="2636" y="2482"/>
                  </a:cubicBezTo>
                  <a:cubicBezTo>
                    <a:pt x="2826" y="2424"/>
                    <a:pt x="1963" y="1634"/>
                    <a:pt x="1962" y="1633"/>
                  </a:cubicBezTo>
                  <a:lnTo>
                    <a:pt x="1962" y="1633"/>
                  </a:lnTo>
                  <a:cubicBezTo>
                    <a:pt x="1963" y="1634"/>
                    <a:pt x="2686" y="2217"/>
                    <a:pt x="2956" y="2217"/>
                  </a:cubicBezTo>
                  <a:cubicBezTo>
                    <a:pt x="2988" y="2217"/>
                    <a:pt x="3014" y="2209"/>
                    <a:pt x="3031" y="2190"/>
                  </a:cubicBezTo>
                  <a:cubicBezTo>
                    <a:pt x="3192" y="1999"/>
                    <a:pt x="2270" y="1121"/>
                    <a:pt x="2270" y="1121"/>
                  </a:cubicBezTo>
                  <a:lnTo>
                    <a:pt x="2270" y="1121"/>
                  </a:lnTo>
                  <a:cubicBezTo>
                    <a:pt x="2270" y="1121"/>
                    <a:pt x="3107" y="1793"/>
                    <a:pt x="3427" y="1793"/>
                  </a:cubicBezTo>
                  <a:cubicBezTo>
                    <a:pt x="3463" y="1793"/>
                    <a:pt x="3493" y="1785"/>
                    <a:pt x="3514" y="1765"/>
                  </a:cubicBezTo>
                  <a:cubicBezTo>
                    <a:pt x="3734" y="1589"/>
                    <a:pt x="2343" y="506"/>
                    <a:pt x="2343" y="506"/>
                  </a:cubicBezTo>
                  <a:cubicBezTo>
                    <a:pt x="2870" y="506"/>
                    <a:pt x="3163" y="169"/>
                    <a:pt x="3104" y="52"/>
                  </a:cubicBezTo>
                  <a:cubicBezTo>
                    <a:pt x="3094" y="13"/>
                    <a:pt x="2909" y="0"/>
                    <a:pt x="266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9"/>
            <p:cNvSpPr/>
            <p:nvPr/>
          </p:nvSpPr>
          <p:spPr>
            <a:xfrm flipH="1">
              <a:off x="6529887" y="1292002"/>
              <a:ext cx="607103" cy="1115225"/>
            </a:xfrm>
            <a:custGeom>
              <a:avLst/>
              <a:gdLst/>
              <a:ahLst/>
              <a:cxnLst/>
              <a:rect l="l" t="t" r="r" b="b"/>
              <a:pathLst>
                <a:path w="8360" h="15357" extrusionOk="0">
                  <a:moveTo>
                    <a:pt x="0" y="0"/>
                  </a:moveTo>
                  <a:lnTo>
                    <a:pt x="88" y="7159"/>
                  </a:lnTo>
                  <a:cubicBezTo>
                    <a:pt x="88" y="7159"/>
                    <a:pt x="103" y="9560"/>
                    <a:pt x="395" y="10189"/>
                  </a:cubicBezTo>
                  <a:cubicBezTo>
                    <a:pt x="688" y="10833"/>
                    <a:pt x="6588" y="15357"/>
                    <a:pt x="6588" y="15357"/>
                  </a:cubicBezTo>
                  <a:lnTo>
                    <a:pt x="8359" y="13102"/>
                  </a:lnTo>
                  <a:cubicBezTo>
                    <a:pt x="8359" y="13102"/>
                    <a:pt x="3470" y="8901"/>
                    <a:pt x="2870" y="8432"/>
                  </a:cubicBezTo>
                  <a:cubicBezTo>
                    <a:pt x="2269" y="7979"/>
                    <a:pt x="0" y="1"/>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9"/>
            <p:cNvSpPr/>
            <p:nvPr/>
          </p:nvSpPr>
          <p:spPr>
            <a:xfrm flipH="1">
              <a:off x="6932856" y="1888353"/>
              <a:ext cx="84021" cy="121348"/>
            </a:xfrm>
            <a:custGeom>
              <a:avLst/>
              <a:gdLst/>
              <a:ahLst/>
              <a:cxnLst/>
              <a:rect l="l" t="t" r="r" b="b"/>
              <a:pathLst>
                <a:path w="1157" h="1671" extrusionOk="0">
                  <a:moveTo>
                    <a:pt x="1141" y="0"/>
                  </a:moveTo>
                  <a:cubicBezTo>
                    <a:pt x="1115" y="0"/>
                    <a:pt x="814" y="346"/>
                    <a:pt x="498" y="777"/>
                  </a:cubicBezTo>
                  <a:cubicBezTo>
                    <a:pt x="191" y="1245"/>
                    <a:pt x="0" y="1655"/>
                    <a:pt x="30" y="1670"/>
                  </a:cubicBezTo>
                  <a:cubicBezTo>
                    <a:pt x="30" y="1670"/>
                    <a:pt x="30" y="1670"/>
                    <a:pt x="31" y="1670"/>
                  </a:cubicBezTo>
                  <a:cubicBezTo>
                    <a:pt x="53" y="1670"/>
                    <a:pt x="285" y="1295"/>
                    <a:pt x="601" y="850"/>
                  </a:cubicBezTo>
                  <a:cubicBezTo>
                    <a:pt x="908" y="396"/>
                    <a:pt x="1157" y="30"/>
                    <a:pt x="1142" y="1"/>
                  </a:cubicBezTo>
                  <a:cubicBezTo>
                    <a:pt x="1142" y="1"/>
                    <a:pt x="1142" y="0"/>
                    <a:pt x="114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9"/>
            <p:cNvSpPr/>
            <p:nvPr/>
          </p:nvSpPr>
          <p:spPr>
            <a:xfrm flipH="1">
              <a:off x="6939174" y="1898955"/>
              <a:ext cx="30936" cy="101087"/>
            </a:xfrm>
            <a:custGeom>
              <a:avLst/>
              <a:gdLst/>
              <a:ahLst/>
              <a:cxnLst/>
              <a:rect l="l" t="t" r="r" b="b"/>
              <a:pathLst>
                <a:path w="426" h="1392" extrusionOk="0">
                  <a:moveTo>
                    <a:pt x="394" y="1"/>
                  </a:moveTo>
                  <a:cubicBezTo>
                    <a:pt x="360" y="1"/>
                    <a:pt x="218" y="289"/>
                    <a:pt x="118" y="689"/>
                  </a:cubicBezTo>
                  <a:cubicBezTo>
                    <a:pt x="30" y="1070"/>
                    <a:pt x="1" y="1392"/>
                    <a:pt x="30" y="1392"/>
                  </a:cubicBezTo>
                  <a:cubicBezTo>
                    <a:pt x="59" y="1392"/>
                    <a:pt x="132" y="1085"/>
                    <a:pt x="220" y="704"/>
                  </a:cubicBezTo>
                  <a:cubicBezTo>
                    <a:pt x="337" y="323"/>
                    <a:pt x="425" y="30"/>
                    <a:pt x="396" y="1"/>
                  </a:cubicBezTo>
                  <a:cubicBezTo>
                    <a:pt x="395" y="1"/>
                    <a:pt x="394" y="1"/>
                    <a:pt x="394"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9"/>
            <p:cNvSpPr/>
            <p:nvPr/>
          </p:nvSpPr>
          <p:spPr>
            <a:xfrm flipH="1">
              <a:off x="6971122" y="1275517"/>
              <a:ext cx="830337" cy="1161412"/>
            </a:xfrm>
            <a:custGeom>
              <a:avLst/>
              <a:gdLst/>
              <a:ahLst/>
              <a:cxnLst/>
              <a:rect l="l" t="t" r="r" b="b"/>
              <a:pathLst>
                <a:path w="11434" h="15993" extrusionOk="0">
                  <a:moveTo>
                    <a:pt x="6543" y="1"/>
                  </a:moveTo>
                  <a:cubicBezTo>
                    <a:pt x="4970" y="1"/>
                    <a:pt x="3042" y="152"/>
                    <a:pt x="2006" y="725"/>
                  </a:cubicBezTo>
                  <a:cubicBezTo>
                    <a:pt x="2006" y="725"/>
                    <a:pt x="308" y="1471"/>
                    <a:pt x="1" y="2482"/>
                  </a:cubicBezTo>
                  <a:lnTo>
                    <a:pt x="3324" y="9684"/>
                  </a:lnTo>
                  <a:cubicBezTo>
                    <a:pt x="2255" y="11368"/>
                    <a:pt x="1464" y="13271"/>
                    <a:pt x="820" y="15320"/>
                  </a:cubicBezTo>
                  <a:cubicBezTo>
                    <a:pt x="820" y="15320"/>
                    <a:pt x="4415" y="15993"/>
                    <a:pt x="7553" y="15993"/>
                  </a:cubicBezTo>
                  <a:cubicBezTo>
                    <a:pt x="9136" y="15993"/>
                    <a:pt x="10604" y="15821"/>
                    <a:pt x="11434" y="15306"/>
                  </a:cubicBezTo>
                  <a:lnTo>
                    <a:pt x="9487" y="9245"/>
                  </a:lnTo>
                  <a:cubicBezTo>
                    <a:pt x="10395" y="3316"/>
                    <a:pt x="10614" y="4721"/>
                    <a:pt x="9165" y="212"/>
                  </a:cubicBezTo>
                  <a:cubicBezTo>
                    <a:pt x="9150" y="139"/>
                    <a:pt x="9018" y="154"/>
                    <a:pt x="8945" y="139"/>
                  </a:cubicBezTo>
                  <a:cubicBezTo>
                    <a:pt x="8672" y="83"/>
                    <a:pt x="7704" y="1"/>
                    <a:pt x="65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9"/>
            <p:cNvSpPr/>
            <p:nvPr/>
          </p:nvSpPr>
          <p:spPr>
            <a:xfrm flipH="1">
              <a:off x="7274094" y="1274283"/>
              <a:ext cx="270074" cy="536589"/>
            </a:xfrm>
            <a:custGeom>
              <a:avLst/>
              <a:gdLst/>
              <a:ahLst/>
              <a:cxnLst/>
              <a:rect l="l" t="t" r="r" b="b"/>
              <a:pathLst>
                <a:path w="3719" h="7389" extrusionOk="0">
                  <a:moveTo>
                    <a:pt x="2527" y="0"/>
                  </a:moveTo>
                  <a:cubicBezTo>
                    <a:pt x="1638" y="0"/>
                    <a:pt x="494" y="43"/>
                    <a:pt x="0" y="244"/>
                  </a:cubicBezTo>
                  <a:lnTo>
                    <a:pt x="3719" y="7388"/>
                  </a:lnTo>
                  <a:lnTo>
                    <a:pt x="3719" y="24"/>
                  </a:lnTo>
                  <a:cubicBezTo>
                    <a:pt x="3719" y="24"/>
                    <a:pt x="3194" y="0"/>
                    <a:pt x="2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9"/>
            <p:cNvSpPr/>
            <p:nvPr/>
          </p:nvSpPr>
          <p:spPr>
            <a:xfrm flipH="1">
              <a:off x="7021083" y="2264739"/>
              <a:ext cx="1029171" cy="2175187"/>
            </a:xfrm>
            <a:custGeom>
              <a:avLst/>
              <a:gdLst/>
              <a:ahLst/>
              <a:cxnLst/>
              <a:rect l="l" t="t" r="r" b="b"/>
              <a:pathLst>
                <a:path w="14172" h="29953" extrusionOk="0">
                  <a:moveTo>
                    <a:pt x="14172" y="0"/>
                  </a:moveTo>
                  <a:lnTo>
                    <a:pt x="9604" y="864"/>
                  </a:lnTo>
                  <a:cubicBezTo>
                    <a:pt x="7043" y="12590"/>
                    <a:pt x="1" y="27581"/>
                    <a:pt x="1" y="27581"/>
                  </a:cubicBezTo>
                  <a:lnTo>
                    <a:pt x="3895" y="29953"/>
                  </a:lnTo>
                  <a:cubicBezTo>
                    <a:pt x="12971" y="12019"/>
                    <a:pt x="14172" y="0"/>
                    <a:pt x="14172"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9"/>
            <p:cNvSpPr/>
            <p:nvPr/>
          </p:nvSpPr>
          <p:spPr>
            <a:xfrm flipH="1">
              <a:off x="6626613" y="2238160"/>
              <a:ext cx="1094020" cy="2254924"/>
            </a:xfrm>
            <a:custGeom>
              <a:avLst/>
              <a:gdLst/>
              <a:ahLst/>
              <a:cxnLst/>
              <a:rect l="l" t="t" r="r" b="b"/>
              <a:pathLst>
                <a:path w="15065" h="31051" extrusionOk="0">
                  <a:moveTo>
                    <a:pt x="6076" y="0"/>
                  </a:moveTo>
                  <a:lnTo>
                    <a:pt x="0" y="2050"/>
                  </a:lnTo>
                  <a:cubicBezTo>
                    <a:pt x="0" y="2050"/>
                    <a:pt x="3367" y="17699"/>
                    <a:pt x="11551" y="31051"/>
                  </a:cubicBezTo>
                  <a:lnTo>
                    <a:pt x="15064" y="29147"/>
                  </a:lnTo>
                  <a:cubicBezTo>
                    <a:pt x="15064" y="29147"/>
                    <a:pt x="5783" y="9706"/>
                    <a:pt x="607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9"/>
            <p:cNvSpPr/>
            <p:nvPr/>
          </p:nvSpPr>
          <p:spPr>
            <a:xfrm flipH="1">
              <a:off x="7114621" y="817652"/>
              <a:ext cx="431653" cy="546030"/>
            </a:xfrm>
            <a:custGeom>
              <a:avLst/>
              <a:gdLst/>
              <a:ahLst/>
              <a:cxnLst/>
              <a:rect l="l" t="t" r="r" b="b"/>
              <a:pathLst>
                <a:path w="5944" h="7519" extrusionOk="0">
                  <a:moveTo>
                    <a:pt x="3086" y="1"/>
                  </a:moveTo>
                  <a:cubicBezTo>
                    <a:pt x="1665" y="1"/>
                    <a:pt x="1596" y="676"/>
                    <a:pt x="1596" y="676"/>
                  </a:cubicBezTo>
                  <a:lnTo>
                    <a:pt x="1596" y="1862"/>
                  </a:lnTo>
                  <a:cubicBezTo>
                    <a:pt x="1596" y="1862"/>
                    <a:pt x="1204" y="1594"/>
                    <a:pt x="827" y="1594"/>
                  </a:cubicBezTo>
                  <a:cubicBezTo>
                    <a:pt x="544" y="1594"/>
                    <a:pt x="270" y="1745"/>
                    <a:pt x="176" y="2272"/>
                  </a:cubicBezTo>
                  <a:cubicBezTo>
                    <a:pt x="0" y="3238"/>
                    <a:pt x="937" y="3428"/>
                    <a:pt x="937" y="3428"/>
                  </a:cubicBezTo>
                  <a:lnTo>
                    <a:pt x="717" y="6225"/>
                  </a:lnTo>
                  <a:cubicBezTo>
                    <a:pt x="673" y="6591"/>
                    <a:pt x="805" y="6957"/>
                    <a:pt x="1054" y="7205"/>
                  </a:cubicBezTo>
                  <a:cubicBezTo>
                    <a:pt x="1296" y="7436"/>
                    <a:pt x="1567" y="7519"/>
                    <a:pt x="1835" y="7519"/>
                  </a:cubicBezTo>
                  <a:cubicBezTo>
                    <a:pt x="2248" y="7519"/>
                    <a:pt x="2653" y="7321"/>
                    <a:pt x="2928" y="7162"/>
                  </a:cubicBezTo>
                  <a:cubicBezTo>
                    <a:pt x="3148" y="7015"/>
                    <a:pt x="3279" y="6796"/>
                    <a:pt x="3279" y="6532"/>
                  </a:cubicBezTo>
                  <a:lnTo>
                    <a:pt x="3279" y="5785"/>
                  </a:lnTo>
                  <a:lnTo>
                    <a:pt x="4275" y="5785"/>
                  </a:lnTo>
                  <a:cubicBezTo>
                    <a:pt x="5944" y="5712"/>
                    <a:pt x="5651" y="457"/>
                    <a:pt x="5651" y="457"/>
                  </a:cubicBezTo>
                  <a:cubicBezTo>
                    <a:pt x="5651" y="32"/>
                    <a:pt x="4772" y="32"/>
                    <a:pt x="4772" y="32"/>
                  </a:cubicBezTo>
                  <a:lnTo>
                    <a:pt x="3221" y="3"/>
                  </a:lnTo>
                  <a:cubicBezTo>
                    <a:pt x="3175" y="2"/>
                    <a:pt x="3130" y="1"/>
                    <a:pt x="3086"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9"/>
            <p:cNvSpPr/>
            <p:nvPr/>
          </p:nvSpPr>
          <p:spPr>
            <a:xfrm flipH="1">
              <a:off x="7203945" y="995352"/>
              <a:ext cx="23456" cy="111690"/>
            </a:xfrm>
            <a:custGeom>
              <a:avLst/>
              <a:gdLst/>
              <a:ahLst/>
              <a:cxnLst/>
              <a:rect l="l" t="t" r="r" b="b"/>
              <a:pathLst>
                <a:path w="323" h="1538" extrusionOk="0">
                  <a:moveTo>
                    <a:pt x="250" y="1"/>
                  </a:moveTo>
                  <a:cubicBezTo>
                    <a:pt x="235" y="1"/>
                    <a:pt x="220" y="381"/>
                    <a:pt x="177" y="820"/>
                  </a:cubicBezTo>
                  <a:cubicBezTo>
                    <a:pt x="177" y="1055"/>
                    <a:pt x="220" y="1289"/>
                    <a:pt x="162" y="1391"/>
                  </a:cubicBezTo>
                  <a:cubicBezTo>
                    <a:pt x="147" y="1450"/>
                    <a:pt x="89" y="1465"/>
                    <a:pt x="59" y="1479"/>
                  </a:cubicBezTo>
                  <a:cubicBezTo>
                    <a:pt x="16" y="1508"/>
                    <a:pt x="1" y="1508"/>
                    <a:pt x="1" y="1508"/>
                  </a:cubicBezTo>
                  <a:cubicBezTo>
                    <a:pt x="1" y="1523"/>
                    <a:pt x="16" y="1538"/>
                    <a:pt x="74" y="1538"/>
                  </a:cubicBezTo>
                  <a:cubicBezTo>
                    <a:pt x="133" y="1538"/>
                    <a:pt x="206" y="1523"/>
                    <a:pt x="250" y="1450"/>
                  </a:cubicBezTo>
                  <a:cubicBezTo>
                    <a:pt x="308" y="1377"/>
                    <a:pt x="323" y="1289"/>
                    <a:pt x="323" y="1172"/>
                  </a:cubicBezTo>
                  <a:lnTo>
                    <a:pt x="323" y="850"/>
                  </a:lnTo>
                  <a:cubicBezTo>
                    <a:pt x="308" y="396"/>
                    <a:pt x="294" y="1"/>
                    <a:pt x="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9"/>
            <p:cNvSpPr/>
            <p:nvPr/>
          </p:nvSpPr>
          <p:spPr>
            <a:xfrm flipH="1">
              <a:off x="7285788" y="999636"/>
              <a:ext cx="6463" cy="27668"/>
            </a:xfrm>
            <a:custGeom>
              <a:avLst/>
              <a:gdLst/>
              <a:ahLst/>
              <a:cxnLst/>
              <a:rect l="l" t="t" r="r" b="b"/>
              <a:pathLst>
                <a:path w="89" h="381" extrusionOk="0">
                  <a:moveTo>
                    <a:pt x="30" y="0"/>
                  </a:moveTo>
                  <a:cubicBezTo>
                    <a:pt x="16" y="0"/>
                    <a:pt x="1" y="88"/>
                    <a:pt x="1" y="205"/>
                  </a:cubicBezTo>
                  <a:cubicBezTo>
                    <a:pt x="1" y="293"/>
                    <a:pt x="16" y="381"/>
                    <a:pt x="45" y="381"/>
                  </a:cubicBezTo>
                  <a:cubicBezTo>
                    <a:pt x="59" y="366"/>
                    <a:pt x="89" y="293"/>
                    <a:pt x="89" y="191"/>
                  </a:cubicBezTo>
                  <a:cubicBezTo>
                    <a:pt x="89" y="88"/>
                    <a:pt x="59" y="0"/>
                    <a:pt x="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9"/>
            <p:cNvSpPr/>
            <p:nvPr/>
          </p:nvSpPr>
          <p:spPr>
            <a:xfrm flipH="1">
              <a:off x="7162480" y="996441"/>
              <a:ext cx="8569" cy="28758"/>
            </a:xfrm>
            <a:custGeom>
              <a:avLst/>
              <a:gdLst/>
              <a:ahLst/>
              <a:cxnLst/>
              <a:rect l="l" t="t" r="r" b="b"/>
              <a:pathLst>
                <a:path w="118" h="396" extrusionOk="0">
                  <a:moveTo>
                    <a:pt x="59" y="0"/>
                  </a:moveTo>
                  <a:cubicBezTo>
                    <a:pt x="30" y="0"/>
                    <a:pt x="1" y="103"/>
                    <a:pt x="30" y="205"/>
                  </a:cubicBezTo>
                  <a:cubicBezTo>
                    <a:pt x="30" y="308"/>
                    <a:pt x="45" y="396"/>
                    <a:pt x="89" y="396"/>
                  </a:cubicBezTo>
                  <a:cubicBezTo>
                    <a:pt x="103" y="366"/>
                    <a:pt x="118" y="308"/>
                    <a:pt x="118" y="191"/>
                  </a:cubicBezTo>
                  <a:cubicBezTo>
                    <a:pt x="118" y="103"/>
                    <a:pt x="103"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9"/>
            <p:cNvSpPr/>
            <p:nvPr/>
          </p:nvSpPr>
          <p:spPr>
            <a:xfrm flipH="1">
              <a:off x="7302780" y="1196290"/>
              <a:ext cx="69207" cy="120186"/>
            </a:xfrm>
            <a:custGeom>
              <a:avLst/>
              <a:gdLst/>
              <a:ahLst/>
              <a:cxnLst/>
              <a:rect l="l" t="t" r="r" b="b"/>
              <a:pathLst>
                <a:path w="953" h="1655" extrusionOk="0">
                  <a:moveTo>
                    <a:pt x="16" y="0"/>
                  </a:moveTo>
                  <a:cubicBezTo>
                    <a:pt x="1" y="293"/>
                    <a:pt x="1" y="586"/>
                    <a:pt x="89" y="864"/>
                  </a:cubicBezTo>
                  <a:cubicBezTo>
                    <a:pt x="162" y="1142"/>
                    <a:pt x="338" y="1391"/>
                    <a:pt x="601" y="1538"/>
                  </a:cubicBezTo>
                  <a:cubicBezTo>
                    <a:pt x="689" y="1596"/>
                    <a:pt x="835" y="1655"/>
                    <a:pt x="835" y="1655"/>
                  </a:cubicBezTo>
                  <a:cubicBezTo>
                    <a:pt x="835" y="1625"/>
                    <a:pt x="894" y="1450"/>
                    <a:pt x="894" y="1435"/>
                  </a:cubicBezTo>
                  <a:cubicBezTo>
                    <a:pt x="952" y="1113"/>
                    <a:pt x="923" y="894"/>
                    <a:pt x="909" y="586"/>
                  </a:cubicBezTo>
                  <a:lnTo>
                    <a:pt x="879" y="571"/>
                  </a:lnTo>
                  <a:cubicBezTo>
                    <a:pt x="528" y="484"/>
                    <a:pt x="235" y="279"/>
                    <a:pt x="16"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9"/>
            <p:cNvSpPr/>
            <p:nvPr/>
          </p:nvSpPr>
          <p:spPr>
            <a:xfrm flipH="1">
              <a:off x="7439958" y="967321"/>
              <a:ext cx="56353" cy="75961"/>
            </a:xfrm>
            <a:custGeom>
              <a:avLst/>
              <a:gdLst/>
              <a:ahLst/>
              <a:cxnLst/>
              <a:rect l="l" t="t" r="r" b="b"/>
              <a:pathLst>
                <a:path w="776" h="1046" extrusionOk="0">
                  <a:moveTo>
                    <a:pt x="87" y="1"/>
                  </a:moveTo>
                  <a:cubicBezTo>
                    <a:pt x="78" y="1"/>
                    <a:pt x="73" y="3"/>
                    <a:pt x="73" y="6"/>
                  </a:cubicBezTo>
                  <a:cubicBezTo>
                    <a:pt x="73" y="21"/>
                    <a:pt x="146" y="35"/>
                    <a:pt x="264" y="108"/>
                  </a:cubicBezTo>
                  <a:cubicBezTo>
                    <a:pt x="334" y="149"/>
                    <a:pt x="419" y="224"/>
                    <a:pt x="494" y="325"/>
                  </a:cubicBezTo>
                  <a:lnTo>
                    <a:pt x="494" y="325"/>
                  </a:lnTo>
                  <a:cubicBezTo>
                    <a:pt x="468" y="312"/>
                    <a:pt x="440" y="303"/>
                    <a:pt x="410" y="299"/>
                  </a:cubicBezTo>
                  <a:cubicBezTo>
                    <a:pt x="386" y="294"/>
                    <a:pt x="358" y="291"/>
                    <a:pt x="329" y="291"/>
                  </a:cubicBezTo>
                  <a:cubicBezTo>
                    <a:pt x="272" y="291"/>
                    <a:pt x="210" y="304"/>
                    <a:pt x="161" y="343"/>
                  </a:cubicBezTo>
                  <a:cubicBezTo>
                    <a:pt x="88" y="387"/>
                    <a:pt x="59" y="445"/>
                    <a:pt x="44" y="518"/>
                  </a:cubicBezTo>
                  <a:cubicBezTo>
                    <a:pt x="0" y="665"/>
                    <a:pt x="44" y="797"/>
                    <a:pt x="88" y="870"/>
                  </a:cubicBezTo>
                  <a:cubicBezTo>
                    <a:pt x="205" y="1016"/>
                    <a:pt x="337" y="1045"/>
                    <a:pt x="337" y="1045"/>
                  </a:cubicBezTo>
                  <a:cubicBezTo>
                    <a:pt x="351" y="1031"/>
                    <a:pt x="249" y="972"/>
                    <a:pt x="146" y="811"/>
                  </a:cubicBezTo>
                  <a:cubicBezTo>
                    <a:pt x="117" y="738"/>
                    <a:pt x="103" y="621"/>
                    <a:pt x="132" y="533"/>
                  </a:cubicBezTo>
                  <a:cubicBezTo>
                    <a:pt x="170" y="457"/>
                    <a:pt x="252" y="381"/>
                    <a:pt x="349" y="381"/>
                  </a:cubicBezTo>
                  <a:cubicBezTo>
                    <a:pt x="364" y="381"/>
                    <a:pt x="380" y="383"/>
                    <a:pt x="395" y="387"/>
                  </a:cubicBezTo>
                  <a:cubicBezTo>
                    <a:pt x="454" y="401"/>
                    <a:pt x="542" y="445"/>
                    <a:pt x="615" y="504"/>
                  </a:cubicBezTo>
                  <a:lnTo>
                    <a:pt x="776" y="606"/>
                  </a:lnTo>
                  <a:lnTo>
                    <a:pt x="673" y="445"/>
                  </a:lnTo>
                  <a:cubicBezTo>
                    <a:pt x="586" y="240"/>
                    <a:pt x="425" y="108"/>
                    <a:pt x="293" y="65"/>
                  </a:cubicBezTo>
                  <a:cubicBezTo>
                    <a:pt x="192" y="20"/>
                    <a:pt x="117" y="1"/>
                    <a:pt x="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9"/>
            <p:cNvSpPr/>
            <p:nvPr/>
          </p:nvSpPr>
          <p:spPr>
            <a:xfrm flipH="1">
              <a:off x="7215637" y="1101666"/>
              <a:ext cx="65939" cy="53521"/>
            </a:xfrm>
            <a:custGeom>
              <a:avLst/>
              <a:gdLst/>
              <a:ahLst/>
              <a:cxnLst/>
              <a:rect l="l" t="t" r="r" b="b"/>
              <a:pathLst>
                <a:path w="908" h="737" extrusionOk="0">
                  <a:moveTo>
                    <a:pt x="30" y="1"/>
                  </a:moveTo>
                  <a:cubicBezTo>
                    <a:pt x="15" y="1"/>
                    <a:pt x="0" y="74"/>
                    <a:pt x="15" y="206"/>
                  </a:cubicBezTo>
                  <a:cubicBezTo>
                    <a:pt x="30" y="337"/>
                    <a:pt x="117" y="498"/>
                    <a:pt x="264" y="601"/>
                  </a:cubicBezTo>
                  <a:cubicBezTo>
                    <a:pt x="400" y="700"/>
                    <a:pt x="546" y="736"/>
                    <a:pt x="668" y="736"/>
                  </a:cubicBezTo>
                  <a:cubicBezTo>
                    <a:pt x="690" y="736"/>
                    <a:pt x="712" y="735"/>
                    <a:pt x="732" y="733"/>
                  </a:cubicBezTo>
                  <a:cubicBezTo>
                    <a:pt x="849" y="718"/>
                    <a:pt x="908" y="689"/>
                    <a:pt x="908" y="659"/>
                  </a:cubicBezTo>
                  <a:cubicBezTo>
                    <a:pt x="901" y="652"/>
                    <a:pt x="879" y="652"/>
                    <a:pt x="844" y="652"/>
                  </a:cubicBezTo>
                  <a:cubicBezTo>
                    <a:pt x="809" y="652"/>
                    <a:pt x="762" y="652"/>
                    <a:pt x="703" y="645"/>
                  </a:cubicBezTo>
                  <a:cubicBezTo>
                    <a:pt x="600" y="645"/>
                    <a:pt x="454" y="601"/>
                    <a:pt x="322" y="513"/>
                  </a:cubicBezTo>
                  <a:cubicBezTo>
                    <a:pt x="191" y="425"/>
                    <a:pt x="117" y="293"/>
                    <a:pt x="88" y="191"/>
                  </a:cubicBezTo>
                  <a:cubicBezTo>
                    <a:pt x="44" y="74"/>
                    <a:pt x="44" y="1"/>
                    <a:pt x="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9"/>
            <p:cNvSpPr/>
            <p:nvPr/>
          </p:nvSpPr>
          <p:spPr>
            <a:xfrm flipH="1">
              <a:off x="7263421" y="1095930"/>
              <a:ext cx="35148" cy="22076"/>
            </a:xfrm>
            <a:custGeom>
              <a:avLst/>
              <a:gdLst/>
              <a:ahLst/>
              <a:cxnLst/>
              <a:rect l="l" t="t" r="r" b="b"/>
              <a:pathLst>
                <a:path w="484" h="304" extrusionOk="0">
                  <a:moveTo>
                    <a:pt x="347" y="1"/>
                  </a:moveTo>
                  <a:cubicBezTo>
                    <a:pt x="294" y="1"/>
                    <a:pt x="231" y="17"/>
                    <a:pt x="176" y="50"/>
                  </a:cubicBezTo>
                  <a:cubicBezTo>
                    <a:pt x="103" y="80"/>
                    <a:pt x="44" y="153"/>
                    <a:pt x="29" y="211"/>
                  </a:cubicBezTo>
                  <a:cubicBezTo>
                    <a:pt x="0" y="270"/>
                    <a:pt x="0" y="299"/>
                    <a:pt x="29" y="299"/>
                  </a:cubicBezTo>
                  <a:cubicBezTo>
                    <a:pt x="32" y="302"/>
                    <a:pt x="36" y="304"/>
                    <a:pt x="39" y="304"/>
                  </a:cubicBezTo>
                  <a:cubicBezTo>
                    <a:pt x="69" y="304"/>
                    <a:pt x="117" y="203"/>
                    <a:pt x="234" y="138"/>
                  </a:cubicBezTo>
                  <a:cubicBezTo>
                    <a:pt x="351" y="65"/>
                    <a:pt x="483" y="80"/>
                    <a:pt x="483" y="50"/>
                  </a:cubicBezTo>
                  <a:cubicBezTo>
                    <a:pt x="483" y="36"/>
                    <a:pt x="454" y="6"/>
                    <a:pt x="395" y="6"/>
                  </a:cubicBezTo>
                  <a:cubicBezTo>
                    <a:pt x="381" y="3"/>
                    <a:pt x="364"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9"/>
            <p:cNvSpPr/>
            <p:nvPr/>
          </p:nvSpPr>
          <p:spPr>
            <a:xfrm flipH="1">
              <a:off x="6977440" y="2071208"/>
              <a:ext cx="764471" cy="1453925"/>
            </a:xfrm>
            <a:custGeom>
              <a:avLst/>
              <a:gdLst/>
              <a:ahLst/>
              <a:cxnLst/>
              <a:rect l="l" t="t" r="r" b="b"/>
              <a:pathLst>
                <a:path w="10527" h="20021" extrusionOk="0">
                  <a:moveTo>
                    <a:pt x="9209" y="1"/>
                  </a:moveTo>
                  <a:lnTo>
                    <a:pt x="0" y="4188"/>
                  </a:lnTo>
                  <a:cubicBezTo>
                    <a:pt x="0" y="4188"/>
                    <a:pt x="937" y="7584"/>
                    <a:pt x="2328" y="11830"/>
                  </a:cubicBezTo>
                  <a:cubicBezTo>
                    <a:pt x="2474" y="14260"/>
                    <a:pt x="1479" y="16500"/>
                    <a:pt x="293" y="18695"/>
                  </a:cubicBezTo>
                  <a:lnTo>
                    <a:pt x="1816" y="19281"/>
                  </a:lnTo>
                  <a:cubicBezTo>
                    <a:pt x="3093" y="19772"/>
                    <a:pt x="4444" y="20021"/>
                    <a:pt x="5797" y="20021"/>
                  </a:cubicBezTo>
                  <a:cubicBezTo>
                    <a:pt x="7189" y="20021"/>
                    <a:pt x="8583" y="19757"/>
                    <a:pt x="9897" y="19223"/>
                  </a:cubicBezTo>
                  <a:cubicBezTo>
                    <a:pt x="10292" y="19076"/>
                    <a:pt x="10526" y="18959"/>
                    <a:pt x="10497" y="18900"/>
                  </a:cubicBezTo>
                  <a:cubicBezTo>
                    <a:pt x="10438" y="18695"/>
                    <a:pt x="10482" y="10248"/>
                    <a:pt x="10307" y="3953"/>
                  </a:cubicBezTo>
                  <a:cubicBezTo>
                    <a:pt x="10263" y="2826"/>
                    <a:pt x="9267" y="894"/>
                    <a:pt x="92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9"/>
            <p:cNvSpPr/>
            <p:nvPr/>
          </p:nvSpPr>
          <p:spPr>
            <a:xfrm flipH="1">
              <a:off x="6961536" y="2352971"/>
              <a:ext cx="780375" cy="84094"/>
            </a:xfrm>
            <a:custGeom>
              <a:avLst/>
              <a:gdLst/>
              <a:ahLst/>
              <a:cxnLst/>
              <a:rect l="l" t="t" r="r" b="b"/>
              <a:pathLst>
                <a:path w="10746" h="1158" extrusionOk="0">
                  <a:moveTo>
                    <a:pt x="7262" y="0"/>
                  </a:moveTo>
                  <a:lnTo>
                    <a:pt x="7247" y="15"/>
                  </a:lnTo>
                  <a:cubicBezTo>
                    <a:pt x="6808" y="439"/>
                    <a:pt x="6193" y="703"/>
                    <a:pt x="5505" y="879"/>
                  </a:cubicBezTo>
                  <a:cubicBezTo>
                    <a:pt x="4918" y="1005"/>
                    <a:pt x="4332" y="1068"/>
                    <a:pt x="3788" y="1068"/>
                  </a:cubicBezTo>
                  <a:cubicBezTo>
                    <a:pt x="3639" y="1068"/>
                    <a:pt x="3494" y="1064"/>
                    <a:pt x="3353" y="1054"/>
                  </a:cubicBezTo>
                  <a:cubicBezTo>
                    <a:pt x="2679" y="1025"/>
                    <a:pt x="2094" y="908"/>
                    <a:pt x="1596" y="805"/>
                  </a:cubicBezTo>
                  <a:cubicBezTo>
                    <a:pt x="1098" y="674"/>
                    <a:pt x="703" y="557"/>
                    <a:pt x="425" y="483"/>
                  </a:cubicBezTo>
                  <a:cubicBezTo>
                    <a:pt x="293" y="454"/>
                    <a:pt x="205" y="410"/>
                    <a:pt x="117" y="396"/>
                  </a:cubicBezTo>
                  <a:cubicBezTo>
                    <a:pt x="44" y="381"/>
                    <a:pt x="0" y="381"/>
                    <a:pt x="0" y="381"/>
                  </a:cubicBezTo>
                  <a:lnTo>
                    <a:pt x="0" y="381"/>
                  </a:lnTo>
                  <a:cubicBezTo>
                    <a:pt x="0" y="381"/>
                    <a:pt x="44" y="396"/>
                    <a:pt x="117" y="410"/>
                  </a:cubicBezTo>
                  <a:cubicBezTo>
                    <a:pt x="205" y="454"/>
                    <a:pt x="293" y="483"/>
                    <a:pt x="425" y="527"/>
                  </a:cubicBezTo>
                  <a:cubicBezTo>
                    <a:pt x="703" y="615"/>
                    <a:pt x="1084" y="732"/>
                    <a:pt x="1581" y="849"/>
                  </a:cubicBezTo>
                  <a:cubicBezTo>
                    <a:pt x="2065" y="981"/>
                    <a:pt x="2679" y="1113"/>
                    <a:pt x="3353" y="1142"/>
                  </a:cubicBezTo>
                  <a:cubicBezTo>
                    <a:pt x="3508" y="1153"/>
                    <a:pt x="3669" y="1158"/>
                    <a:pt x="3833" y="1158"/>
                  </a:cubicBezTo>
                  <a:cubicBezTo>
                    <a:pt x="4366" y="1158"/>
                    <a:pt x="4941" y="1101"/>
                    <a:pt x="5534" y="966"/>
                  </a:cubicBezTo>
                  <a:cubicBezTo>
                    <a:pt x="6193" y="809"/>
                    <a:pt x="6824" y="539"/>
                    <a:pt x="7276" y="116"/>
                  </a:cubicBezTo>
                  <a:lnTo>
                    <a:pt x="7276" y="116"/>
                  </a:lnTo>
                  <a:cubicBezTo>
                    <a:pt x="8174" y="521"/>
                    <a:pt x="9020" y="735"/>
                    <a:pt x="9660" y="735"/>
                  </a:cubicBezTo>
                  <a:cubicBezTo>
                    <a:pt x="9701" y="735"/>
                    <a:pt x="9741" y="734"/>
                    <a:pt x="9780" y="732"/>
                  </a:cubicBezTo>
                  <a:cubicBezTo>
                    <a:pt x="10102" y="688"/>
                    <a:pt x="10336" y="586"/>
                    <a:pt x="10512" y="513"/>
                  </a:cubicBezTo>
                  <a:cubicBezTo>
                    <a:pt x="10599" y="469"/>
                    <a:pt x="10658" y="439"/>
                    <a:pt x="10687" y="410"/>
                  </a:cubicBezTo>
                  <a:cubicBezTo>
                    <a:pt x="10731" y="396"/>
                    <a:pt x="10746" y="381"/>
                    <a:pt x="10746" y="381"/>
                  </a:cubicBezTo>
                  <a:lnTo>
                    <a:pt x="10746" y="381"/>
                  </a:lnTo>
                  <a:cubicBezTo>
                    <a:pt x="10746" y="381"/>
                    <a:pt x="10658" y="410"/>
                    <a:pt x="10512" y="469"/>
                  </a:cubicBezTo>
                  <a:cubicBezTo>
                    <a:pt x="10336" y="542"/>
                    <a:pt x="10102" y="630"/>
                    <a:pt x="9794" y="659"/>
                  </a:cubicBezTo>
                  <a:cubicBezTo>
                    <a:pt x="9758" y="661"/>
                    <a:pt x="9721" y="662"/>
                    <a:pt x="9684" y="662"/>
                  </a:cubicBezTo>
                  <a:cubicBezTo>
                    <a:pt x="9052" y="662"/>
                    <a:pt x="8218" y="430"/>
                    <a:pt x="7305" y="15"/>
                  </a:cubicBezTo>
                  <a:lnTo>
                    <a:pt x="7262"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9"/>
            <p:cNvSpPr/>
            <p:nvPr/>
          </p:nvSpPr>
          <p:spPr>
            <a:xfrm flipH="1">
              <a:off x="7214547" y="1794819"/>
              <a:ext cx="59621" cy="563531"/>
            </a:xfrm>
            <a:custGeom>
              <a:avLst/>
              <a:gdLst/>
              <a:ahLst/>
              <a:cxnLst/>
              <a:rect l="l" t="t" r="r" b="b"/>
              <a:pathLst>
                <a:path w="821" h="7760" extrusionOk="0">
                  <a:moveTo>
                    <a:pt x="15" y="1"/>
                  </a:moveTo>
                  <a:cubicBezTo>
                    <a:pt x="1" y="1"/>
                    <a:pt x="15" y="103"/>
                    <a:pt x="45" y="308"/>
                  </a:cubicBezTo>
                  <a:cubicBezTo>
                    <a:pt x="59" y="513"/>
                    <a:pt x="89" y="806"/>
                    <a:pt x="132" y="1128"/>
                  </a:cubicBezTo>
                  <a:cubicBezTo>
                    <a:pt x="220" y="1845"/>
                    <a:pt x="337" y="2811"/>
                    <a:pt x="440" y="3880"/>
                  </a:cubicBezTo>
                  <a:cubicBezTo>
                    <a:pt x="572" y="4949"/>
                    <a:pt x="660" y="5930"/>
                    <a:pt x="718" y="6618"/>
                  </a:cubicBezTo>
                  <a:cubicBezTo>
                    <a:pt x="733" y="6954"/>
                    <a:pt x="777" y="7218"/>
                    <a:pt x="791" y="7437"/>
                  </a:cubicBezTo>
                  <a:cubicBezTo>
                    <a:pt x="806" y="7642"/>
                    <a:pt x="821" y="7759"/>
                    <a:pt x="821" y="7759"/>
                  </a:cubicBezTo>
                  <a:lnTo>
                    <a:pt x="821" y="7437"/>
                  </a:lnTo>
                  <a:cubicBezTo>
                    <a:pt x="821" y="7247"/>
                    <a:pt x="806" y="6954"/>
                    <a:pt x="791" y="6603"/>
                  </a:cubicBezTo>
                  <a:cubicBezTo>
                    <a:pt x="733" y="5900"/>
                    <a:pt x="660" y="4934"/>
                    <a:pt x="557" y="3851"/>
                  </a:cubicBezTo>
                  <a:cubicBezTo>
                    <a:pt x="425" y="2782"/>
                    <a:pt x="308" y="1801"/>
                    <a:pt x="206" y="1113"/>
                  </a:cubicBezTo>
                  <a:cubicBezTo>
                    <a:pt x="147" y="762"/>
                    <a:pt x="118" y="484"/>
                    <a:pt x="74" y="293"/>
                  </a:cubicBezTo>
                  <a:cubicBezTo>
                    <a:pt x="59" y="103"/>
                    <a:pt x="15" y="1"/>
                    <a:pt x="1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9"/>
            <p:cNvSpPr/>
            <p:nvPr/>
          </p:nvSpPr>
          <p:spPr>
            <a:xfrm flipH="1">
              <a:off x="7453755" y="2090380"/>
              <a:ext cx="164847" cy="179589"/>
            </a:xfrm>
            <a:custGeom>
              <a:avLst/>
              <a:gdLst/>
              <a:ahLst/>
              <a:cxnLst/>
              <a:rect l="l" t="t" r="r" b="b"/>
              <a:pathLst>
                <a:path w="2270" h="2473" extrusionOk="0">
                  <a:moveTo>
                    <a:pt x="132" y="0"/>
                  </a:moveTo>
                  <a:cubicBezTo>
                    <a:pt x="132" y="0"/>
                    <a:pt x="249" y="30"/>
                    <a:pt x="440" y="44"/>
                  </a:cubicBezTo>
                  <a:cubicBezTo>
                    <a:pt x="659" y="59"/>
                    <a:pt x="937" y="74"/>
                    <a:pt x="1289" y="117"/>
                  </a:cubicBezTo>
                  <a:cubicBezTo>
                    <a:pt x="1464" y="132"/>
                    <a:pt x="1669" y="147"/>
                    <a:pt x="1874" y="176"/>
                  </a:cubicBezTo>
                  <a:cubicBezTo>
                    <a:pt x="1962" y="191"/>
                    <a:pt x="2079" y="191"/>
                    <a:pt x="2123" y="264"/>
                  </a:cubicBezTo>
                  <a:cubicBezTo>
                    <a:pt x="2182" y="337"/>
                    <a:pt x="2182" y="469"/>
                    <a:pt x="2182" y="571"/>
                  </a:cubicBezTo>
                  <a:cubicBezTo>
                    <a:pt x="2182" y="806"/>
                    <a:pt x="2182" y="1069"/>
                    <a:pt x="2123" y="1303"/>
                  </a:cubicBezTo>
                  <a:cubicBezTo>
                    <a:pt x="2094" y="1567"/>
                    <a:pt x="1977" y="1801"/>
                    <a:pt x="1801" y="1977"/>
                  </a:cubicBezTo>
                  <a:cubicBezTo>
                    <a:pt x="1611" y="2167"/>
                    <a:pt x="1377" y="2299"/>
                    <a:pt x="1142" y="2343"/>
                  </a:cubicBezTo>
                  <a:cubicBezTo>
                    <a:pt x="1025" y="2372"/>
                    <a:pt x="901" y="2390"/>
                    <a:pt x="780" y="2390"/>
                  </a:cubicBezTo>
                  <a:cubicBezTo>
                    <a:pt x="659" y="2390"/>
                    <a:pt x="542" y="2372"/>
                    <a:pt x="440" y="2328"/>
                  </a:cubicBezTo>
                  <a:cubicBezTo>
                    <a:pt x="264" y="2240"/>
                    <a:pt x="176" y="2021"/>
                    <a:pt x="132" y="1816"/>
                  </a:cubicBezTo>
                  <a:cubicBezTo>
                    <a:pt x="103" y="1611"/>
                    <a:pt x="118" y="1435"/>
                    <a:pt x="118" y="1245"/>
                  </a:cubicBezTo>
                  <a:cubicBezTo>
                    <a:pt x="132" y="908"/>
                    <a:pt x="191" y="630"/>
                    <a:pt x="220" y="425"/>
                  </a:cubicBezTo>
                  <a:cubicBezTo>
                    <a:pt x="279" y="220"/>
                    <a:pt x="293" y="117"/>
                    <a:pt x="293" y="117"/>
                  </a:cubicBezTo>
                  <a:lnTo>
                    <a:pt x="293" y="117"/>
                  </a:lnTo>
                  <a:lnTo>
                    <a:pt x="264" y="147"/>
                  </a:lnTo>
                  <a:cubicBezTo>
                    <a:pt x="249" y="205"/>
                    <a:pt x="205" y="278"/>
                    <a:pt x="191" y="366"/>
                  </a:cubicBezTo>
                  <a:cubicBezTo>
                    <a:pt x="132" y="571"/>
                    <a:pt x="74" y="849"/>
                    <a:pt x="44" y="1215"/>
                  </a:cubicBezTo>
                  <a:cubicBezTo>
                    <a:pt x="30" y="1376"/>
                    <a:pt x="1" y="1581"/>
                    <a:pt x="44" y="1801"/>
                  </a:cubicBezTo>
                  <a:cubicBezTo>
                    <a:pt x="44" y="1903"/>
                    <a:pt x="74" y="2021"/>
                    <a:pt x="132" y="2123"/>
                  </a:cubicBezTo>
                  <a:cubicBezTo>
                    <a:pt x="191" y="2240"/>
                    <a:pt x="279" y="2328"/>
                    <a:pt x="396" y="2387"/>
                  </a:cubicBezTo>
                  <a:cubicBezTo>
                    <a:pt x="501" y="2450"/>
                    <a:pt x="617" y="2473"/>
                    <a:pt x="738" y="2473"/>
                  </a:cubicBezTo>
                  <a:cubicBezTo>
                    <a:pt x="869" y="2473"/>
                    <a:pt x="1006" y="2446"/>
                    <a:pt x="1142" y="2416"/>
                  </a:cubicBezTo>
                  <a:cubicBezTo>
                    <a:pt x="1391" y="2372"/>
                    <a:pt x="1655" y="2240"/>
                    <a:pt x="1860" y="2035"/>
                  </a:cubicBezTo>
                  <a:cubicBezTo>
                    <a:pt x="2050" y="1830"/>
                    <a:pt x="2167" y="1567"/>
                    <a:pt x="2226" y="1303"/>
                  </a:cubicBezTo>
                  <a:cubicBezTo>
                    <a:pt x="2270" y="1054"/>
                    <a:pt x="2270" y="791"/>
                    <a:pt x="2270" y="557"/>
                  </a:cubicBezTo>
                  <a:cubicBezTo>
                    <a:pt x="2270" y="425"/>
                    <a:pt x="2270" y="293"/>
                    <a:pt x="2196" y="191"/>
                  </a:cubicBezTo>
                  <a:cubicBezTo>
                    <a:pt x="2167" y="132"/>
                    <a:pt x="2094" y="117"/>
                    <a:pt x="2035" y="103"/>
                  </a:cubicBezTo>
                  <a:cubicBezTo>
                    <a:pt x="1977" y="74"/>
                    <a:pt x="1933" y="74"/>
                    <a:pt x="1874" y="74"/>
                  </a:cubicBezTo>
                  <a:cubicBezTo>
                    <a:pt x="1655" y="59"/>
                    <a:pt x="1464" y="59"/>
                    <a:pt x="1289" y="44"/>
                  </a:cubicBezTo>
                  <a:cubicBezTo>
                    <a:pt x="937" y="30"/>
                    <a:pt x="659" y="30"/>
                    <a:pt x="44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9"/>
            <p:cNvSpPr/>
            <p:nvPr/>
          </p:nvSpPr>
          <p:spPr>
            <a:xfrm flipH="1">
              <a:off x="7190074" y="1276026"/>
              <a:ext cx="84094" cy="430637"/>
            </a:xfrm>
            <a:custGeom>
              <a:avLst/>
              <a:gdLst/>
              <a:ahLst/>
              <a:cxnLst/>
              <a:rect l="l" t="t" r="r" b="b"/>
              <a:pathLst>
                <a:path w="1158" h="5930" extrusionOk="0">
                  <a:moveTo>
                    <a:pt x="1" y="0"/>
                  </a:moveTo>
                  <a:lnTo>
                    <a:pt x="1" y="5929"/>
                  </a:lnTo>
                  <a:cubicBezTo>
                    <a:pt x="1" y="5929"/>
                    <a:pt x="1157" y="2460"/>
                    <a:pt x="923" y="1830"/>
                  </a:cubicBezTo>
                  <a:cubicBezTo>
                    <a:pt x="674" y="1216"/>
                    <a:pt x="1" y="0"/>
                    <a:pt x="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9"/>
            <p:cNvSpPr/>
            <p:nvPr/>
          </p:nvSpPr>
          <p:spPr>
            <a:xfrm flipH="1">
              <a:off x="7384622" y="2990788"/>
              <a:ext cx="171238" cy="436010"/>
            </a:xfrm>
            <a:custGeom>
              <a:avLst/>
              <a:gdLst/>
              <a:ahLst/>
              <a:cxnLst/>
              <a:rect l="l" t="t" r="r" b="b"/>
              <a:pathLst>
                <a:path w="2358" h="6004" extrusionOk="0">
                  <a:moveTo>
                    <a:pt x="31" y="1"/>
                  </a:moveTo>
                  <a:cubicBezTo>
                    <a:pt x="30" y="1"/>
                    <a:pt x="30" y="1"/>
                    <a:pt x="30" y="1"/>
                  </a:cubicBezTo>
                  <a:cubicBezTo>
                    <a:pt x="0" y="16"/>
                    <a:pt x="498" y="1362"/>
                    <a:pt x="1128" y="3017"/>
                  </a:cubicBezTo>
                  <a:cubicBezTo>
                    <a:pt x="1768" y="4677"/>
                    <a:pt x="2322" y="6003"/>
                    <a:pt x="2342" y="6003"/>
                  </a:cubicBezTo>
                  <a:cubicBezTo>
                    <a:pt x="2342" y="6003"/>
                    <a:pt x="2343" y="6003"/>
                    <a:pt x="2343" y="6003"/>
                  </a:cubicBezTo>
                  <a:cubicBezTo>
                    <a:pt x="2357" y="6003"/>
                    <a:pt x="1874" y="4642"/>
                    <a:pt x="1245" y="2973"/>
                  </a:cubicBezTo>
                  <a:cubicBezTo>
                    <a:pt x="607" y="1336"/>
                    <a:pt x="70" y="1"/>
                    <a:pt x="3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9"/>
            <p:cNvSpPr/>
            <p:nvPr/>
          </p:nvSpPr>
          <p:spPr>
            <a:xfrm flipH="1">
              <a:off x="7478229" y="3059921"/>
              <a:ext cx="53230" cy="303043"/>
            </a:xfrm>
            <a:custGeom>
              <a:avLst/>
              <a:gdLst/>
              <a:ahLst/>
              <a:cxnLst/>
              <a:rect l="l" t="t" r="r" b="b"/>
              <a:pathLst>
                <a:path w="733" h="4173" extrusionOk="0">
                  <a:moveTo>
                    <a:pt x="1" y="1"/>
                  </a:moveTo>
                  <a:cubicBezTo>
                    <a:pt x="1" y="1"/>
                    <a:pt x="45" y="235"/>
                    <a:pt x="118" y="601"/>
                  </a:cubicBezTo>
                  <a:cubicBezTo>
                    <a:pt x="206" y="967"/>
                    <a:pt x="323" y="1494"/>
                    <a:pt x="411" y="2065"/>
                  </a:cubicBezTo>
                  <a:cubicBezTo>
                    <a:pt x="513" y="2650"/>
                    <a:pt x="572" y="3163"/>
                    <a:pt x="630" y="3543"/>
                  </a:cubicBezTo>
                  <a:cubicBezTo>
                    <a:pt x="689" y="3924"/>
                    <a:pt x="704" y="4173"/>
                    <a:pt x="733" y="4173"/>
                  </a:cubicBezTo>
                  <a:cubicBezTo>
                    <a:pt x="733" y="4173"/>
                    <a:pt x="733" y="3924"/>
                    <a:pt x="689" y="3529"/>
                  </a:cubicBezTo>
                  <a:cubicBezTo>
                    <a:pt x="674" y="3148"/>
                    <a:pt x="601" y="2636"/>
                    <a:pt x="513" y="2050"/>
                  </a:cubicBezTo>
                  <a:cubicBezTo>
                    <a:pt x="396" y="1479"/>
                    <a:pt x="294" y="952"/>
                    <a:pt x="177" y="586"/>
                  </a:cubicBezTo>
                  <a:cubicBezTo>
                    <a:pt x="89" y="220"/>
                    <a:pt x="16" y="1"/>
                    <a:pt x="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9"/>
            <p:cNvSpPr/>
            <p:nvPr/>
          </p:nvSpPr>
          <p:spPr>
            <a:xfrm flipH="1">
              <a:off x="6496620" y="4346308"/>
              <a:ext cx="389171" cy="146765"/>
            </a:xfrm>
            <a:custGeom>
              <a:avLst/>
              <a:gdLst/>
              <a:ahLst/>
              <a:cxnLst/>
              <a:rect l="l" t="t" r="r" b="b"/>
              <a:pathLst>
                <a:path w="5359" h="2021" extrusionOk="0">
                  <a:moveTo>
                    <a:pt x="4791" y="1"/>
                  </a:moveTo>
                  <a:cubicBezTo>
                    <a:pt x="4271" y="1"/>
                    <a:pt x="3529" y="118"/>
                    <a:pt x="3529" y="118"/>
                  </a:cubicBezTo>
                  <a:lnTo>
                    <a:pt x="1" y="2021"/>
                  </a:lnTo>
                  <a:cubicBezTo>
                    <a:pt x="1" y="2021"/>
                    <a:pt x="5359" y="352"/>
                    <a:pt x="5286" y="118"/>
                  </a:cubicBezTo>
                  <a:cubicBezTo>
                    <a:pt x="5256" y="30"/>
                    <a:pt x="5051" y="1"/>
                    <a:pt x="47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9"/>
            <p:cNvSpPr/>
            <p:nvPr/>
          </p:nvSpPr>
          <p:spPr>
            <a:xfrm flipH="1">
              <a:off x="7712062" y="4255963"/>
              <a:ext cx="338191" cy="269711"/>
            </a:xfrm>
            <a:custGeom>
              <a:avLst/>
              <a:gdLst/>
              <a:ahLst/>
              <a:cxnLst/>
              <a:rect l="l" t="t" r="r" b="b"/>
              <a:pathLst>
                <a:path w="4657" h="3714" extrusionOk="0">
                  <a:moveTo>
                    <a:pt x="1" y="0"/>
                  </a:moveTo>
                  <a:lnTo>
                    <a:pt x="1" y="146"/>
                  </a:lnTo>
                  <a:cubicBezTo>
                    <a:pt x="1" y="146"/>
                    <a:pt x="4035" y="3713"/>
                    <a:pt x="4498" y="3713"/>
                  </a:cubicBezTo>
                  <a:cubicBezTo>
                    <a:pt x="4520" y="3713"/>
                    <a:pt x="4534" y="3706"/>
                    <a:pt x="4539" y="3689"/>
                  </a:cubicBezTo>
                  <a:cubicBezTo>
                    <a:pt x="4656" y="3323"/>
                    <a:pt x="3895" y="2518"/>
                    <a:pt x="3895" y="2518"/>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9"/>
            <p:cNvSpPr/>
            <p:nvPr/>
          </p:nvSpPr>
          <p:spPr>
            <a:xfrm flipH="1">
              <a:off x="7103946" y="780398"/>
              <a:ext cx="351989" cy="187069"/>
            </a:xfrm>
            <a:custGeom>
              <a:avLst/>
              <a:gdLst/>
              <a:ahLst/>
              <a:cxnLst/>
              <a:rect l="l" t="t" r="r" b="b"/>
              <a:pathLst>
                <a:path w="4847" h="2576" extrusionOk="0">
                  <a:moveTo>
                    <a:pt x="2637" y="1"/>
                  </a:moveTo>
                  <a:cubicBezTo>
                    <a:pt x="2578" y="1"/>
                    <a:pt x="2519" y="2"/>
                    <a:pt x="2460" y="3"/>
                  </a:cubicBezTo>
                  <a:cubicBezTo>
                    <a:pt x="2035" y="3"/>
                    <a:pt x="1567" y="33"/>
                    <a:pt x="1172" y="179"/>
                  </a:cubicBezTo>
                  <a:cubicBezTo>
                    <a:pt x="747" y="326"/>
                    <a:pt x="381" y="618"/>
                    <a:pt x="176" y="1028"/>
                  </a:cubicBezTo>
                  <a:cubicBezTo>
                    <a:pt x="0" y="1423"/>
                    <a:pt x="30" y="1936"/>
                    <a:pt x="322" y="2273"/>
                  </a:cubicBezTo>
                  <a:lnTo>
                    <a:pt x="308" y="2331"/>
                  </a:lnTo>
                  <a:cubicBezTo>
                    <a:pt x="425" y="2419"/>
                    <a:pt x="527" y="2521"/>
                    <a:pt x="659" y="2565"/>
                  </a:cubicBezTo>
                  <a:cubicBezTo>
                    <a:pt x="693" y="2572"/>
                    <a:pt x="727" y="2576"/>
                    <a:pt x="761" y="2576"/>
                  </a:cubicBezTo>
                  <a:cubicBezTo>
                    <a:pt x="875" y="2576"/>
                    <a:pt x="983" y="2535"/>
                    <a:pt x="1040" y="2434"/>
                  </a:cubicBezTo>
                  <a:cubicBezTo>
                    <a:pt x="1098" y="2302"/>
                    <a:pt x="1040" y="2155"/>
                    <a:pt x="981" y="2009"/>
                  </a:cubicBezTo>
                  <a:cubicBezTo>
                    <a:pt x="908" y="1775"/>
                    <a:pt x="908" y="1497"/>
                    <a:pt x="1011" y="1262"/>
                  </a:cubicBezTo>
                  <a:cubicBezTo>
                    <a:pt x="1259" y="1570"/>
                    <a:pt x="1596" y="1833"/>
                    <a:pt x="1991" y="1907"/>
                  </a:cubicBezTo>
                  <a:cubicBezTo>
                    <a:pt x="2056" y="1918"/>
                    <a:pt x="2122" y="1924"/>
                    <a:pt x="2187" y="1924"/>
                  </a:cubicBezTo>
                  <a:cubicBezTo>
                    <a:pt x="2534" y="1924"/>
                    <a:pt x="2871" y="1763"/>
                    <a:pt x="3031" y="1467"/>
                  </a:cubicBezTo>
                  <a:cubicBezTo>
                    <a:pt x="3075" y="1833"/>
                    <a:pt x="3397" y="2082"/>
                    <a:pt x="3748" y="2199"/>
                  </a:cubicBezTo>
                  <a:cubicBezTo>
                    <a:pt x="3866" y="2230"/>
                    <a:pt x="3989" y="2251"/>
                    <a:pt x="4108" y="2251"/>
                  </a:cubicBezTo>
                  <a:cubicBezTo>
                    <a:pt x="4271" y="2251"/>
                    <a:pt x="4427" y="2213"/>
                    <a:pt x="4553" y="2112"/>
                  </a:cubicBezTo>
                  <a:cubicBezTo>
                    <a:pt x="4758" y="1965"/>
                    <a:pt x="4846" y="1687"/>
                    <a:pt x="4831" y="1423"/>
                  </a:cubicBezTo>
                  <a:cubicBezTo>
                    <a:pt x="4802" y="911"/>
                    <a:pt x="4422" y="472"/>
                    <a:pt x="3968" y="252"/>
                  </a:cubicBezTo>
                  <a:cubicBezTo>
                    <a:pt x="3565" y="57"/>
                    <a:pt x="3104" y="1"/>
                    <a:pt x="2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9"/>
            <p:cNvSpPr/>
            <p:nvPr/>
          </p:nvSpPr>
          <p:spPr>
            <a:xfrm flipH="1">
              <a:off x="7469660" y="1043208"/>
              <a:ext cx="46913" cy="55772"/>
            </a:xfrm>
            <a:custGeom>
              <a:avLst/>
              <a:gdLst/>
              <a:ahLst/>
              <a:cxnLst/>
              <a:rect l="l" t="t" r="r" b="b"/>
              <a:pathLst>
                <a:path w="646" h="768" extrusionOk="0">
                  <a:moveTo>
                    <a:pt x="425" y="0"/>
                  </a:moveTo>
                  <a:cubicBezTo>
                    <a:pt x="382" y="0"/>
                    <a:pt x="352" y="30"/>
                    <a:pt x="352" y="30"/>
                  </a:cubicBezTo>
                  <a:cubicBezTo>
                    <a:pt x="352" y="44"/>
                    <a:pt x="469" y="30"/>
                    <a:pt x="543" y="147"/>
                  </a:cubicBezTo>
                  <a:cubicBezTo>
                    <a:pt x="557" y="205"/>
                    <a:pt x="557" y="293"/>
                    <a:pt x="543" y="396"/>
                  </a:cubicBezTo>
                  <a:cubicBezTo>
                    <a:pt x="513" y="484"/>
                    <a:pt x="469" y="586"/>
                    <a:pt x="396" y="645"/>
                  </a:cubicBezTo>
                  <a:cubicBezTo>
                    <a:pt x="363" y="663"/>
                    <a:pt x="332" y="672"/>
                    <a:pt x="302" y="672"/>
                  </a:cubicBezTo>
                  <a:cubicBezTo>
                    <a:pt x="240" y="672"/>
                    <a:pt x="187" y="636"/>
                    <a:pt x="147" y="586"/>
                  </a:cubicBezTo>
                  <a:cubicBezTo>
                    <a:pt x="103" y="513"/>
                    <a:pt x="74" y="425"/>
                    <a:pt x="74" y="352"/>
                  </a:cubicBezTo>
                  <a:cubicBezTo>
                    <a:pt x="74" y="205"/>
                    <a:pt x="118" y="103"/>
                    <a:pt x="103" y="103"/>
                  </a:cubicBezTo>
                  <a:cubicBezTo>
                    <a:pt x="74" y="103"/>
                    <a:pt x="45" y="191"/>
                    <a:pt x="1" y="352"/>
                  </a:cubicBezTo>
                  <a:cubicBezTo>
                    <a:pt x="1" y="425"/>
                    <a:pt x="1" y="557"/>
                    <a:pt x="74" y="645"/>
                  </a:cubicBezTo>
                  <a:cubicBezTo>
                    <a:pt x="118" y="688"/>
                    <a:pt x="162" y="732"/>
                    <a:pt x="221" y="762"/>
                  </a:cubicBezTo>
                  <a:cubicBezTo>
                    <a:pt x="239" y="765"/>
                    <a:pt x="259" y="767"/>
                    <a:pt x="280" y="767"/>
                  </a:cubicBezTo>
                  <a:cubicBezTo>
                    <a:pt x="341" y="767"/>
                    <a:pt x="407" y="751"/>
                    <a:pt x="440" y="718"/>
                  </a:cubicBezTo>
                  <a:cubicBezTo>
                    <a:pt x="557" y="645"/>
                    <a:pt x="616" y="513"/>
                    <a:pt x="630" y="410"/>
                  </a:cubicBezTo>
                  <a:cubicBezTo>
                    <a:pt x="645" y="293"/>
                    <a:pt x="645" y="191"/>
                    <a:pt x="587" y="118"/>
                  </a:cubicBezTo>
                  <a:cubicBezTo>
                    <a:pt x="557" y="44"/>
                    <a:pt x="484" y="0"/>
                    <a:pt x="4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9"/>
            <p:cNvSpPr/>
            <p:nvPr/>
          </p:nvSpPr>
          <p:spPr>
            <a:xfrm flipH="1">
              <a:off x="7318755" y="1292002"/>
              <a:ext cx="273269" cy="430637"/>
            </a:xfrm>
            <a:custGeom>
              <a:avLst/>
              <a:gdLst/>
              <a:ahLst/>
              <a:cxnLst/>
              <a:rect l="l" t="t" r="r" b="b"/>
              <a:pathLst>
                <a:path w="3763" h="5930" extrusionOk="0">
                  <a:moveTo>
                    <a:pt x="659" y="0"/>
                  </a:moveTo>
                  <a:cubicBezTo>
                    <a:pt x="542" y="15"/>
                    <a:pt x="1" y="2123"/>
                    <a:pt x="557" y="2752"/>
                  </a:cubicBezTo>
                  <a:cubicBezTo>
                    <a:pt x="1157" y="3440"/>
                    <a:pt x="3763" y="5929"/>
                    <a:pt x="3763" y="5929"/>
                  </a:cubicBezTo>
                  <a:lnTo>
                    <a:pt x="659"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9"/>
            <p:cNvSpPr/>
            <p:nvPr/>
          </p:nvSpPr>
          <p:spPr>
            <a:xfrm flipH="1">
              <a:off x="7547289" y="1976585"/>
              <a:ext cx="191426" cy="398756"/>
            </a:xfrm>
            <a:custGeom>
              <a:avLst/>
              <a:gdLst/>
              <a:ahLst/>
              <a:cxnLst/>
              <a:rect l="l" t="t" r="r" b="b"/>
              <a:pathLst>
                <a:path w="2636" h="5491" extrusionOk="0">
                  <a:moveTo>
                    <a:pt x="2635" y="1"/>
                  </a:moveTo>
                  <a:cubicBezTo>
                    <a:pt x="2606" y="1"/>
                    <a:pt x="2562" y="74"/>
                    <a:pt x="2489" y="133"/>
                  </a:cubicBezTo>
                  <a:cubicBezTo>
                    <a:pt x="2372" y="250"/>
                    <a:pt x="2240" y="440"/>
                    <a:pt x="2094" y="674"/>
                  </a:cubicBezTo>
                  <a:cubicBezTo>
                    <a:pt x="1786" y="1157"/>
                    <a:pt x="1406" y="1816"/>
                    <a:pt x="1040" y="2577"/>
                  </a:cubicBezTo>
                  <a:cubicBezTo>
                    <a:pt x="674" y="3353"/>
                    <a:pt x="396" y="4085"/>
                    <a:pt x="235" y="4612"/>
                  </a:cubicBezTo>
                  <a:cubicBezTo>
                    <a:pt x="147" y="4891"/>
                    <a:pt x="88" y="5110"/>
                    <a:pt x="44" y="5256"/>
                  </a:cubicBezTo>
                  <a:cubicBezTo>
                    <a:pt x="15" y="5403"/>
                    <a:pt x="0" y="5491"/>
                    <a:pt x="0" y="5491"/>
                  </a:cubicBezTo>
                  <a:cubicBezTo>
                    <a:pt x="15" y="5491"/>
                    <a:pt x="30" y="5418"/>
                    <a:pt x="88" y="5271"/>
                  </a:cubicBezTo>
                  <a:cubicBezTo>
                    <a:pt x="147" y="5125"/>
                    <a:pt x="220" y="4905"/>
                    <a:pt x="308" y="4642"/>
                  </a:cubicBezTo>
                  <a:cubicBezTo>
                    <a:pt x="483" y="4129"/>
                    <a:pt x="762" y="3427"/>
                    <a:pt x="1128" y="2651"/>
                  </a:cubicBezTo>
                  <a:cubicBezTo>
                    <a:pt x="1479" y="1889"/>
                    <a:pt x="1859" y="1231"/>
                    <a:pt x="2152" y="748"/>
                  </a:cubicBezTo>
                  <a:cubicBezTo>
                    <a:pt x="2299" y="528"/>
                    <a:pt x="2416" y="323"/>
                    <a:pt x="2504" y="206"/>
                  </a:cubicBezTo>
                  <a:cubicBezTo>
                    <a:pt x="2591" y="74"/>
                    <a:pt x="2635" y="1"/>
                    <a:pt x="263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9"/>
            <p:cNvSpPr/>
            <p:nvPr/>
          </p:nvSpPr>
          <p:spPr>
            <a:xfrm flipH="1">
              <a:off x="7230522" y="2207805"/>
              <a:ext cx="321126" cy="245746"/>
            </a:xfrm>
            <a:custGeom>
              <a:avLst/>
              <a:gdLst/>
              <a:ahLst/>
              <a:cxnLst/>
              <a:rect l="l" t="t" r="r" b="b"/>
              <a:pathLst>
                <a:path w="4422" h="3384" extrusionOk="0">
                  <a:moveTo>
                    <a:pt x="3225" y="1"/>
                  </a:moveTo>
                  <a:cubicBezTo>
                    <a:pt x="2820" y="1"/>
                    <a:pt x="1348" y="389"/>
                    <a:pt x="1348" y="389"/>
                  </a:cubicBezTo>
                  <a:cubicBezTo>
                    <a:pt x="1348" y="389"/>
                    <a:pt x="1" y="2892"/>
                    <a:pt x="528" y="3097"/>
                  </a:cubicBezTo>
                  <a:cubicBezTo>
                    <a:pt x="528" y="3097"/>
                    <a:pt x="2100" y="3383"/>
                    <a:pt x="2663" y="3383"/>
                  </a:cubicBezTo>
                  <a:cubicBezTo>
                    <a:pt x="2749" y="3383"/>
                    <a:pt x="2812" y="3376"/>
                    <a:pt x="2841" y="3361"/>
                  </a:cubicBezTo>
                  <a:cubicBezTo>
                    <a:pt x="3075" y="3258"/>
                    <a:pt x="2197" y="2805"/>
                    <a:pt x="2197" y="2804"/>
                  </a:cubicBezTo>
                  <a:lnTo>
                    <a:pt x="2197" y="2804"/>
                  </a:lnTo>
                  <a:cubicBezTo>
                    <a:pt x="2197" y="2805"/>
                    <a:pt x="2893" y="3076"/>
                    <a:pt x="3226" y="3076"/>
                  </a:cubicBezTo>
                  <a:cubicBezTo>
                    <a:pt x="3279" y="3076"/>
                    <a:pt x="3323" y="3069"/>
                    <a:pt x="3353" y="3053"/>
                  </a:cubicBezTo>
                  <a:cubicBezTo>
                    <a:pt x="3573" y="2966"/>
                    <a:pt x="2358" y="2204"/>
                    <a:pt x="2358" y="2204"/>
                  </a:cubicBezTo>
                  <a:lnTo>
                    <a:pt x="2358" y="2204"/>
                  </a:lnTo>
                  <a:cubicBezTo>
                    <a:pt x="2358" y="2204"/>
                    <a:pt x="3219" y="2680"/>
                    <a:pt x="3593" y="2680"/>
                  </a:cubicBezTo>
                  <a:cubicBezTo>
                    <a:pt x="3668" y="2680"/>
                    <a:pt x="3724" y="2661"/>
                    <a:pt x="3749" y="2614"/>
                  </a:cubicBezTo>
                  <a:cubicBezTo>
                    <a:pt x="3895" y="2336"/>
                    <a:pt x="2578" y="1516"/>
                    <a:pt x="2577" y="1516"/>
                  </a:cubicBezTo>
                  <a:lnTo>
                    <a:pt x="2577" y="1516"/>
                  </a:lnTo>
                  <a:cubicBezTo>
                    <a:pt x="2578" y="1516"/>
                    <a:pt x="3625" y="2051"/>
                    <a:pt x="4049" y="2051"/>
                  </a:cubicBezTo>
                  <a:cubicBezTo>
                    <a:pt x="4121" y="2051"/>
                    <a:pt x="4175" y="2035"/>
                    <a:pt x="4202" y="1999"/>
                  </a:cubicBezTo>
                  <a:cubicBezTo>
                    <a:pt x="4422" y="1721"/>
                    <a:pt x="2519" y="755"/>
                    <a:pt x="2519" y="755"/>
                  </a:cubicBezTo>
                  <a:cubicBezTo>
                    <a:pt x="3148" y="623"/>
                    <a:pt x="3426" y="140"/>
                    <a:pt x="3324" y="23"/>
                  </a:cubicBezTo>
                  <a:cubicBezTo>
                    <a:pt x="3314" y="8"/>
                    <a:pt x="3279" y="1"/>
                    <a:pt x="3225"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9"/>
            <p:cNvSpPr/>
            <p:nvPr/>
          </p:nvSpPr>
          <p:spPr>
            <a:xfrm flipH="1">
              <a:off x="7428189" y="1383430"/>
              <a:ext cx="835711" cy="1055750"/>
            </a:xfrm>
            <a:custGeom>
              <a:avLst/>
              <a:gdLst/>
              <a:ahLst/>
              <a:cxnLst/>
              <a:rect l="l" t="t" r="r" b="b"/>
              <a:pathLst>
                <a:path w="11508" h="14538" extrusionOk="0">
                  <a:moveTo>
                    <a:pt x="7101" y="0"/>
                  </a:moveTo>
                  <a:cubicBezTo>
                    <a:pt x="7101" y="0"/>
                    <a:pt x="4758" y="2079"/>
                    <a:pt x="2372" y="6193"/>
                  </a:cubicBezTo>
                  <a:cubicBezTo>
                    <a:pt x="0" y="10292"/>
                    <a:pt x="4041" y="12034"/>
                    <a:pt x="5124" y="12444"/>
                  </a:cubicBezTo>
                  <a:cubicBezTo>
                    <a:pt x="6208" y="12883"/>
                    <a:pt x="10541" y="14537"/>
                    <a:pt x="10541" y="14537"/>
                  </a:cubicBezTo>
                  <a:lnTo>
                    <a:pt x="11507" y="11404"/>
                  </a:lnTo>
                  <a:cubicBezTo>
                    <a:pt x="11507" y="11404"/>
                    <a:pt x="8872" y="10379"/>
                    <a:pt x="6164" y="8886"/>
                  </a:cubicBezTo>
                  <a:cubicBezTo>
                    <a:pt x="4934" y="8184"/>
                    <a:pt x="9282" y="3177"/>
                    <a:pt x="9282" y="3177"/>
                  </a:cubicBezTo>
                  <a:lnTo>
                    <a:pt x="71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9"/>
            <p:cNvSpPr/>
            <p:nvPr/>
          </p:nvSpPr>
          <p:spPr>
            <a:xfrm flipH="1">
              <a:off x="7598341" y="1408701"/>
              <a:ext cx="186125" cy="320254"/>
            </a:xfrm>
            <a:custGeom>
              <a:avLst/>
              <a:gdLst/>
              <a:ahLst/>
              <a:cxnLst/>
              <a:rect l="l" t="t" r="r" b="b"/>
              <a:pathLst>
                <a:path w="2563" h="4410" extrusionOk="0">
                  <a:moveTo>
                    <a:pt x="793" y="1"/>
                  </a:moveTo>
                  <a:cubicBezTo>
                    <a:pt x="542" y="1"/>
                    <a:pt x="348" y="42"/>
                    <a:pt x="220" y="106"/>
                  </a:cubicBezTo>
                  <a:cubicBezTo>
                    <a:pt x="147" y="150"/>
                    <a:pt x="89" y="179"/>
                    <a:pt x="59" y="208"/>
                  </a:cubicBezTo>
                  <a:cubicBezTo>
                    <a:pt x="15" y="223"/>
                    <a:pt x="1" y="238"/>
                    <a:pt x="1" y="238"/>
                  </a:cubicBezTo>
                  <a:cubicBezTo>
                    <a:pt x="3" y="240"/>
                    <a:pt x="6" y="240"/>
                    <a:pt x="10" y="240"/>
                  </a:cubicBezTo>
                  <a:cubicBezTo>
                    <a:pt x="36" y="240"/>
                    <a:pt x="108" y="201"/>
                    <a:pt x="235" y="150"/>
                  </a:cubicBezTo>
                  <a:cubicBezTo>
                    <a:pt x="346" y="106"/>
                    <a:pt x="507" y="61"/>
                    <a:pt x="699" y="61"/>
                  </a:cubicBezTo>
                  <a:cubicBezTo>
                    <a:pt x="761" y="61"/>
                    <a:pt x="826" y="66"/>
                    <a:pt x="894" y="77"/>
                  </a:cubicBezTo>
                  <a:cubicBezTo>
                    <a:pt x="1187" y="106"/>
                    <a:pt x="1523" y="223"/>
                    <a:pt x="1787" y="472"/>
                  </a:cubicBezTo>
                  <a:cubicBezTo>
                    <a:pt x="2065" y="721"/>
                    <a:pt x="2270" y="1101"/>
                    <a:pt x="2358" y="1526"/>
                  </a:cubicBezTo>
                  <a:cubicBezTo>
                    <a:pt x="2446" y="1950"/>
                    <a:pt x="2416" y="2360"/>
                    <a:pt x="2299" y="2726"/>
                  </a:cubicBezTo>
                  <a:cubicBezTo>
                    <a:pt x="2197" y="3092"/>
                    <a:pt x="2050" y="3385"/>
                    <a:pt x="1904" y="3649"/>
                  </a:cubicBezTo>
                  <a:cubicBezTo>
                    <a:pt x="1596" y="4146"/>
                    <a:pt x="1348" y="4395"/>
                    <a:pt x="1377" y="4410"/>
                  </a:cubicBezTo>
                  <a:cubicBezTo>
                    <a:pt x="1377" y="4410"/>
                    <a:pt x="1450" y="4366"/>
                    <a:pt x="1553" y="4249"/>
                  </a:cubicBezTo>
                  <a:cubicBezTo>
                    <a:pt x="1655" y="4132"/>
                    <a:pt x="1801" y="3941"/>
                    <a:pt x="1962" y="3693"/>
                  </a:cubicBezTo>
                  <a:cubicBezTo>
                    <a:pt x="2124" y="3458"/>
                    <a:pt x="2285" y="3136"/>
                    <a:pt x="2402" y="2770"/>
                  </a:cubicBezTo>
                  <a:cubicBezTo>
                    <a:pt x="2519" y="2375"/>
                    <a:pt x="2563" y="1936"/>
                    <a:pt x="2475" y="1497"/>
                  </a:cubicBezTo>
                  <a:cubicBezTo>
                    <a:pt x="2372" y="1057"/>
                    <a:pt x="2182" y="662"/>
                    <a:pt x="1860" y="399"/>
                  </a:cubicBezTo>
                  <a:cubicBezTo>
                    <a:pt x="1553" y="150"/>
                    <a:pt x="1201" y="18"/>
                    <a:pt x="908" y="3"/>
                  </a:cubicBezTo>
                  <a:cubicBezTo>
                    <a:pt x="869" y="2"/>
                    <a:pt x="830" y="1"/>
                    <a:pt x="793"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9"/>
            <p:cNvSpPr/>
            <p:nvPr/>
          </p:nvSpPr>
          <p:spPr>
            <a:xfrm flipH="1">
              <a:off x="7823680" y="2003019"/>
              <a:ext cx="72402" cy="23601"/>
            </a:xfrm>
            <a:custGeom>
              <a:avLst/>
              <a:gdLst/>
              <a:ahLst/>
              <a:cxnLst/>
              <a:rect l="l" t="t" r="r" b="b"/>
              <a:pathLst>
                <a:path w="997" h="325" extrusionOk="0">
                  <a:moveTo>
                    <a:pt x="975" y="0"/>
                  </a:moveTo>
                  <a:cubicBezTo>
                    <a:pt x="906" y="0"/>
                    <a:pt x="700" y="42"/>
                    <a:pt x="484" y="105"/>
                  </a:cubicBezTo>
                  <a:cubicBezTo>
                    <a:pt x="295" y="159"/>
                    <a:pt x="156" y="226"/>
                    <a:pt x="67" y="270"/>
                  </a:cubicBezTo>
                  <a:lnTo>
                    <a:pt x="67" y="270"/>
                  </a:lnTo>
                  <a:cubicBezTo>
                    <a:pt x="54" y="233"/>
                    <a:pt x="40" y="222"/>
                    <a:pt x="15" y="222"/>
                  </a:cubicBezTo>
                  <a:cubicBezTo>
                    <a:pt x="1" y="222"/>
                    <a:pt x="1" y="252"/>
                    <a:pt x="15" y="310"/>
                  </a:cubicBezTo>
                  <a:lnTo>
                    <a:pt x="15" y="325"/>
                  </a:lnTo>
                  <a:lnTo>
                    <a:pt x="59" y="325"/>
                  </a:lnTo>
                  <a:cubicBezTo>
                    <a:pt x="147" y="325"/>
                    <a:pt x="308" y="281"/>
                    <a:pt x="498" y="222"/>
                  </a:cubicBezTo>
                  <a:cubicBezTo>
                    <a:pt x="777" y="135"/>
                    <a:pt x="996" y="18"/>
                    <a:pt x="996" y="3"/>
                  </a:cubicBezTo>
                  <a:cubicBezTo>
                    <a:pt x="992" y="1"/>
                    <a:pt x="985" y="0"/>
                    <a:pt x="97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9"/>
            <p:cNvSpPr/>
            <p:nvPr/>
          </p:nvSpPr>
          <p:spPr>
            <a:xfrm flipH="1">
              <a:off x="7818379" y="2015872"/>
              <a:ext cx="71313" cy="53594"/>
            </a:xfrm>
            <a:custGeom>
              <a:avLst/>
              <a:gdLst/>
              <a:ahLst/>
              <a:cxnLst/>
              <a:rect l="l" t="t" r="r" b="b"/>
              <a:pathLst>
                <a:path w="982" h="738" extrusionOk="0">
                  <a:moveTo>
                    <a:pt x="949" y="1"/>
                  </a:moveTo>
                  <a:cubicBezTo>
                    <a:pt x="917" y="1"/>
                    <a:pt x="706" y="143"/>
                    <a:pt x="469" y="338"/>
                  </a:cubicBezTo>
                  <a:cubicBezTo>
                    <a:pt x="205" y="543"/>
                    <a:pt x="0" y="719"/>
                    <a:pt x="30" y="734"/>
                  </a:cubicBezTo>
                  <a:cubicBezTo>
                    <a:pt x="31" y="736"/>
                    <a:pt x="34" y="737"/>
                    <a:pt x="38" y="737"/>
                  </a:cubicBezTo>
                  <a:cubicBezTo>
                    <a:pt x="82" y="737"/>
                    <a:pt x="285" y="599"/>
                    <a:pt x="513" y="411"/>
                  </a:cubicBezTo>
                  <a:cubicBezTo>
                    <a:pt x="776" y="207"/>
                    <a:pt x="981" y="31"/>
                    <a:pt x="952" y="2"/>
                  </a:cubicBezTo>
                  <a:cubicBezTo>
                    <a:pt x="951" y="1"/>
                    <a:pt x="950" y="1"/>
                    <a:pt x="949"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9"/>
            <p:cNvSpPr/>
            <p:nvPr/>
          </p:nvSpPr>
          <p:spPr>
            <a:xfrm flipH="1">
              <a:off x="7406988" y="2115724"/>
              <a:ext cx="244584" cy="115175"/>
            </a:xfrm>
            <a:custGeom>
              <a:avLst/>
              <a:gdLst/>
              <a:ahLst/>
              <a:cxnLst/>
              <a:rect l="l" t="t" r="r" b="b"/>
              <a:pathLst>
                <a:path w="3368" h="1586" extrusionOk="0">
                  <a:moveTo>
                    <a:pt x="5" y="1"/>
                  </a:moveTo>
                  <a:cubicBezTo>
                    <a:pt x="2" y="1"/>
                    <a:pt x="1" y="1"/>
                    <a:pt x="1" y="3"/>
                  </a:cubicBezTo>
                  <a:cubicBezTo>
                    <a:pt x="1" y="3"/>
                    <a:pt x="191" y="120"/>
                    <a:pt x="484" y="266"/>
                  </a:cubicBezTo>
                  <a:cubicBezTo>
                    <a:pt x="762" y="413"/>
                    <a:pt x="1187" y="603"/>
                    <a:pt x="1655" y="822"/>
                  </a:cubicBezTo>
                  <a:cubicBezTo>
                    <a:pt x="2109" y="1042"/>
                    <a:pt x="2533" y="1247"/>
                    <a:pt x="2841" y="1379"/>
                  </a:cubicBezTo>
                  <a:cubicBezTo>
                    <a:pt x="3122" y="1513"/>
                    <a:pt x="3318" y="1586"/>
                    <a:pt x="3349" y="1586"/>
                  </a:cubicBezTo>
                  <a:cubicBezTo>
                    <a:pt x="3352" y="1586"/>
                    <a:pt x="3353" y="1585"/>
                    <a:pt x="3353" y="1584"/>
                  </a:cubicBezTo>
                  <a:cubicBezTo>
                    <a:pt x="3368" y="1554"/>
                    <a:pt x="3192" y="1467"/>
                    <a:pt x="2870" y="1320"/>
                  </a:cubicBezTo>
                  <a:cubicBezTo>
                    <a:pt x="2577" y="1174"/>
                    <a:pt x="2167" y="969"/>
                    <a:pt x="1699" y="749"/>
                  </a:cubicBezTo>
                  <a:cubicBezTo>
                    <a:pt x="1245" y="530"/>
                    <a:pt x="821" y="339"/>
                    <a:pt x="513" y="208"/>
                  </a:cubicBezTo>
                  <a:cubicBezTo>
                    <a:pt x="231" y="74"/>
                    <a:pt x="36" y="1"/>
                    <a:pt x="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9" name="Google Shape;1359;p49"/>
          <p:cNvGrpSpPr/>
          <p:nvPr/>
        </p:nvGrpSpPr>
        <p:grpSpPr>
          <a:xfrm>
            <a:off x="8674107" y="3432681"/>
            <a:ext cx="727535" cy="1710819"/>
            <a:chOff x="8416475" y="3483007"/>
            <a:chExt cx="727535" cy="1710819"/>
          </a:xfrm>
        </p:grpSpPr>
        <p:sp>
          <p:nvSpPr>
            <p:cNvPr id="1360" name="Google Shape;1360;p49"/>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9"/>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9"/>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49"/>
          <p:cNvGrpSpPr/>
          <p:nvPr/>
        </p:nvGrpSpPr>
        <p:grpSpPr>
          <a:xfrm>
            <a:off x="4" y="916552"/>
            <a:ext cx="622800" cy="619500"/>
            <a:chOff x="-43146" y="1139477"/>
            <a:chExt cx="622800" cy="619500"/>
          </a:xfrm>
        </p:grpSpPr>
        <p:sp>
          <p:nvSpPr>
            <p:cNvPr id="1364" name="Google Shape;1364;p49"/>
            <p:cNvSpPr/>
            <p:nvPr/>
          </p:nvSpPr>
          <p:spPr>
            <a:xfrm rot="2517580">
              <a:off x="36280" y="1241357"/>
              <a:ext cx="463949" cy="415739"/>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9"/>
            <p:cNvSpPr/>
            <p:nvPr/>
          </p:nvSpPr>
          <p:spPr>
            <a:xfrm rot="1928195">
              <a:off x="205388" y="1337374"/>
              <a:ext cx="166963" cy="223526"/>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 Placeholder 1">
            <a:extLst>
              <a:ext uri="{FF2B5EF4-FFF2-40B4-BE49-F238E27FC236}">
                <a16:creationId xmlns:a16="http://schemas.microsoft.com/office/drawing/2014/main" id="{4A3067A5-73AD-4BF0-3A6D-A9404C4AD72F}"/>
              </a:ext>
            </a:extLst>
          </p:cNvPr>
          <p:cNvSpPr>
            <a:spLocks noGrp="1" noChangeArrowheads="1"/>
          </p:cNvSpPr>
          <p:nvPr>
            <p:ph type="body" idx="1"/>
          </p:nvPr>
        </p:nvSpPr>
        <p:spPr bwMode="auto">
          <a:xfrm>
            <a:off x="365760" y="966791"/>
            <a:ext cx="5740401"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Karla" pitchFamily="2" charset="0"/>
              </a:rPr>
              <a:t>Variables Analyzed: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Karla" pitchFamily="2" charset="0"/>
              </a:rPr>
              <a:t>Numerical vs. Numerical:</a:t>
            </a:r>
            <a:r>
              <a:rPr kumimoji="0" lang="en-US" altLang="en-US" b="0" i="0" u="none" strike="noStrike" cap="none" normalizeH="0" baseline="0" dirty="0">
                <a:ln>
                  <a:noFill/>
                </a:ln>
                <a:solidFill>
                  <a:schemeClr val="tx1"/>
                </a:solidFill>
                <a:effectLst/>
                <a:latin typeface="Karla" pitchFamily="2" charset="0"/>
              </a:rPr>
              <a:t> Total Spent, Quantity, Price/Unit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Karla" pitchFamily="2" charset="0"/>
              </a:rPr>
              <a:t>Categorical vs. Numerical:</a:t>
            </a:r>
            <a:r>
              <a:rPr kumimoji="0" lang="en-US" altLang="en-US" b="0" i="0" u="none" strike="noStrike" cap="none" normalizeH="0" baseline="0" dirty="0">
                <a:ln>
                  <a:noFill/>
                </a:ln>
                <a:solidFill>
                  <a:schemeClr val="tx1"/>
                </a:solidFill>
                <a:effectLst/>
                <a:latin typeface="Karla" pitchFamily="2" charset="0"/>
              </a:rPr>
              <a:t> Payment Method, Purchase Mode vs. Total Spent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Karla" pitchFamily="2" charset="0"/>
              </a:rPr>
              <a:t>Categorical vs. Categorical:</a:t>
            </a:r>
            <a:r>
              <a:rPr kumimoji="0" lang="en-US" altLang="en-US" b="0" i="0" u="none" strike="noStrike" cap="none" normalizeH="0" baseline="0" dirty="0">
                <a:ln>
                  <a:noFill/>
                </a:ln>
                <a:solidFill>
                  <a:schemeClr val="tx1"/>
                </a:solidFill>
                <a:effectLst/>
                <a:latin typeface="Karla" pitchFamily="2" charset="0"/>
              </a:rPr>
              <a:t> Purchase Mode × Payment Method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Karla" pitchFamily="2" charset="0"/>
              </a:rPr>
              <a:t>Statistical Tests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Karla" pitchFamily="2" charset="0"/>
              </a:rPr>
              <a:t>Correlation Analysis:</a:t>
            </a:r>
            <a:r>
              <a:rPr kumimoji="0" lang="en-US" altLang="en-US" b="0" i="0" u="none" strike="noStrike" cap="none" normalizeH="0" baseline="0" dirty="0">
                <a:ln>
                  <a:noFill/>
                </a:ln>
                <a:solidFill>
                  <a:schemeClr val="tx1"/>
                </a:solidFill>
                <a:effectLst/>
                <a:latin typeface="Karla" pitchFamily="2" charset="0"/>
              </a:rPr>
              <a:t> Pearson correlation between numerical variables (Total Spent, Quantity, Price/Unit)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Karla" pitchFamily="2" charset="0"/>
              </a:rPr>
              <a:t>One-Way ANOVA:</a:t>
            </a:r>
            <a:r>
              <a:rPr kumimoji="0" lang="en-US" altLang="en-US" b="0" i="0" u="none" strike="noStrike" cap="none" normalizeH="0" baseline="0" dirty="0">
                <a:ln>
                  <a:noFill/>
                </a:ln>
                <a:solidFill>
                  <a:schemeClr val="tx1"/>
                </a:solidFill>
                <a:effectLst/>
                <a:latin typeface="Karla" pitchFamily="2" charset="0"/>
              </a:rPr>
              <a:t> Tested if Total Spent differs significantly across </a:t>
            </a:r>
            <a:r>
              <a:rPr kumimoji="0" lang="en-US" altLang="en-US" b="1" i="0" u="none" strike="noStrike" cap="none" normalizeH="0" baseline="0" dirty="0">
                <a:ln>
                  <a:noFill/>
                </a:ln>
                <a:solidFill>
                  <a:schemeClr val="tx1"/>
                </a:solidFill>
                <a:effectLst/>
                <a:latin typeface="Karla" pitchFamily="2" charset="0"/>
              </a:rPr>
              <a:t>Payment Methods</a:t>
            </a:r>
            <a:endParaRPr kumimoji="0" lang="en-US" altLang="en-US" b="0" i="0" u="none" strike="noStrike" cap="none" normalizeH="0" baseline="0" dirty="0">
              <a:ln>
                <a:noFill/>
              </a:ln>
              <a:solidFill>
                <a:schemeClr val="tx1"/>
              </a:solidFill>
              <a:effectLst/>
              <a:latin typeface="Karla"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Karla" pitchFamily="2" charset="0"/>
              </a:rPr>
              <a:t>Two-Sample T-Test:</a:t>
            </a:r>
            <a:r>
              <a:rPr kumimoji="0" lang="en-US" altLang="en-US" b="0" i="0" u="none" strike="noStrike" cap="none" normalizeH="0" baseline="0" dirty="0">
                <a:ln>
                  <a:noFill/>
                </a:ln>
                <a:solidFill>
                  <a:schemeClr val="tx1"/>
                </a:solidFill>
                <a:effectLst/>
                <a:latin typeface="Karla" pitchFamily="2" charset="0"/>
              </a:rPr>
              <a:t> Compared mean Total Spent between </a:t>
            </a:r>
            <a:r>
              <a:rPr kumimoji="0" lang="en-US" altLang="en-US" b="1" i="0" u="none" strike="noStrike" cap="none" normalizeH="0" baseline="0" dirty="0">
                <a:ln>
                  <a:noFill/>
                </a:ln>
                <a:solidFill>
                  <a:schemeClr val="tx1"/>
                </a:solidFill>
                <a:effectLst/>
                <a:latin typeface="Karla" pitchFamily="2" charset="0"/>
              </a:rPr>
              <a:t>Online</a:t>
            </a:r>
            <a:r>
              <a:rPr kumimoji="0" lang="en-US" altLang="en-US" b="0" i="0" u="none" strike="noStrike" cap="none" normalizeH="0" baseline="0" dirty="0">
                <a:ln>
                  <a:noFill/>
                </a:ln>
                <a:solidFill>
                  <a:schemeClr val="tx1"/>
                </a:solidFill>
                <a:effectLst/>
                <a:latin typeface="Karla" pitchFamily="2" charset="0"/>
              </a:rPr>
              <a:t> and </a:t>
            </a:r>
            <a:r>
              <a:rPr kumimoji="0" lang="en-US" altLang="en-US" b="1" i="0" u="none" strike="noStrike" cap="none" normalizeH="0" baseline="0" dirty="0">
                <a:ln>
                  <a:noFill/>
                </a:ln>
                <a:solidFill>
                  <a:schemeClr val="tx1"/>
                </a:solidFill>
                <a:effectLst/>
                <a:latin typeface="Karla" pitchFamily="2" charset="0"/>
              </a:rPr>
              <a:t>In-store</a:t>
            </a:r>
            <a:r>
              <a:rPr kumimoji="0" lang="en-US" altLang="en-US" b="0" i="0" u="none" strike="noStrike" cap="none" normalizeH="0" baseline="0" dirty="0">
                <a:ln>
                  <a:noFill/>
                </a:ln>
                <a:solidFill>
                  <a:schemeClr val="tx1"/>
                </a:solidFill>
                <a:effectLst/>
                <a:latin typeface="Karla" pitchFamily="2" charset="0"/>
              </a:rPr>
              <a:t> purchases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81">
          <a:extLst>
            <a:ext uri="{FF2B5EF4-FFF2-40B4-BE49-F238E27FC236}">
              <a16:creationId xmlns:a16="http://schemas.microsoft.com/office/drawing/2014/main" id="{76100CA3-5C10-C4AF-7D27-85D43264B7B4}"/>
            </a:ext>
          </a:extLst>
        </p:cNvPr>
        <p:cNvGrpSpPr/>
        <p:nvPr/>
      </p:nvGrpSpPr>
      <p:grpSpPr>
        <a:xfrm>
          <a:off x="0" y="0"/>
          <a:ext cx="0" cy="0"/>
          <a:chOff x="0" y="0"/>
          <a:chExt cx="0" cy="0"/>
        </a:xfrm>
      </p:grpSpPr>
      <p:grpSp>
        <p:nvGrpSpPr>
          <p:cNvPr id="1282" name="Google Shape;1282;p49">
            <a:extLst>
              <a:ext uri="{FF2B5EF4-FFF2-40B4-BE49-F238E27FC236}">
                <a16:creationId xmlns:a16="http://schemas.microsoft.com/office/drawing/2014/main" id="{69C3E7B1-4B9E-7FE1-95BB-97EF0408EDE0}"/>
              </a:ext>
            </a:extLst>
          </p:cNvPr>
          <p:cNvGrpSpPr/>
          <p:nvPr/>
        </p:nvGrpSpPr>
        <p:grpSpPr>
          <a:xfrm>
            <a:off x="5588537" y="679708"/>
            <a:ext cx="1859071" cy="4421220"/>
            <a:chOff x="4940355" y="382409"/>
            <a:chExt cx="1859071" cy="4421220"/>
          </a:xfrm>
        </p:grpSpPr>
        <p:sp>
          <p:nvSpPr>
            <p:cNvPr id="1283" name="Google Shape;1283;p49">
              <a:extLst>
                <a:ext uri="{FF2B5EF4-FFF2-40B4-BE49-F238E27FC236}">
                  <a16:creationId xmlns:a16="http://schemas.microsoft.com/office/drawing/2014/main" id="{7FD6B938-533E-395F-66FF-032C181A9D6D}"/>
                </a:ext>
              </a:extLst>
            </p:cNvPr>
            <p:cNvSpPr/>
            <p:nvPr/>
          </p:nvSpPr>
          <p:spPr>
            <a:xfrm rot="-2105364">
              <a:off x="5497165" y="504762"/>
              <a:ext cx="592846" cy="53049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9">
              <a:extLst>
                <a:ext uri="{FF2B5EF4-FFF2-40B4-BE49-F238E27FC236}">
                  <a16:creationId xmlns:a16="http://schemas.microsoft.com/office/drawing/2014/main" id="{F27783AA-52A8-CEA7-4DC4-1943321327EE}"/>
                </a:ext>
              </a:extLst>
            </p:cNvPr>
            <p:cNvSpPr/>
            <p:nvPr/>
          </p:nvSpPr>
          <p:spPr>
            <a:xfrm flipH="1">
              <a:off x="5123375" y="1558855"/>
              <a:ext cx="912921" cy="827410"/>
            </a:xfrm>
            <a:custGeom>
              <a:avLst/>
              <a:gdLst/>
              <a:ahLst/>
              <a:cxnLst/>
              <a:rect l="l" t="t" r="r" b="b"/>
              <a:pathLst>
                <a:path w="12854" h="11650" extrusionOk="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9">
              <a:extLst>
                <a:ext uri="{FF2B5EF4-FFF2-40B4-BE49-F238E27FC236}">
                  <a16:creationId xmlns:a16="http://schemas.microsoft.com/office/drawing/2014/main" id="{2362558F-15CB-F1FE-0817-5C4498C4D32E}"/>
                </a:ext>
              </a:extLst>
            </p:cNvPr>
            <p:cNvSpPr/>
            <p:nvPr/>
          </p:nvSpPr>
          <p:spPr>
            <a:xfrm flipH="1">
              <a:off x="5697290" y="2536257"/>
              <a:ext cx="1031458" cy="2181381"/>
            </a:xfrm>
            <a:custGeom>
              <a:avLst/>
              <a:gdLst/>
              <a:ahLst/>
              <a:cxnLst/>
              <a:rect l="l" t="t" r="r" b="b"/>
              <a:pathLst>
                <a:path w="14523" h="30714" extrusionOk="0">
                  <a:moveTo>
                    <a:pt x="14523" y="0"/>
                  </a:moveTo>
                  <a:lnTo>
                    <a:pt x="9838" y="878"/>
                  </a:lnTo>
                  <a:cubicBezTo>
                    <a:pt x="7232" y="12912"/>
                    <a:pt x="1" y="28254"/>
                    <a:pt x="1" y="28254"/>
                  </a:cubicBezTo>
                  <a:lnTo>
                    <a:pt x="4012" y="30714"/>
                  </a:lnTo>
                  <a:cubicBezTo>
                    <a:pt x="13308" y="12341"/>
                    <a:pt x="14523" y="0"/>
                    <a:pt x="14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9">
              <a:extLst>
                <a:ext uri="{FF2B5EF4-FFF2-40B4-BE49-F238E27FC236}">
                  <a16:creationId xmlns:a16="http://schemas.microsoft.com/office/drawing/2014/main" id="{02E10135-AE2F-9EDD-EBBA-180F7EDC1EDF}"/>
                </a:ext>
              </a:extLst>
            </p:cNvPr>
            <p:cNvSpPr/>
            <p:nvPr/>
          </p:nvSpPr>
          <p:spPr>
            <a:xfrm flipH="1">
              <a:off x="5666054" y="1058436"/>
              <a:ext cx="770522" cy="832382"/>
            </a:xfrm>
            <a:custGeom>
              <a:avLst/>
              <a:gdLst/>
              <a:ahLst/>
              <a:cxnLst/>
              <a:rect l="l" t="t" r="r" b="b"/>
              <a:pathLst>
                <a:path w="10849" h="11720" extrusionOk="0">
                  <a:moveTo>
                    <a:pt x="2775" y="1"/>
                  </a:moveTo>
                  <a:cubicBezTo>
                    <a:pt x="2313" y="1"/>
                    <a:pt x="1872" y="147"/>
                    <a:pt x="1479" y="591"/>
                  </a:cubicBezTo>
                  <a:cubicBezTo>
                    <a:pt x="1478" y="591"/>
                    <a:pt x="1478" y="590"/>
                    <a:pt x="1477" y="590"/>
                  </a:cubicBezTo>
                  <a:cubicBezTo>
                    <a:pt x="1432" y="590"/>
                    <a:pt x="821" y="867"/>
                    <a:pt x="849" y="1338"/>
                  </a:cubicBezTo>
                  <a:cubicBezTo>
                    <a:pt x="893" y="2948"/>
                    <a:pt x="1171" y="4046"/>
                    <a:pt x="498" y="5510"/>
                  </a:cubicBezTo>
                  <a:cubicBezTo>
                    <a:pt x="278" y="6008"/>
                    <a:pt x="0" y="6535"/>
                    <a:pt x="88" y="7062"/>
                  </a:cubicBezTo>
                  <a:cubicBezTo>
                    <a:pt x="191" y="7545"/>
                    <a:pt x="586" y="7925"/>
                    <a:pt x="1025" y="8145"/>
                  </a:cubicBezTo>
                  <a:cubicBezTo>
                    <a:pt x="1464" y="8365"/>
                    <a:pt x="1962" y="8482"/>
                    <a:pt x="2430" y="8628"/>
                  </a:cubicBezTo>
                  <a:cubicBezTo>
                    <a:pt x="2913" y="8774"/>
                    <a:pt x="3382" y="8994"/>
                    <a:pt x="3675" y="9375"/>
                  </a:cubicBezTo>
                  <a:cubicBezTo>
                    <a:pt x="4026" y="9814"/>
                    <a:pt x="4099" y="10399"/>
                    <a:pt x="4465" y="10824"/>
                  </a:cubicBezTo>
                  <a:cubicBezTo>
                    <a:pt x="4846" y="11278"/>
                    <a:pt x="5475" y="11439"/>
                    <a:pt x="6076" y="11527"/>
                  </a:cubicBezTo>
                  <a:cubicBezTo>
                    <a:pt x="6841" y="11659"/>
                    <a:pt x="7594" y="11719"/>
                    <a:pt x="8367" y="11719"/>
                  </a:cubicBezTo>
                  <a:cubicBezTo>
                    <a:pt x="8452" y="11719"/>
                    <a:pt x="8537" y="11718"/>
                    <a:pt x="8623" y="11717"/>
                  </a:cubicBezTo>
                  <a:cubicBezTo>
                    <a:pt x="9135" y="11702"/>
                    <a:pt x="9677" y="11644"/>
                    <a:pt x="10101" y="11351"/>
                  </a:cubicBezTo>
                  <a:cubicBezTo>
                    <a:pt x="10746" y="10868"/>
                    <a:pt x="10848" y="9828"/>
                    <a:pt x="10321" y="9243"/>
                  </a:cubicBezTo>
                  <a:cubicBezTo>
                    <a:pt x="9940" y="8818"/>
                    <a:pt x="9355" y="8672"/>
                    <a:pt x="8842" y="8408"/>
                  </a:cubicBezTo>
                  <a:cubicBezTo>
                    <a:pt x="7964" y="7940"/>
                    <a:pt x="7320" y="7091"/>
                    <a:pt x="7144" y="6110"/>
                  </a:cubicBezTo>
                  <a:cubicBezTo>
                    <a:pt x="6998" y="5276"/>
                    <a:pt x="7174" y="4397"/>
                    <a:pt x="7247" y="3533"/>
                  </a:cubicBezTo>
                  <a:cubicBezTo>
                    <a:pt x="7305" y="2670"/>
                    <a:pt x="7188" y="1718"/>
                    <a:pt x="6573" y="1133"/>
                  </a:cubicBezTo>
                  <a:cubicBezTo>
                    <a:pt x="6163" y="752"/>
                    <a:pt x="5607" y="591"/>
                    <a:pt x="5051" y="503"/>
                  </a:cubicBezTo>
                  <a:cubicBezTo>
                    <a:pt x="4311" y="377"/>
                    <a:pt x="3516" y="1"/>
                    <a:pt x="27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9">
              <a:extLst>
                <a:ext uri="{FF2B5EF4-FFF2-40B4-BE49-F238E27FC236}">
                  <a16:creationId xmlns:a16="http://schemas.microsoft.com/office/drawing/2014/main" id="{E5E038B0-E5BD-674A-5207-703F15CC7F85}"/>
                </a:ext>
              </a:extLst>
            </p:cNvPr>
            <p:cNvSpPr/>
            <p:nvPr/>
          </p:nvSpPr>
          <p:spPr>
            <a:xfrm flipH="1">
              <a:off x="5697302" y="2536257"/>
              <a:ext cx="1031458" cy="2181381"/>
            </a:xfrm>
            <a:custGeom>
              <a:avLst/>
              <a:gdLst/>
              <a:ahLst/>
              <a:cxnLst/>
              <a:rect l="l" t="t" r="r" b="b"/>
              <a:pathLst>
                <a:path w="14523" h="30714" extrusionOk="0">
                  <a:moveTo>
                    <a:pt x="14523" y="0"/>
                  </a:moveTo>
                  <a:lnTo>
                    <a:pt x="9838" y="878"/>
                  </a:lnTo>
                  <a:cubicBezTo>
                    <a:pt x="7232" y="12912"/>
                    <a:pt x="1" y="28254"/>
                    <a:pt x="1" y="28254"/>
                  </a:cubicBezTo>
                  <a:lnTo>
                    <a:pt x="4012" y="30714"/>
                  </a:lnTo>
                  <a:cubicBezTo>
                    <a:pt x="13308" y="12341"/>
                    <a:pt x="14523" y="0"/>
                    <a:pt x="14523"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9">
              <a:extLst>
                <a:ext uri="{FF2B5EF4-FFF2-40B4-BE49-F238E27FC236}">
                  <a16:creationId xmlns:a16="http://schemas.microsoft.com/office/drawing/2014/main" id="{7B8E4E8D-FC2F-126C-B730-0940438BD5E1}"/>
                </a:ext>
              </a:extLst>
            </p:cNvPr>
            <p:cNvSpPr/>
            <p:nvPr/>
          </p:nvSpPr>
          <p:spPr>
            <a:xfrm flipH="1">
              <a:off x="6390764" y="4531472"/>
              <a:ext cx="339061" cy="272158"/>
            </a:xfrm>
            <a:custGeom>
              <a:avLst/>
              <a:gdLst/>
              <a:ahLst/>
              <a:cxnLst/>
              <a:rect l="l" t="t" r="r" b="b"/>
              <a:pathLst>
                <a:path w="4774" h="3832" extrusionOk="0">
                  <a:moveTo>
                    <a:pt x="1" y="0"/>
                  </a:moveTo>
                  <a:lnTo>
                    <a:pt x="16" y="161"/>
                  </a:lnTo>
                  <a:cubicBezTo>
                    <a:pt x="16" y="161"/>
                    <a:pt x="4167" y="3832"/>
                    <a:pt x="4618" y="3832"/>
                  </a:cubicBezTo>
                  <a:cubicBezTo>
                    <a:pt x="4639" y="3832"/>
                    <a:pt x="4652" y="3824"/>
                    <a:pt x="4656" y="3807"/>
                  </a:cubicBezTo>
                  <a:cubicBezTo>
                    <a:pt x="4773" y="3426"/>
                    <a:pt x="3997" y="2621"/>
                    <a:pt x="3997" y="2621"/>
                  </a:cubicBez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9">
              <a:extLst>
                <a:ext uri="{FF2B5EF4-FFF2-40B4-BE49-F238E27FC236}">
                  <a16:creationId xmlns:a16="http://schemas.microsoft.com/office/drawing/2014/main" id="{18EC41F0-F10A-446F-5217-E5BA2F113481}"/>
                </a:ext>
              </a:extLst>
            </p:cNvPr>
            <p:cNvSpPr/>
            <p:nvPr/>
          </p:nvSpPr>
          <p:spPr>
            <a:xfrm flipH="1">
              <a:off x="6532169" y="3030498"/>
              <a:ext cx="267257" cy="303194"/>
            </a:xfrm>
            <a:custGeom>
              <a:avLst/>
              <a:gdLst/>
              <a:ahLst/>
              <a:cxnLst/>
              <a:rect l="l" t="t" r="r" b="b"/>
              <a:pathLst>
                <a:path w="3763" h="4269" extrusionOk="0">
                  <a:moveTo>
                    <a:pt x="1007" y="0"/>
                  </a:moveTo>
                  <a:cubicBezTo>
                    <a:pt x="912" y="0"/>
                    <a:pt x="842" y="30"/>
                    <a:pt x="805" y="97"/>
                  </a:cubicBezTo>
                  <a:cubicBezTo>
                    <a:pt x="805" y="97"/>
                    <a:pt x="0" y="2264"/>
                    <a:pt x="73" y="2528"/>
                  </a:cubicBezTo>
                  <a:cubicBezTo>
                    <a:pt x="83" y="2566"/>
                    <a:pt x="105" y="2583"/>
                    <a:pt x="134" y="2583"/>
                  </a:cubicBezTo>
                  <a:cubicBezTo>
                    <a:pt x="316" y="2583"/>
                    <a:pt x="805" y="1942"/>
                    <a:pt x="805" y="1942"/>
                  </a:cubicBezTo>
                  <a:lnTo>
                    <a:pt x="805" y="1942"/>
                  </a:lnTo>
                  <a:cubicBezTo>
                    <a:pt x="805" y="1942"/>
                    <a:pt x="264" y="2879"/>
                    <a:pt x="337" y="3128"/>
                  </a:cubicBezTo>
                  <a:cubicBezTo>
                    <a:pt x="344" y="3155"/>
                    <a:pt x="362" y="3167"/>
                    <a:pt x="387" y="3167"/>
                  </a:cubicBezTo>
                  <a:cubicBezTo>
                    <a:pt x="609" y="3167"/>
                    <a:pt x="1434" y="2235"/>
                    <a:pt x="1435" y="2235"/>
                  </a:cubicBezTo>
                  <a:lnTo>
                    <a:pt x="1435" y="2235"/>
                  </a:lnTo>
                  <a:cubicBezTo>
                    <a:pt x="1434" y="2235"/>
                    <a:pt x="483" y="3435"/>
                    <a:pt x="732" y="3640"/>
                  </a:cubicBezTo>
                  <a:cubicBezTo>
                    <a:pt x="752" y="3656"/>
                    <a:pt x="777" y="3663"/>
                    <a:pt x="805" y="3663"/>
                  </a:cubicBezTo>
                  <a:cubicBezTo>
                    <a:pt x="1159" y="3663"/>
                    <a:pt x="2123" y="2586"/>
                    <a:pt x="2123" y="2586"/>
                  </a:cubicBezTo>
                  <a:lnTo>
                    <a:pt x="2123" y="2586"/>
                  </a:lnTo>
                  <a:cubicBezTo>
                    <a:pt x="2123" y="2586"/>
                    <a:pt x="1069" y="3977"/>
                    <a:pt x="1303" y="4240"/>
                  </a:cubicBezTo>
                  <a:cubicBezTo>
                    <a:pt x="1319" y="4260"/>
                    <a:pt x="1341" y="4269"/>
                    <a:pt x="1368" y="4269"/>
                  </a:cubicBezTo>
                  <a:cubicBezTo>
                    <a:pt x="1728" y="4269"/>
                    <a:pt x="2957" y="2659"/>
                    <a:pt x="2957" y="2659"/>
                  </a:cubicBezTo>
                  <a:cubicBezTo>
                    <a:pt x="2984" y="3291"/>
                    <a:pt x="3357" y="3664"/>
                    <a:pt x="3542" y="3664"/>
                  </a:cubicBezTo>
                  <a:cubicBezTo>
                    <a:pt x="3559" y="3664"/>
                    <a:pt x="3574" y="3661"/>
                    <a:pt x="3587" y="3655"/>
                  </a:cubicBezTo>
                  <a:cubicBezTo>
                    <a:pt x="3762" y="3582"/>
                    <a:pt x="3557" y="1459"/>
                    <a:pt x="3557" y="1459"/>
                  </a:cubicBezTo>
                  <a:cubicBezTo>
                    <a:pt x="3557" y="1459"/>
                    <a:pt x="1673" y="0"/>
                    <a:pt x="1007"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9">
              <a:extLst>
                <a:ext uri="{FF2B5EF4-FFF2-40B4-BE49-F238E27FC236}">
                  <a16:creationId xmlns:a16="http://schemas.microsoft.com/office/drawing/2014/main" id="{483169BD-E188-48FE-FC31-76D824EAB96D}"/>
                </a:ext>
              </a:extLst>
            </p:cNvPr>
            <p:cNvSpPr/>
            <p:nvPr/>
          </p:nvSpPr>
          <p:spPr>
            <a:xfrm flipH="1">
              <a:off x="5302207" y="2508133"/>
              <a:ext cx="1096940" cy="2262559"/>
            </a:xfrm>
            <a:custGeom>
              <a:avLst/>
              <a:gdLst/>
              <a:ahLst/>
              <a:cxnLst/>
              <a:rect l="l" t="t" r="r" b="b"/>
              <a:pathLst>
                <a:path w="15445" h="31857" extrusionOk="0">
                  <a:moveTo>
                    <a:pt x="6251" y="1"/>
                  </a:moveTo>
                  <a:lnTo>
                    <a:pt x="0" y="2124"/>
                  </a:lnTo>
                  <a:cubicBezTo>
                    <a:pt x="0" y="2124"/>
                    <a:pt x="3470" y="18154"/>
                    <a:pt x="11844" y="31856"/>
                  </a:cubicBezTo>
                  <a:lnTo>
                    <a:pt x="15445" y="29895"/>
                  </a:lnTo>
                  <a:cubicBezTo>
                    <a:pt x="15445" y="29895"/>
                    <a:pt x="5929" y="9956"/>
                    <a:pt x="6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9">
              <a:extLst>
                <a:ext uri="{FF2B5EF4-FFF2-40B4-BE49-F238E27FC236}">
                  <a16:creationId xmlns:a16="http://schemas.microsoft.com/office/drawing/2014/main" id="{B9D8CE2E-D560-881B-45F2-704FAA1766E5}"/>
                </a:ext>
              </a:extLst>
            </p:cNvPr>
            <p:cNvSpPr/>
            <p:nvPr/>
          </p:nvSpPr>
          <p:spPr>
            <a:xfrm flipH="1">
              <a:off x="6141265" y="2320990"/>
              <a:ext cx="166405" cy="180326"/>
            </a:xfrm>
            <a:custGeom>
              <a:avLst/>
              <a:gdLst/>
              <a:ahLst/>
              <a:cxnLst/>
              <a:rect l="l" t="t" r="r" b="b"/>
              <a:pathLst>
                <a:path w="2343" h="2539" extrusionOk="0">
                  <a:moveTo>
                    <a:pt x="162" y="1"/>
                  </a:moveTo>
                  <a:cubicBezTo>
                    <a:pt x="162" y="1"/>
                    <a:pt x="279" y="15"/>
                    <a:pt x="469" y="30"/>
                  </a:cubicBezTo>
                  <a:cubicBezTo>
                    <a:pt x="689" y="59"/>
                    <a:pt x="981" y="74"/>
                    <a:pt x="1333" y="103"/>
                  </a:cubicBezTo>
                  <a:cubicBezTo>
                    <a:pt x="1523" y="132"/>
                    <a:pt x="1713" y="147"/>
                    <a:pt x="1933" y="162"/>
                  </a:cubicBezTo>
                  <a:cubicBezTo>
                    <a:pt x="2050" y="176"/>
                    <a:pt x="2153" y="176"/>
                    <a:pt x="2211" y="250"/>
                  </a:cubicBezTo>
                  <a:cubicBezTo>
                    <a:pt x="2270" y="323"/>
                    <a:pt x="2270" y="440"/>
                    <a:pt x="2270" y="572"/>
                  </a:cubicBezTo>
                  <a:cubicBezTo>
                    <a:pt x="2270" y="806"/>
                    <a:pt x="2270" y="1055"/>
                    <a:pt x="2211" y="1318"/>
                  </a:cubicBezTo>
                  <a:cubicBezTo>
                    <a:pt x="2153" y="1567"/>
                    <a:pt x="2050" y="1831"/>
                    <a:pt x="1860" y="2006"/>
                  </a:cubicBezTo>
                  <a:cubicBezTo>
                    <a:pt x="1684" y="2197"/>
                    <a:pt x="1421" y="2328"/>
                    <a:pt x="1186" y="2372"/>
                  </a:cubicBezTo>
                  <a:cubicBezTo>
                    <a:pt x="1062" y="2402"/>
                    <a:pt x="934" y="2420"/>
                    <a:pt x="811" y="2420"/>
                  </a:cubicBezTo>
                  <a:cubicBezTo>
                    <a:pt x="689" y="2420"/>
                    <a:pt x="571" y="2402"/>
                    <a:pt x="469" y="2358"/>
                  </a:cubicBezTo>
                  <a:cubicBezTo>
                    <a:pt x="279" y="2255"/>
                    <a:pt x="176" y="2036"/>
                    <a:pt x="147" y="1831"/>
                  </a:cubicBezTo>
                  <a:cubicBezTo>
                    <a:pt x="103" y="1626"/>
                    <a:pt x="132" y="1421"/>
                    <a:pt x="132" y="1245"/>
                  </a:cubicBezTo>
                  <a:cubicBezTo>
                    <a:pt x="147" y="879"/>
                    <a:pt x="205" y="586"/>
                    <a:pt x="235" y="381"/>
                  </a:cubicBezTo>
                  <a:cubicBezTo>
                    <a:pt x="293" y="176"/>
                    <a:pt x="308" y="74"/>
                    <a:pt x="308" y="74"/>
                  </a:cubicBezTo>
                  <a:lnTo>
                    <a:pt x="308" y="74"/>
                  </a:lnTo>
                  <a:cubicBezTo>
                    <a:pt x="308" y="74"/>
                    <a:pt x="293" y="89"/>
                    <a:pt x="249" y="176"/>
                  </a:cubicBezTo>
                  <a:cubicBezTo>
                    <a:pt x="235" y="220"/>
                    <a:pt x="220" y="308"/>
                    <a:pt x="176" y="396"/>
                  </a:cubicBezTo>
                  <a:cubicBezTo>
                    <a:pt x="118" y="601"/>
                    <a:pt x="74" y="894"/>
                    <a:pt x="30" y="1260"/>
                  </a:cubicBezTo>
                  <a:cubicBezTo>
                    <a:pt x="15" y="1450"/>
                    <a:pt x="1" y="1640"/>
                    <a:pt x="30" y="1860"/>
                  </a:cubicBezTo>
                  <a:cubicBezTo>
                    <a:pt x="44" y="1977"/>
                    <a:pt x="88" y="2080"/>
                    <a:pt x="147" y="2197"/>
                  </a:cubicBezTo>
                  <a:cubicBezTo>
                    <a:pt x="220" y="2284"/>
                    <a:pt x="308" y="2402"/>
                    <a:pt x="410" y="2446"/>
                  </a:cubicBezTo>
                  <a:cubicBezTo>
                    <a:pt x="540" y="2514"/>
                    <a:pt x="673" y="2539"/>
                    <a:pt x="808" y="2539"/>
                  </a:cubicBezTo>
                  <a:cubicBezTo>
                    <a:pt x="933" y="2539"/>
                    <a:pt x="1060" y="2518"/>
                    <a:pt x="1186" y="2489"/>
                  </a:cubicBezTo>
                  <a:cubicBezTo>
                    <a:pt x="1435" y="2416"/>
                    <a:pt x="1713" y="2284"/>
                    <a:pt x="1918" y="2080"/>
                  </a:cubicBezTo>
                  <a:cubicBezTo>
                    <a:pt x="2123" y="1860"/>
                    <a:pt x="2226" y="1596"/>
                    <a:pt x="2284" y="1333"/>
                  </a:cubicBezTo>
                  <a:cubicBezTo>
                    <a:pt x="2343" y="1055"/>
                    <a:pt x="2343" y="806"/>
                    <a:pt x="2343" y="572"/>
                  </a:cubicBezTo>
                  <a:cubicBezTo>
                    <a:pt x="2343" y="455"/>
                    <a:pt x="2343" y="308"/>
                    <a:pt x="2270" y="206"/>
                  </a:cubicBezTo>
                  <a:cubicBezTo>
                    <a:pt x="2226" y="132"/>
                    <a:pt x="2153" y="103"/>
                    <a:pt x="2109" y="89"/>
                  </a:cubicBezTo>
                  <a:cubicBezTo>
                    <a:pt x="2050" y="74"/>
                    <a:pt x="1991" y="74"/>
                    <a:pt x="1933" y="74"/>
                  </a:cubicBezTo>
                  <a:cubicBezTo>
                    <a:pt x="1713" y="59"/>
                    <a:pt x="1523" y="59"/>
                    <a:pt x="1333" y="30"/>
                  </a:cubicBezTo>
                  <a:cubicBezTo>
                    <a:pt x="981" y="15"/>
                    <a:pt x="689" y="15"/>
                    <a:pt x="469" y="1"/>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9">
              <a:extLst>
                <a:ext uri="{FF2B5EF4-FFF2-40B4-BE49-F238E27FC236}">
                  <a16:creationId xmlns:a16="http://schemas.microsoft.com/office/drawing/2014/main" id="{CAEFB014-70FF-F071-8870-0097C08019B7}"/>
                </a:ext>
              </a:extLst>
            </p:cNvPr>
            <p:cNvSpPr/>
            <p:nvPr/>
          </p:nvSpPr>
          <p:spPr>
            <a:xfrm flipH="1">
              <a:off x="5166985" y="4623445"/>
              <a:ext cx="391049" cy="147229"/>
            </a:xfrm>
            <a:custGeom>
              <a:avLst/>
              <a:gdLst/>
              <a:ahLst/>
              <a:cxnLst/>
              <a:rect l="l" t="t" r="r" b="b"/>
              <a:pathLst>
                <a:path w="5506" h="2073" extrusionOk="0">
                  <a:moveTo>
                    <a:pt x="4908" y="0"/>
                  </a:moveTo>
                  <a:cubicBezTo>
                    <a:pt x="4370" y="0"/>
                    <a:pt x="3602" y="111"/>
                    <a:pt x="3602" y="111"/>
                  </a:cubicBezTo>
                  <a:lnTo>
                    <a:pt x="1" y="2072"/>
                  </a:lnTo>
                  <a:cubicBezTo>
                    <a:pt x="1" y="2072"/>
                    <a:pt x="5505" y="374"/>
                    <a:pt x="5417" y="111"/>
                  </a:cubicBezTo>
                  <a:cubicBezTo>
                    <a:pt x="5388" y="28"/>
                    <a:pt x="5176" y="0"/>
                    <a:pt x="49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9">
              <a:extLst>
                <a:ext uri="{FF2B5EF4-FFF2-40B4-BE49-F238E27FC236}">
                  <a16:creationId xmlns:a16="http://schemas.microsoft.com/office/drawing/2014/main" id="{F35454CF-F227-2F75-3C7D-9ECF7E3D3672}"/>
                </a:ext>
              </a:extLst>
            </p:cNvPr>
            <p:cNvSpPr/>
            <p:nvPr/>
          </p:nvSpPr>
          <p:spPr>
            <a:xfrm flipH="1">
              <a:off x="5123375" y="1558855"/>
              <a:ext cx="912921" cy="827410"/>
            </a:xfrm>
            <a:custGeom>
              <a:avLst/>
              <a:gdLst/>
              <a:ahLst/>
              <a:cxnLst/>
              <a:rect l="l" t="t" r="r" b="b"/>
              <a:pathLst>
                <a:path w="12854" h="11650" extrusionOk="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9">
              <a:extLst>
                <a:ext uri="{FF2B5EF4-FFF2-40B4-BE49-F238E27FC236}">
                  <a16:creationId xmlns:a16="http://schemas.microsoft.com/office/drawing/2014/main" id="{EB9CD972-4EC5-3779-D4DD-3E6B04CC8661}"/>
                </a:ext>
              </a:extLst>
            </p:cNvPr>
            <p:cNvSpPr/>
            <p:nvPr/>
          </p:nvSpPr>
          <p:spPr>
            <a:xfrm flipH="1">
              <a:off x="5646309" y="1543799"/>
              <a:ext cx="831885" cy="1160647"/>
            </a:xfrm>
            <a:custGeom>
              <a:avLst/>
              <a:gdLst/>
              <a:ahLst/>
              <a:cxnLst/>
              <a:rect l="l" t="t" r="r" b="b"/>
              <a:pathLst>
                <a:path w="11713" h="16342" extrusionOk="0">
                  <a:moveTo>
                    <a:pt x="6680" y="0"/>
                  </a:moveTo>
                  <a:cubicBezTo>
                    <a:pt x="5073" y="0"/>
                    <a:pt x="3107" y="146"/>
                    <a:pt x="2050" y="725"/>
                  </a:cubicBezTo>
                  <a:cubicBezTo>
                    <a:pt x="2050" y="725"/>
                    <a:pt x="308" y="1501"/>
                    <a:pt x="1" y="2526"/>
                  </a:cubicBezTo>
                  <a:lnTo>
                    <a:pt x="1143" y="10607"/>
                  </a:lnTo>
                  <a:lnTo>
                    <a:pt x="850" y="15702"/>
                  </a:lnTo>
                  <a:cubicBezTo>
                    <a:pt x="850" y="15702"/>
                    <a:pt x="2405" y="16341"/>
                    <a:pt x="4371" y="16341"/>
                  </a:cubicBezTo>
                  <a:cubicBezTo>
                    <a:pt x="5608" y="16341"/>
                    <a:pt x="7009" y="16088"/>
                    <a:pt x="8287" y="15262"/>
                  </a:cubicBezTo>
                  <a:cubicBezTo>
                    <a:pt x="8287" y="15262"/>
                    <a:pt x="9946" y="15816"/>
                    <a:pt x="11017" y="15816"/>
                  </a:cubicBezTo>
                  <a:cubicBezTo>
                    <a:pt x="11307" y="15816"/>
                    <a:pt x="11553" y="15775"/>
                    <a:pt x="11712" y="15672"/>
                  </a:cubicBezTo>
                  <a:lnTo>
                    <a:pt x="10600" y="9319"/>
                  </a:lnTo>
                  <a:cubicBezTo>
                    <a:pt x="10283" y="7334"/>
                    <a:pt x="10023" y="191"/>
                    <a:pt x="9417" y="191"/>
                  </a:cubicBezTo>
                  <a:cubicBezTo>
                    <a:pt x="9407" y="191"/>
                    <a:pt x="9396" y="194"/>
                    <a:pt x="9385" y="198"/>
                  </a:cubicBezTo>
                  <a:cubicBezTo>
                    <a:pt x="9372" y="206"/>
                    <a:pt x="9359" y="209"/>
                    <a:pt x="9346" y="209"/>
                  </a:cubicBezTo>
                  <a:cubicBezTo>
                    <a:pt x="9285" y="209"/>
                    <a:pt x="9223" y="137"/>
                    <a:pt x="9150" y="125"/>
                  </a:cubicBezTo>
                  <a:cubicBezTo>
                    <a:pt x="8875" y="81"/>
                    <a:pt x="7877" y="0"/>
                    <a:pt x="66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9">
              <a:extLst>
                <a:ext uri="{FF2B5EF4-FFF2-40B4-BE49-F238E27FC236}">
                  <a16:creationId xmlns:a16="http://schemas.microsoft.com/office/drawing/2014/main" id="{3ED5B49D-A317-C2BD-B477-01AB04C60C84}"/>
                </a:ext>
              </a:extLst>
            </p:cNvPr>
            <p:cNvSpPr/>
            <p:nvPr/>
          </p:nvSpPr>
          <p:spPr>
            <a:xfrm flipH="1">
              <a:off x="5949932" y="1542307"/>
              <a:ext cx="270382" cy="536503"/>
            </a:xfrm>
            <a:custGeom>
              <a:avLst/>
              <a:gdLst/>
              <a:ahLst/>
              <a:cxnLst/>
              <a:rect l="l" t="t" r="r" b="b"/>
              <a:pathLst>
                <a:path w="3807" h="7554" extrusionOk="0">
                  <a:moveTo>
                    <a:pt x="2867" y="0"/>
                  </a:moveTo>
                  <a:cubicBezTo>
                    <a:pt x="1934" y="0"/>
                    <a:pt x="564" y="41"/>
                    <a:pt x="0" y="263"/>
                  </a:cubicBezTo>
                  <a:lnTo>
                    <a:pt x="3806" y="7554"/>
                  </a:lnTo>
                  <a:lnTo>
                    <a:pt x="3806" y="14"/>
                  </a:lnTo>
                  <a:cubicBezTo>
                    <a:pt x="3806" y="14"/>
                    <a:pt x="3411" y="0"/>
                    <a:pt x="28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9">
              <a:extLst>
                <a:ext uri="{FF2B5EF4-FFF2-40B4-BE49-F238E27FC236}">
                  <a16:creationId xmlns:a16="http://schemas.microsoft.com/office/drawing/2014/main" id="{C9B3E832-BB5C-227F-C5F3-26F00C24E4BB}"/>
                </a:ext>
              </a:extLst>
            </p:cNvPr>
            <p:cNvSpPr/>
            <p:nvPr/>
          </p:nvSpPr>
          <p:spPr>
            <a:xfrm flipH="1">
              <a:off x="5920812" y="1097285"/>
              <a:ext cx="431532" cy="548790"/>
            </a:xfrm>
            <a:custGeom>
              <a:avLst/>
              <a:gdLst/>
              <a:ahLst/>
              <a:cxnLst/>
              <a:rect l="l" t="t" r="r" b="b"/>
              <a:pathLst>
                <a:path w="6076" h="7727" extrusionOk="0">
                  <a:moveTo>
                    <a:pt x="2782" y="0"/>
                  </a:moveTo>
                  <a:lnTo>
                    <a:pt x="1200" y="44"/>
                  </a:lnTo>
                  <a:cubicBezTo>
                    <a:pt x="1200" y="44"/>
                    <a:pt x="293" y="59"/>
                    <a:pt x="293" y="498"/>
                  </a:cubicBezTo>
                  <a:cubicBezTo>
                    <a:pt x="293" y="498"/>
                    <a:pt x="0" y="5885"/>
                    <a:pt x="1713" y="5958"/>
                  </a:cubicBezTo>
                  <a:lnTo>
                    <a:pt x="2738" y="5958"/>
                  </a:lnTo>
                  <a:lnTo>
                    <a:pt x="2738" y="6720"/>
                  </a:lnTo>
                  <a:cubicBezTo>
                    <a:pt x="2738" y="6983"/>
                    <a:pt x="2855" y="7217"/>
                    <a:pt x="3074" y="7349"/>
                  </a:cubicBezTo>
                  <a:cubicBezTo>
                    <a:pt x="3364" y="7521"/>
                    <a:pt x="3783" y="7727"/>
                    <a:pt x="4206" y="7727"/>
                  </a:cubicBezTo>
                  <a:cubicBezTo>
                    <a:pt x="4466" y="7727"/>
                    <a:pt x="4728" y="7649"/>
                    <a:pt x="4963" y="7437"/>
                  </a:cubicBezTo>
                  <a:cubicBezTo>
                    <a:pt x="5256" y="7188"/>
                    <a:pt x="5387" y="6778"/>
                    <a:pt x="5343" y="6397"/>
                  </a:cubicBezTo>
                  <a:lnTo>
                    <a:pt x="5124" y="3513"/>
                  </a:lnTo>
                  <a:cubicBezTo>
                    <a:pt x="5124" y="3513"/>
                    <a:pt x="6075" y="3323"/>
                    <a:pt x="5900" y="2328"/>
                  </a:cubicBezTo>
                  <a:cubicBezTo>
                    <a:pt x="5801" y="1797"/>
                    <a:pt x="5528" y="1643"/>
                    <a:pt x="5245" y="1643"/>
                  </a:cubicBezTo>
                  <a:cubicBezTo>
                    <a:pt x="4857" y="1643"/>
                    <a:pt x="4450" y="1932"/>
                    <a:pt x="4450" y="1932"/>
                  </a:cubicBezTo>
                  <a:lnTo>
                    <a:pt x="4450" y="1610"/>
                  </a:lnTo>
                  <a:cubicBezTo>
                    <a:pt x="4450" y="717"/>
                    <a:pt x="3718" y="0"/>
                    <a:pt x="2840"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9">
              <a:extLst>
                <a:ext uri="{FF2B5EF4-FFF2-40B4-BE49-F238E27FC236}">
                  <a16:creationId xmlns:a16="http://schemas.microsoft.com/office/drawing/2014/main" id="{BF17D088-9E8A-660A-A5C2-14DCF96D23DA}"/>
                </a:ext>
              </a:extLst>
            </p:cNvPr>
            <p:cNvSpPr/>
            <p:nvPr/>
          </p:nvSpPr>
          <p:spPr>
            <a:xfrm flipH="1">
              <a:off x="6239987" y="1278177"/>
              <a:ext cx="24006" cy="114417"/>
            </a:xfrm>
            <a:custGeom>
              <a:avLst/>
              <a:gdLst/>
              <a:ahLst/>
              <a:cxnLst/>
              <a:rect l="l" t="t" r="r" b="b"/>
              <a:pathLst>
                <a:path w="338" h="1611" extrusionOk="0">
                  <a:moveTo>
                    <a:pt x="74" y="0"/>
                  </a:moveTo>
                  <a:cubicBezTo>
                    <a:pt x="59" y="0"/>
                    <a:pt x="30" y="396"/>
                    <a:pt x="0" y="879"/>
                  </a:cubicBezTo>
                  <a:lnTo>
                    <a:pt x="0" y="1230"/>
                  </a:lnTo>
                  <a:cubicBezTo>
                    <a:pt x="0" y="1347"/>
                    <a:pt x="30" y="1450"/>
                    <a:pt x="74" y="1523"/>
                  </a:cubicBezTo>
                  <a:cubicBezTo>
                    <a:pt x="132" y="1596"/>
                    <a:pt x="205" y="1611"/>
                    <a:pt x="264" y="1611"/>
                  </a:cubicBezTo>
                  <a:cubicBezTo>
                    <a:pt x="308" y="1596"/>
                    <a:pt x="337" y="1581"/>
                    <a:pt x="337" y="1581"/>
                  </a:cubicBezTo>
                  <a:cubicBezTo>
                    <a:pt x="330" y="1574"/>
                    <a:pt x="319" y="1574"/>
                    <a:pt x="306" y="1574"/>
                  </a:cubicBezTo>
                  <a:cubicBezTo>
                    <a:pt x="293" y="1574"/>
                    <a:pt x="279" y="1574"/>
                    <a:pt x="264" y="1567"/>
                  </a:cubicBezTo>
                  <a:cubicBezTo>
                    <a:pt x="220" y="1567"/>
                    <a:pt x="176" y="1523"/>
                    <a:pt x="132" y="1464"/>
                  </a:cubicBezTo>
                  <a:cubicBezTo>
                    <a:pt x="74" y="1362"/>
                    <a:pt x="117" y="1113"/>
                    <a:pt x="117" y="879"/>
                  </a:cubicBezTo>
                  <a:cubicBezTo>
                    <a:pt x="117" y="396"/>
                    <a:pt x="117" y="0"/>
                    <a:pt x="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9">
              <a:extLst>
                <a:ext uri="{FF2B5EF4-FFF2-40B4-BE49-F238E27FC236}">
                  <a16:creationId xmlns:a16="http://schemas.microsoft.com/office/drawing/2014/main" id="{632D9F07-66FB-1389-99C7-262124372A0B}"/>
                </a:ext>
              </a:extLst>
            </p:cNvPr>
            <p:cNvSpPr/>
            <p:nvPr/>
          </p:nvSpPr>
          <p:spPr>
            <a:xfrm flipH="1">
              <a:off x="6172445" y="1281302"/>
              <a:ext cx="9446" cy="28125"/>
            </a:xfrm>
            <a:custGeom>
              <a:avLst/>
              <a:gdLst/>
              <a:ahLst/>
              <a:cxnLst/>
              <a:rect l="l" t="t" r="r" b="b"/>
              <a:pathLst>
                <a:path w="133" h="396" extrusionOk="0">
                  <a:moveTo>
                    <a:pt x="74" y="0"/>
                  </a:moveTo>
                  <a:cubicBezTo>
                    <a:pt x="45" y="0"/>
                    <a:pt x="16" y="88"/>
                    <a:pt x="16" y="205"/>
                  </a:cubicBezTo>
                  <a:cubicBezTo>
                    <a:pt x="1" y="308"/>
                    <a:pt x="16" y="395"/>
                    <a:pt x="59" y="395"/>
                  </a:cubicBezTo>
                  <a:cubicBezTo>
                    <a:pt x="74" y="395"/>
                    <a:pt x="118" y="308"/>
                    <a:pt x="118" y="205"/>
                  </a:cubicBezTo>
                  <a:cubicBezTo>
                    <a:pt x="133" y="88"/>
                    <a:pt x="118" y="0"/>
                    <a:pt x="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9">
              <a:extLst>
                <a:ext uri="{FF2B5EF4-FFF2-40B4-BE49-F238E27FC236}">
                  <a16:creationId xmlns:a16="http://schemas.microsoft.com/office/drawing/2014/main" id="{ADC59A3A-A6B2-2E6B-B276-33075B9B3CDC}"/>
                </a:ext>
              </a:extLst>
            </p:cNvPr>
            <p:cNvSpPr/>
            <p:nvPr/>
          </p:nvSpPr>
          <p:spPr>
            <a:xfrm flipH="1">
              <a:off x="6296165" y="1280237"/>
              <a:ext cx="9446" cy="28125"/>
            </a:xfrm>
            <a:custGeom>
              <a:avLst/>
              <a:gdLst/>
              <a:ahLst/>
              <a:cxnLst/>
              <a:rect l="l" t="t" r="r" b="b"/>
              <a:pathLst>
                <a:path w="133" h="396" extrusionOk="0">
                  <a:moveTo>
                    <a:pt x="74" y="1"/>
                  </a:moveTo>
                  <a:cubicBezTo>
                    <a:pt x="45" y="1"/>
                    <a:pt x="30" y="74"/>
                    <a:pt x="30" y="191"/>
                  </a:cubicBezTo>
                  <a:cubicBezTo>
                    <a:pt x="1" y="308"/>
                    <a:pt x="30" y="396"/>
                    <a:pt x="59" y="396"/>
                  </a:cubicBezTo>
                  <a:cubicBezTo>
                    <a:pt x="74" y="396"/>
                    <a:pt x="118" y="308"/>
                    <a:pt x="118" y="191"/>
                  </a:cubicBezTo>
                  <a:cubicBezTo>
                    <a:pt x="133" y="88"/>
                    <a:pt x="118" y="1"/>
                    <a:pt x="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9">
              <a:extLst>
                <a:ext uri="{FF2B5EF4-FFF2-40B4-BE49-F238E27FC236}">
                  <a16:creationId xmlns:a16="http://schemas.microsoft.com/office/drawing/2014/main" id="{EE869C48-3293-5A52-6639-2773F420DA53}"/>
                </a:ext>
              </a:extLst>
            </p:cNvPr>
            <p:cNvSpPr/>
            <p:nvPr/>
          </p:nvSpPr>
          <p:spPr>
            <a:xfrm flipH="1">
              <a:off x="6094462" y="1478814"/>
              <a:ext cx="67613" cy="119673"/>
            </a:xfrm>
            <a:custGeom>
              <a:avLst/>
              <a:gdLst/>
              <a:ahLst/>
              <a:cxnLst/>
              <a:rect l="l" t="t" r="r" b="b"/>
              <a:pathLst>
                <a:path w="952" h="1685" extrusionOk="0">
                  <a:moveTo>
                    <a:pt x="937" y="1"/>
                  </a:moveTo>
                  <a:lnTo>
                    <a:pt x="937" y="1"/>
                  </a:lnTo>
                  <a:cubicBezTo>
                    <a:pt x="717" y="293"/>
                    <a:pt x="395" y="498"/>
                    <a:pt x="59" y="586"/>
                  </a:cubicBezTo>
                  <a:lnTo>
                    <a:pt x="29" y="586"/>
                  </a:lnTo>
                  <a:cubicBezTo>
                    <a:pt x="15" y="923"/>
                    <a:pt x="0" y="1143"/>
                    <a:pt x="59" y="1465"/>
                  </a:cubicBezTo>
                  <a:cubicBezTo>
                    <a:pt x="59" y="1479"/>
                    <a:pt x="103" y="1655"/>
                    <a:pt x="103" y="1684"/>
                  </a:cubicBezTo>
                  <a:cubicBezTo>
                    <a:pt x="103" y="1684"/>
                    <a:pt x="249" y="1626"/>
                    <a:pt x="351" y="1567"/>
                  </a:cubicBezTo>
                  <a:cubicBezTo>
                    <a:pt x="600" y="1421"/>
                    <a:pt x="791" y="1172"/>
                    <a:pt x="864" y="879"/>
                  </a:cubicBezTo>
                  <a:cubicBezTo>
                    <a:pt x="952" y="601"/>
                    <a:pt x="952" y="293"/>
                    <a:pt x="937"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9">
              <a:extLst>
                <a:ext uri="{FF2B5EF4-FFF2-40B4-BE49-F238E27FC236}">
                  <a16:creationId xmlns:a16="http://schemas.microsoft.com/office/drawing/2014/main" id="{9084207C-8F77-5563-CAC8-758B97A8301B}"/>
                </a:ext>
              </a:extLst>
            </p:cNvPr>
            <p:cNvSpPr/>
            <p:nvPr/>
          </p:nvSpPr>
          <p:spPr>
            <a:xfrm flipH="1">
              <a:off x="5967617" y="1250124"/>
              <a:ext cx="57244" cy="75497"/>
            </a:xfrm>
            <a:custGeom>
              <a:avLst/>
              <a:gdLst/>
              <a:ahLst/>
              <a:cxnLst/>
              <a:rect l="l" t="t" r="r" b="b"/>
              <a:pathLst>
                <a:path w="806" h="1063" extrusionOk="0">
                  <a:moveTo>
                    <a:pt x="718" y="0"/>
                  </a:moveTo>
                  <a:cubicBezTo>
                    <a:pt x="718" y="0"/>
                    <a:pt x="630" y="0"/>
                    <a:pt x="498" y="59"/>
                  </a:cubicBezTo>
                  <a:cubicBezTo>
                    <a:pt x="366" y="102"/>
                    <a:pt x="205" y="234"/>
                    <a:pt x="103" y="454"/>
                  </a:cubicBezTo>
                  <a:lnTo>
                    <a:pt x="0" y="615"/>
                  </a:lnTo>
                  <a:lnTo>
                    <a:pt x="0" y="615"/>
                  </a:lnTo>
                  <a:lnTo>
                    <a:pt x="176" y="512"/>
                  </a:lnTo>
                  <a:cubicBezTo>
                    <a:pt x="185" y="507"/>
                    <a:pt x="194" y="502"/>
                    <a:pt x="203" y="496"/>
                  </a:cubicBezTo>
                  <a:lnTo>
                    <a:pt x="203" y="496"/>
                  </a:lnTo>
                  <a:lnTo>
                    <a:pt x="205" y="498"/>
                  </a:lnTo>
                  <a:cubicBezTo>
                    <a:pt x="206" y="497"/>
                    <a:pt x="206" y="495"/>
                    <a:pt x="207" y="494"/>
                  </a:cubicBezTo>
                  <a:lnTo>
                    <a:pt x="207" y="494"/>
                  </a:lnTo>
                  <a:cubicBezTo>
                    <a:pt x="270" y="456"/>
                    <a:pt x="333" y="420"/>
                    <a:pt x="396" y="395"/>
                  </a:cubicBezTo>
                  <a:cubicBezTo>
                    <a:pt x="413" y="391"/>
                    <a:pt x="431" y="389"/>
                    <a:pt x="448" y="389"/>
                  </a:cubicBezTo>
                  <a:cubicBezTo>
                    <a:pt x="542" y="389"/>
                    <a:pt x="620" y="455"/>
                    <a:pt x="645" y="542"/>
                  </a:cubicBezTo>
                  <a:cubicBezTo>
                    <a:pt x="689" y="644"/>
                    <a:pt x="645" y="747"/>
                    <a:pt x="615" y="820"/>
                  </a:cubicBezTo>
                  <a:cubicBezTo>
                    <a:pt x="513" y="981"/>
                    <a:pt x="410" y="1039"/>
                    <a:pt x="425" y="1054"/>
                  </a:cubicBezTo>
                  <a:cubicBezTo>
                    <a:pt x="425" y="1060"/>
                    <a:pt x="430" y="1063"/>
                    <a:pt x="438" y="1063"/>
                  </a:cubicBezTo>
                  <a:cubicBezTo>
                    <a:pt x="475" y="1063"/>
                    <a:pt x="584" y="1009"/>
                    <a:pt x="703" y="878"/>
                  </a:cubicBezTo>
                  <a:cubicBezTo>
                    <a:pt x="762" y="805"/>
                    <a:pt x="806" y="659"/>
                    <a:pt x="762" y="527"/>
                  </a:cubicBezTo>
                  <a:cubicBezTo>
                    <a:pt x="732" y="454"/>
                    <a:pt x="703" y="395"/>
                    <a:pt x="630" y="351"/>
                  </a:cubicBezTo>
                  <a:cubicBezTo>
                    <a:pt x="575" y="318"/>
                    <a:pt x="512" y="302"/>
                    <a:pt x="453" y="302"/>
                  </a:cubicBezTo>
                  <a:cubicBezTo>
                    <a:pt x="433" y="302"/>
                    <a:pt x="414" y="304"/>
                    <a:pt x="396" y="307"/>
                  </a:cubicBezTo>
                  <a:cubicBezTo>
                    <a:pt x="358" y="312"/>
                    <a:pt x="324" y="322"/>
                    <a:pt x="294" y="334"/>
                  </a:cubicBezTo>
                  <a:lnTo>
                    <a:pt x="294" y="334"/>
                  </a:lnTo>
                  <a:cubicBezTo>
                    <a:pt x="369" y="230"/>
                    <a:pt x="462" y="152"/>
                    <a:pt x="542" y="102"/>
                  </a:cubicBezTo>
                  <a:cubicBezTo>
                    <a:pt x="645" y="29"/>
                    <a:pt x="718" y="15"/>
                    <a:pt x="7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9">
              <a:extLst>
                <a:ext uri="{FF2B5EF4-FFF2-40B4-BE49-F238E27FC236}">
                  <a16:creationId xmlns:a16="http://schemas.microsoft.com/office/drawing/2014/main" id="{1387DF8F-CBEB-3095-7AC6-49B5BC79D60B}"/>
                </a:ext>
              </a:extLst>
            </p:cNvPr>
            <p:cNvSpPr/>
            <p:nvPr/>
          </p:nvSpPr>
          <p:spPr>
            <a:xfrm flipH="1">
              <a:off x="6185939" y="1384213"/>
              <a:ext cx="64559" cy="52272"/>
            </a:xfrm>
            <a:custGeom>
              <a:avLst/>
              <a:gdLst/>
              <a:ahLst/>
              <a:cxnLst/>
              <a:rect l="l" t="t" r="r" b="b"/>
              <a:pathLst>
                <a:path w="909" h="736" extrusionOk="0">
                  <a:moveTo>
                    <a:pt x="879" y="1"/>
                  </a:moveTo>
                  <a:cubicBezTo>
                    <a:pt x="864" y="1"/>
                    <a:pt x="864" y="74"/>
                    <a:pt x="820" y="176"/>
                  </a:cubicBezTo>
                  <a:cubicBezTo>
                    <a:pt x="806" y="293"/>
                    <a:pt x="718" y="410"/>
                    <a:pt x="586" y="528"/>
                  </a:cubicBezTo>
                  <a:cubicBezTo>
                    <a:pt x="455" y="630"/>
                    <a:pt x="293" y="674"/>
                    <a:pt x="176" y="674"/>
                  </a:cubicBezTo>
                  <a:cubicBezTo>
                    <a:pt x="108" y="674"/>
                    <a:pt x="53" y="667"/>
                    <a:pt x="23" y="667"/>
                  </a:cubicBezTo>
                  <a:cubicBezTo>
                    <a:pt x="9" y="667"/>
                    <a:pt x="1" y="669"/>
                    <a:pt x="1" y="674"/>
                  </a:cubicBezTo>
                  <a:cubicBezTo>
                    <a:pt x="1" y="689"/>
                    <a:pt x="59" y="732"/>
                    <a:pt x="176" y="732"/>
                  </a:cubicBezTo>
                  <a:cubicBezTo>
                    <a:pt x="191" y="734"/>
                    <a:pt x="207" y="735"/>
                    <a:pt x="223" y="735"/>
                  </a:cubicBezTo>
                  <a:cubicBezTo>
                    <a:pt x="337" y="735"/>
                    <a:pt x="491" y="690"/>
                    <a:pt x="645" y="601"/>
                  </a:cubicBezTo>
                  <a:cubicBezTo>
                    <a:pt x="806" y="484"/>
                    <a:pt x="879" y="323"/>
                    <a:pt x="894" y="191"/>
                  </a:cubicBezTo>
                  <a:cubicBezTo>
                    <a:pt x="908" y="74"/>
                    <a:pt x="894"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9">
              <a:extLst>
                <a:ext uri="{FF2B5EF4-FFF2-40B4-BE49-F238E27FC236}">
                  <a16:creationId xmlns:a16="http://schemas.microsoft.com/office/drawing/2014/main" id="{736242A2-37FB-7763-00EF-D17B5AD04283}"/>
                </a:ext>
              </a:extLst>
            </p:cNvPr>
            <p:cNvSpPr/>
            <p:nvPr/>
          </p:nvSpPr>
          <p:spPr>
            <a:xfrm flipH="1">
              <a:off x="6168254" y="1378176"/>
              <a:ext cx="34375" cy="21733"/>
            </a:xfrm>
            <a:custGeom>
              <a:avLst/>
              <a:gdLst/>
              <a:ahLst/>
              <a:cxnLst/>
              <a:rect l="l" t="t" r="r" b="b"/>
              <a:pathLst>
                <a:path w="484" h="306" extrusionOk="0">
                  <a:moveTo>
                    <a:pt x="146" y="0"/>
                  </a:moveTo>
                  <a:cubicBezTo>
                    <a:pt x="125" y="0"/>
                    <a:pt x="105" y="4"/>
                    <a:pt x="88" y="12"/>
                  </a:cubicBezTo>
                  <a:cubicBezTo>
                    <a:pt x="15" y="27"/>
                    <a:pt x="0" y="42"/>
                    <a:pt x="0" y="56"/>
                  </a:cubicBezTo>
                  <a:cubicBezTo>
                    <a:pt x="0" y="86"/>
                    <a:pt x="132" y="56"/>
                    <a:pt x="264" y="115"/>
                  </a:cubicBezTo>
                  <a:cubicBezTo>
                    <a:pt x="381" y="188"/>
                    <a:pt x="425" y="305"/>
                    <a:pt x="454" y="305"/>
                  </a:cubicBezTo>
                  <a:cubicBezTo>
                    <a:pt x="483" y="305"/>
                    <a:pt x="483" y="261"/>
                    <a:pt x="454" y="203"/>
                  </a:cubicBezTo>
                  <a:cubicBezTo>
                    <a:pt x="439" y="159"/>
                    <a:pt x="381" y="86"/>
                    <a:pt x="308" y="42"/>
                  </a:cubicBezTo>
                  <a:cubicBezTo>
                    <a:pt x="256" y="21"/>
                    <a:pt x="197"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9">
              <a:extLst>
                <a:ext uri="{FF2B5EF4-FFF2-40B4-BE49-F238E27FC236}">
                  <a16:creationId xmlns:a16="http://schemas.microsoft.com/office/drawing/2014/main" id="{D5648E02-FFA0-DF5B-EF77-30A7671A3D0C}"/>
                </a:ext>
              </a:extLst>
            </p:cNvPr>
            <p:cNvSpPr/>
            <p:nvPr/>
          </p:nvSpPr>
          <p:spPr>
            <a:xfrm flipH="1">
              <a:off x="5637006" y="2610757"/>
              <a:ext cx="780891" cy="84375"/>
            </a:xfrm>
            <a:custGeom>
              <a:avLst/>
              <a:gdLst/>
              <a:ahLst/>
              <a:cxnLst/>
              <a:rect l="l" t="t" r="r" b="b"/>
              <a:pathLst>
                <a:path w="10995" h="1188" extrusionOk="0">
                  <a:moveTo>
                    <a:pt x="7423" y="0"/>
                  </a:moveTo>
                  <a:lnTo>
                    <a:pt x="7408" y="30"/>
                  </a:lnTo>
                  <a:cubicBezTo>
                    <a:pt x="6969" y="440"/>
                    <a:pt x="6325" y="732"/>
                    <a:pt x="5637" y="908"/>
                  </a:cubicBezTo>
                  <a:cubicBezTo>
                    <a:pt x="5027" y="1035"/>
                    <a:pt x="4427" y="1098"/>
                    <a:pt x="3864" y="1098"/>
                  </a:cubicBezTo>
                  <a:cubicBezTo>
                    <a:pt x="3710" y="1098"/>
                    <a:pt x="3559" y="1093"/>
                    <a:pt x="3412" y="1084"/>
                  </a:cubicBezTo>
                  <a:cubicBezTo>
                    <a:pt x="2738" y="1055"/>
                    <a:pt x="2138" y="923"/>
                    <a:pt x="1626" y="806"/>
                  </a:cubicBezTo>
                  <a:cubicBezTo>
                    <a:pt x="1113" y="703"/>
                    <a:pt x="703" y="571"/>
                    <a:pt x="440" y="498"/>
                  </a:cubicBezTo>
                  <a:cubicBezTo>
                    <a:pt x="294" y="469"/>
                    <a:pt x="191" y="425"/>
                    <a:pt x="103" y="410"/>
                  </a:cubicBezTo>
                  <a:cubicBezTo>
                    <a:pt x="30" y="396"/>
                    <a:pt x="1" y="396"/>
                    <a:pt x="1" y="396"/>
                  </a:cubicBezTo>
                  <a:lnTo>
                    <a:pt x="1" y="396"/>
                  </a:lnTo>
                  <a:cubicBezTo>
                    <a:pt x="1" y="396"/>
                    <a:pt x="30" y="410"/>
                    <a:pt x="103" y="425"/>
                  </a:cubicBezTo>
                  <a:cubicBezTo>
                    <a:pt x="176" y="469"/>
                    <a:pt x="294" y="498"/>
                    <a:pt x="411" y="542"/>
                  </a:cubicBezTo>
                  <a:cubicBezTo>
                    <a:pt x="689" y="630"/>
                    <a:pt x="1099" y="762"/>
                    <a:pt x="1611" y="879"/>
                  </a:cubicBezTo>
                  <a:cubicBezTo>
                    <a:pt x="2123" y="1011"/>
                    <a:pt x="2724" y="1142"/>
                    <a:pt x="3412" y="1172"/>
                  </a:cubicBezTo>
                  <a:cubicBezTo>
                    <a:pt x="3574" y="1182"/>
                    <a:pt x="3741" y="1187"/>
                    <a:pt x="3911" y="1187"/>
                  </a:cubicBezTo>
                  <a:cubicBezTo>
                    <a:pt x="4461" y="1187"/>
                    <a:pt x="5048" y="1130"/>
                    <a:pt x="5652" y="996"/>
                  </a:cubicBezTo>
                  <a:cubicBezTo>
                    <a:pt x="6320" y="811"/>
                    <a:pt x="6961" y="530"/>
                    <a:pt x="7426" y="111"/>
                  </a:cubicBezTo>
                  <a:lnTo>
                    <a:pt x="7426" y="111"/>
                  </a:lnTo>
                  <a:cubicBezTo>
                    <a:pt x="8318" y="522"/>
                    <a:pt x="9173" y="738"/>
                    <a:pt x="9825" y="738"/>
                  </a:cubicBezTo>
                  <a:cubicBezTo>
                    <a:pt x="9885" y="738"/>
                    <a:pt x="9943" y="736"/>
                    <a:pt x="9999" y="732"/>
                  </a:cubicBezTo>
                  <a:cubicBezTo>
                    <a:pt x="10351" y="718"/>
                    <a:pt x="10585" y="586"/>
                    <a:pt x="10761" y="513"/>
                  </a:cubicBezTo>
                  <a:cubicBezTo>
                    <a:pt x="10849" y="484"/>
                    <a:pt x="10907" y="440"/>
                    <a:pt x="10936" y="425"/>
                  </a:cubicBezTo>
                  <a:cubicBezTo>
                    <a:pt x="10980" y="410"/>
                    <a:pt x="10995" y="396"/>
                    <a:pt x="10995" y="396"/>
                  </a:cubicBezTo>
                  <a:cubicBezTo>
                    <a:pt x="10995" y="390"/>
                    <a:pt x="10992" y="388"/>
                    <a:pt x="10987" y="388"/>
                  </a:cubicBezTo>
                  <a:cubicBezTo>
                    <a:pt x="10961" y="388"/>
                    <a:pt x="10881" y="438"/>
                    <a:pt x="10761" y="498"/>
                  </a:cubicBezTo>
                  <a:cubicBezTo>
                    <a:pt x="10585" y="557"/>
                    <a:pt x="10351" y="659"/>
                    <a:pt x="10029" y="689"/>
                  </a:cubicBezTo>
                  <a:cubicBezTo>
                    <a:pt x="10008" y="689"/>
                    <a:pt x="9987" y="689"/>
                    <a:pt x="9966" y="689"/>
                  </a:cubicBezTo>
                  <a:cubicBezTo>
                    <a:pt x="9312" y="689"/>
                    <a:pt x="8417" y="469"/>
                    <a:pt x="7467" y="30"/>
                  </a:cubicBezTo>
                  <a:lnTo>
                    <a:pt x="7423"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9">
              <a:extLst>
                <a:ext uri="{FF2B5EF4-FFF2-40B4-BE49-F238E27FC236}">
                  <a16:creationId xmlns:a16="http://schemas.microsoft.com/office/drawing/2014/main" id="{EFD4FD28-DE2A-0E85-D32A-17A9D492F469}"/>
                </a:ext>
              </a:extLst>
            </p:cNvPr>
            <p:cNvSpPr/>
            <p:nvPr/>
          </p:nvSpPr>
          <p:spPr>
            <a:xfrm flipH="1">
              <a:off x="5889635" y="2064175"/>
              <a:ext cx="59304" cy="564628"/>
            </a:xfrm>
            <a:custGeom>
              <a:avLst/>
              <a:gdLst/>
              <a:ahLst/>
              <a:cxnLst/>
              <a:rect l="l" t="t" r="r" b="b"/>
              <a:pathLst>
                <a:path w="835" h="7950" extrusionOk="0">
                  <a:moveTo>
                    <a:pt x="15" y="1"/>
                  </a:moveTo>
                  <a:cubicBezTo>
                    <a:pt x="0" y="1"/>
                    <a:pt x="15" y="118"/>
                    <a:pt x="29" y="323"/>
                  </a:cubicBezTo>
                  <a:cubicBezTo>
                    <a:pt x="59" y="528"/>
                    <a:pt x="88" y="821"/>
                    <a:pt x="132" y="1157"/>
                  </a:cubicBezTo>
                  <a:cubicBezTo>
                    <a:pt x="205" y="1875"/>
                    <a:pt x="322" y="2855"/>
                    <a:pt x="439" y="3953"/>
                  </a:cubicBezTo>
                  <a:cubicBezTo>
                    <a:pt x="542" y="5051"/>
                    <a:pt x="644" y="6062"/>
                    <a:pt x="717" y="6779"/>
                  </a:cubicBezTo>
                  <a:cubicBezTo>
                    <a:pt x="732" y="7130"/>
                    <a:pt x="761" y="7423"/>
                    <a:pt x="791" y="7643"/>
                  </a:cubicBezTo>
                  <a:cubicBezTo>
                    <a:pt x="805" y="7848"/>
                    <a:pt x="820" y="7950"/>
                    <a:pt x="820" y="7950"/>
                  </a:cubicBezTo>
                  <a:cubicBezTo>
                    <a:pt x="835" y="7950"/>
                    <a:pt x="835" y="7848"/>
                    <a:pt x="835" y="7643"/>
                  </a:cubicBezTo>
                  <a:cubicBezTo>
                    <a:pt x="820" y="7438"/>
                    <a:pt x="805" y="7145"/>
                    <a:pt x="791" y="6779"/>
                  </a:cubicBezTo>
                  <a:cubicBezTo>
                    <a:pt x="747" y="6047"/>
                    <a:pt x="659" y="5051"/>
                    <a:pt x="542" y="3953"/>
                  </a:cubicBezTo>
                  <a:cubicBezTo>
                    <a:pt x="439" y="2855"/>
                    <a:pt x="308" y="1875"/>
                    <a:pt x="205" y="1157"/>
                  </a:cubicBezTo>
                  <a:cubicBezTo>
                    <a:pt x="147" y="821"/>
                    <a:pt x="103" y="528"/>
                    <a:pt x="73" y="323"/>
                  </a:cubicBezTo>
                  <a:cubicBezTo>
                    <a:pt x="59" y="118"/>
                    <a:pt x="15" y="1"/>
                    <a:pt x="1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9">
              <a:extLst>
                <a:ext uri="{FF2B5EF4-FFF2-40B4-BE49-F238E27FC236}">
                  <a16:creationId xmlns:a16="http://schemas.microsoft.com/office/drawing/2014/main" id="{62666DF5-466F-87B5-A4C4-2BFC1F5D167C}"/>
                </a:ext>
              </a:extLst>
            </p:cNvPr>
            <p:cNvSpPr/>
            <p:nvPr/>
          </p:nvSpPr>
          <p:spPr>
            <a:xfrm flipH="1">
              <a:off x="5865701" y="1543302"/>
              <a:ext cx="84304" cy="431532"/>
            </a:xfrm>
            <a:custGeom>
              <a:avLst/>
              <a:gdLst/>
              <a:ahLst/>
              <a:cxnLst/>
              <a:rect l="l" t="t" r="r" b="b"/>
              <a:pathLst>
                <a:path w="1187" h="6076" extrusionOk="0">
                  <a:moveTo>
                    <a:pt x="0" y="0"/>
                  </a:moveTo>
                  <a:lnTo>
                    <a:pt x="0" y="6076"/>
                  </a:lnTo>
                  <a:cubicBezTo>
                    <a:pt x="0" y="6076"/>
                    <a:pt x="1186" y="2518"/>
                    <a:pt x="923" y="1874"/>
                  </a:cubicBezTo>
                  <a:cubicBezTo>
                    <a:pt x="689" y="1245"/>
                    <a:pt x="0" y="0"/>
                    <a:pt x="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9">
              <a:extLst>
                <a:ext uri="{FF2B5EF4-FFF2-40B4-BE49-F238E27FC236}">
                  <a16:creationId xmlns:a16="http://schemas.microsoft.com/office/drawing/2014/main" id="{B892BA8F-D695-0F3E-8DC5-84D17E377488}"/>
                </a:ext>
              </a:extLst>
            </p:cNvPr>
            <p:cNvSpPr/>
            <p:nvPr/>
          </p:nvSpPr>
          <p:spPr>
            <a:xfrm flipH="1">
              <a:off x="5996735" y="1560986"/>
              <a:ext cx="272442" cy="431532"/>
            </a:xfrm>
            <a:custGeom>
              <a:avLst/>
              <a:gdLst/>
              <a:ahLst/>
              <a:cxnLst/>
              <a:rect l="l" t="t" r="r" b="b"/>
              <a:pathLst>
                <a:path w="3836" h="6076" extrusionOk="0">
                  <a:moveTo>
                    <a:pt x="688" y="0"/>
                  </a:moveTo>
                  <a:cubicBezTo>
                    <a:pt x="542" y="30"/>
                    <a:pt x="0" y="2167"/>
                    <a:pt x="556" y="2811"/>
                  </a:cubicBezTo>
                  <a:cubicBezTo>
                    <a:pt x="1171" y="3528"/>
                    <a:pt x="3836" y="6076"/>
                    <a:pt x="3836" y="6076"/>
                  </a:cubicBezTo>
                  <a:lnTo>
                    <a:pt x="688"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9">
              <a:extLst>
                <a:ext uri="{FF2B5EF4-FFF2-40B4-BE49-F238E27FC236}">
                  <a16:creationId xmlns:a16="http://schemas.microsoft.com/office/drawing/2014/main" id="{22E82D37-B350-01DA-E4C3-17B42528720F}"/>
                </a:ext>
              </a:extLst>
            </p:cNvPr>
            <p:cNvSpPr/>
            <p:nvPr/>
          </p:nvSpPr>
          <p:spPr>
            <a:xfrm flipH="1">
              <a:off x="6130825" y="2746126"/>
              <a:ext cx="175780" cy="125994"/>
            </a:xfrm>
            <a:custGeom>
              <a:avLst/>
              <a:gdLst/>
              <a:ahLst/>
              <a:cxnLst/>
              <a:rect l="l" t="t" r="r" b="b"/>
              <a:pathLst>
                <a:path w="2475" h="1774" extrusionOk="0">
                  <a:moveTo>
                    <a:pt x="2455" y="0"/>
                  </a:moveTo>
                  <a:cubicBezTo>
                    <a:pt x="2404" y="0"/>
                    <a:pt x="2040" y="576"/>
                    <a:pt x="1376" y="1056"/>
                  </a:cubicBezTo>
                  <a:cubicBezTo>
                    <a:pt x="674" y="1569"/>
                    <a:pt x="0" y="1730"/>
                    <a:pt x="15" y="1774"/>
                  </a:cubicBezTo>
                  <a:cubicBezTo>
                    <a:pt x="15" y="1774"/>
                    <a:pt x="205" y="1759"/>
                    <a:pt x="454" y="1657"/>
                  </a:cubicBezTo>
                  <a:cubicBezTo>
                    <a:pt x="732" y="1569"/>
                    <a:pt x="1083" y="1408"/>
                    <a:pt x="1420" y="1144"/>
                  </a:cubicBezTo>
                  <a:cubicBezTo>
                    <a:pt x="1772" y="895"/>
                    <a:pt x="2050" y="602"/>
                    <a:pt x="2211" y="383"/>
                  </a:cubicBezTo>
                  <a:cubicBezTo>
                    <a:pt x="2386" y="163"/>
                    <a:pt x="2474" y="2"/>
                    <a:pt x="2460" y="2"/>
                  </a:cubicBezTo>
                  <a:cubicBezTo>
                    <a:pt x="2459" y="1"/>
                    <a:pt x="2457" y="0"/>
                    <a:pt x="245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9">
              <a:extLst>
                <a:ext uri="{FF2B5EF4-FFF2-40B4-BE49-F238E27FC236}">
                  <a16:creationId xmlns:a16="http://schemas.microsoft.com/office/drawing/2014/main" id="{BC2A2CE9-1BC3-CB34-02B7-31EB99D22DFF}"/>
                </a:ext>
              </a:extLst>
            </p:cNvPr>
            <p:cNvSpPr/>
            <p:nvPr/>
          </p:nvSpPr>
          <p:spPr>
            <a:xfrm flipH="1">
              <a:off x="5465417" y="2832560"/>
              <a:ext cx="754897" cy="1900700"/>
            </a:xfrm>
            <a:custGeom>
              <a:avLst/>
              <a:gdLst/>
              <a:ahLst/>
              <a:cxnLst/>
              <a:rect l="l" t="t" r="r" b="b"/>
              <a:pathLst>
                <a:path w="10629" h="26762" extrusionOk="0">
                  <a:moveTo>
                    <a:pt x="0" y="0"/>
                  </a:moveTo>
                  <a:lnTo>
                    <a:pt x="0" y="74"/>
                  </a:lnTo>
                  <a:cubicBezTo>
                    <a:pt x="15" y="132"/>
                    <a:pt x="15" y="205"/>
                    <a:pt x="30" y="293"/>
                  </a:cubicBezTo>
                  <a:cubicBezTo>
                    <a:pt x="73" y="498"/>
                    <a:pt x="103" y="776"/>
                    <a:pt x="161" y="1142"/>
                  </a:cubicBezTo>
                  <a:cubicBezTo>
                    <a:pt x="176" y="1318"/>
                    <a:pt x="220" y="1523"/>
                    <a:pt x="249" y="1742"/>
                  </a:cubicBezTo>
                  <a:cubicBezTo>
                    <a:pt x="293" y="1962"/>
                    <a:pt x="337" y="2196"/>
                    <a:pt x="395" y="2460"/>
                  </a:cubicBezTo>
                  <a:cubicBezTo>
                    <a:pt x="483" y="2958"/>
                    <a:pt x="600" y="3543"/>
                    <a:pt x="761" y="4173"/>
                  </a:cubicBezTo>
                  <a:cubicBezTo>
                    <a:pt x="835" y="4509"/>
                    <a:pt x="908" y="4831"/>
                    <a:pt x="996" y="5183"/>
                  </a:cubicBezTo>
                  <a:cubicBezTo>
                    <a:pt x="1098" y="5534"/>
                    <a:pt x="1186" y="5900"/>
                    <a:pt x="1289" y="6266"/>
                  </a:cubicBezTo>
                  <a:cubicBezTo>
                    <a:pt x="1493" y="7013"/>
                    <a:pt x="1757" y="7803"/>
                    <a:pt x="2006" y="8623"/>
                  </a:cubicBezTo>
                  <a:cubicBezTo>
                    <a:pt x="2562" y="10277"/>
                    <a:pt x="3221" y="12049"/>
                    <a:pt x="3997" y="13893"/>
                  </a:cubicBezTo>
                  <a:cubicBezTo>
                    <a:pt x="4787" y="15723"/>
                    <a:pt x="5607" y="17451"/>
                    <a:pt x="6383" y="19002"/>
                  </a:cubicBezTo>
                  <a:cubicBezTo>
                    <a:pt x="7144" y="20554"/>
                    <a:pt x="7876" y="21930"/>
                    <a:pt x="8520" y="23087"/>
                  </a:cubicBezTo>
                  <a:cubicBezTo>
                    <a:pt x="9150" y="24229"/>
                    <a:pt x="9677" y="25151"/>
                    <a:pt x="10043" y="25795"/>
                  </a:cubicBezTo>
                  <a:cubicBezTo>
                    <a:pt x="10219" y="26103"/>
                    <a:pt x="10365" y="26351"/>
                    <a:pt x="10467" y="26527"/>
                  </a:cubicBezTo>
                  <a:cubicBezTo>
                    <a:pt x="10497" y="26600"/>
                    <a:pt x="10541" y="26644"/>
                    <a:pt x="10570" y="26703"/>
                  </a:cubicBezTo>
                  <a:cubicBezTo>
                    <a:pt x="10585" y="26747"/>
                    <a:pt x="10614" y="26761"/>
                    <a:pt x="10614" y="26761"/>
                  </a:cubicBezTo>
                  <a:cubicBezTo>
                    <a:pt x="10614" y="26761"/>
                    <a:pt x="10585" y="26747"/>
                    <a:pt x="10628" y="26688"/>
                  </a:cubicBezTo>
                  <a:cubicBezTo>
                    <a:pt x="10585" y="26630"/>
                    <a:pt x="10555" y="26556"/>
                    <a:pt x="10511" y="26483"/>
                  </a:cubicBezTo>
                  <a:cubicBezTo>
                    <a:pt x="10424" y="26322"/>
                    <a:pt x="10292" y="26059"/>
                    <a:pt x="10116" y="25751"/>
                  </a:cubicBezTo>
                  <a:cubicBezTo>
                    <a:pt x="9765" y="25107"/>
                    <a:pt x="9252" y="24185"/>
                    <a:pt x="8638" y="23028"/>
                  </a:cubicBezTo>
                  <a:cubicBezTo>
                    <a:pt x="8008" y="21872"/>
                    <a:pt x="7276" y="20496"/>
                    <a:pt x="6515" y="18944"/>
                  </a:cubicBezTo>
                  <a:cubicBezTo>
                    <a:pt x="5739" y="17392"/>
                    <a:pt x="4919" y="15665"/>
                    <a:pt x="4129" y="13835"/>
                  </a:cubicBezTo>
                  <a:cubicBezTo>
                    <a:pt x="3338" y="11990"/>
                    <a:pt x="2665" y="10219"/>
                    <a:pt x="2123" y="8564"/>
                  </a:cubicBezTo>
                  <a:cubicBezTo>
                    <a:pt x="1845" y="7745"/>
                    <a:pt x="1581" y="6983"/>
                    <a:pt x="1391" y="6222"/>
                  </a:cubicBezTo>
                  <a:cubicBezTo>
                    <a:pt x="1289" y="5842"/>
                    <a:pt x="1186" y="5490"/>
                    <a:pt x="1098" y="5153"/>
                  </a:cubicBezTo>
                  <a:cubicBezTo>
                    <a:pt x="996" y="4817"/>
                    <a:pt x="908" y="4465"/>
                    <a:pt x="835" y="4158"/>
                  </a:cubicBezTo>
                  <a:cubicBezTo>
                    <a:pt x="674" y="3543"/>
                    <a:pt x="557" y="2958"/>
                    <a:pt x="454" y="2445"/>
                  </a:cubicBezTo>
                  <a:cubicBezTo>
                    <a:pt x="395" y="2182"/>
                    <a:pt x="337" y="1947"/>
                    <a:pt x="308" y="1728"/>
                  </a:cubicBezTo>
                  <a:cubicBezTo>
                    <a:pt x="264" y="1508"/>
                    <a:pt x="234" y="1303"/>
                    <a:pt x="191" y="1128"/>
                  </a:cubicBezTo>
                  <a:cubicBezTo>
                    <a:pt x="147" y="776"/>
                    <a:pt x="88" y="498"/>
                    <a:pt x="44" y="293"/>
                  </a:cubicBezTo>
                  <a:cubicBezTo>
                    <a:pt x="30" y="205"/>
                    <a:pt x="30" y="132"/>
                    <a:pt x="15" y="74"/>
                  </a:cubicBezTo>
                  <a:cubicBezTo>
                    <a:pt x="0" y="30"/>
                    <a:pt x="0" y="0"/>
                    <a:pt x="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9">
              <a:extLst>
                <a:ext uri="{FF2B5EF4-FFF2-40B4-BE49-F238E27FC236}">
                  <a16:creationId xmlns:a16="http://schemas.microsoft.com/office/drawing/2014/main" id="{12715164-16A7-EC7A-A121-D45243E62527}"/>
                </a:ext>
              </a:extLst>
            </p:cNvPr>
            <p:cNvSpPr/>
            <p:nvPr/>
          </p:nvSpPr>
          <p:spPr>
            <a:xfrm flipH="1">
              <a:off x="6258733" y="1720075"/>
              <a:ext cx="502270" cy="1441115"/>
            </a:xfrm>
            <a:custGeom>
              <a:avLst/>
              <a:gdLst/>
              <a:ahLst/>
              <a:cxnLst/>
              <a:rect l="l" t="t" r="r" b="b"/>
              <a:pathLst>
                <a:path w="7072" h="20291" extrusionOk="0">
                  <a:moveTo>
                    <a:pt x="3953" y="0"/>
                  </a:moveTo>
                  <a:cubicBezTo>
                    <a:pt x="3953" y="0"/>
                    <a:pt x="1948" y="5768"/>
                    <a:pt x="1172" y="9150"/>
                  </a:cubicBezTo>
                  <a:cubicBezTo>
                    <a:pt x="264" y="13117"/>
                    <a:pt x="1" y="18519"/>
                    <a:pt x="1" y="18519"/>
                  </a:cubicBezTo>
                  <a:lnTo>
                    <a:pt x="3046" y="20290"/>
                  </a:lnTo>
                  <a:cubicBezTo>
                    <a:pt x="3046" y="20290"/>
                    <a:pt x="4393" y="11638"/>
                    <a:pt x="4715" y="10453"/>
                  </a:cubicBezTo>
                  <a:cubicBezTo>
                    <a:pt x="4978" y="9486"/>
                    <a:pt x="5783" y="6807"/>
                    <a:pt x="6471" y="4538"/>
                  </a:cubicBezTo>
                  <a:cubicBezTo>
                    <a:pt x="7072" y="2591"/>
                    <a:pt x="5930" y="512"/>
                    <a:pt x="39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9">
              <a:extLst>
                <a:ext uri="{FF2B5EF4-FFF2-40B4-BE49-F238E27FC236}">
                  <a16:creationId xmlns:a16="http://schemas.microsoft.com/office/drawing/2014/main" id="{27A9ECAB-9A69-0019-EA4E-7918D1D3FACD}"/>
                </a:ext>
              </a:extLst>
            </p:cNvPr>
            <p:cNvSpPr/>
            <p:nvPr/>
          </p:nvSpPr>
          <p:spPr>
            <a:xfrm flipH="1">
              <a:off x="6305619" y="1714109"/>
              <a:ext cx="183096" cy="705749"/>
            </a:xfrm>
            <a:custGeom>
              <a:avLst/>
              <a:gdLst/>
              <a:ahLst/>
              <a:cxnLst/>
              <a:rect l="l" t="t" r="r" b="b"/>
              <a:pathLst>
                <a:path w="2578" h="9937" extrusionOk="0">
                  <a:moveTo>
                    <a:pt x="651" y="0"/>
                  </a:moveTo>
                  <a:cubicBezTo>
                    <a:pt x="574" y="0"/>
                    <a:pt x="503" y="5"/>
                    <a:pt x="440" y="11"/>
                  </a:cubicBezTo>
                  <a:cubicBezTo>
                    <a:pt x="147" y="55"/>
                    <a:pt x="1" y="143"/>
                    <a:pt x="1" y="143"/>
                  </a:cubicBezTo>
                  <a:cubicBezTo>
                    <a:pt x="2" y="144"/>
                    <a:pt x="4" y="145"/>
                    <a:pt x="8" y="145"/>
                  </a:cubicBezTo>
                  <a:cubicBezTo>
                    <a:pt x="43" y="145"/>
                    <a:pt x="188" y="81"/>
                    <a:pt x="455" y="55"/>
                  </a:cubicBezTo>
                  <a:cubicBezTo>
                    <a:pt x="492" y="53"/>
                    <a:pt x="532" y="52"/>
                    <a:pt x="574" y="52"/>
                  </a:cubicBezTo>
                  <a:cubicBezTo>
                    <a:pt x="860" y="52"/>
                    <a:pt x="1245" y="105"/>
                    <a:pt x="1640" y="348"/>
                  </a:cubicBezTo>
                  <a:cubicBezTo>
                    <a:pt x="1860" y="479"/>
                    <a:pt x="2080" y="670"/>
                    <a:pt x="2241" y="933"/>
                  </a:cubicBezTo>
                  <a:cubicBezTo>
                    <a:pt x="2416" y="1182"/>
                    <a:pt x="2504" y="1519"/>
                    <a:pt x="2504" y="1870"/>
                  </a:cubicBezTo>
                  <a:cubicBezTo>
                    <a:pt x="2519" y="2207"/>
                    <a:pt x="2446" y="2558"/>
                    <a:pt x="2372" y="2939"/>
                  </a:cubicBezTo>
                  <a:cubicBezTo>
                    <a:pt x="2299" y="3334"/>
                    <a:pt x="2226" y="3715"/>
                    <a:pt x="2153" y="4110"/>
                  </a:cubicBezTo>
                  <a:cubicBezTo>
                    <a:pt x="1845" y="5706"/>
                    <a:pt x="1567" y="7155"/>
                    <a:pt x="1362" y="8209"/>
                  </a:cubicBezTo>
                  <a:cubicBezTo>
                    <a:pt x="1274" y="8721"/>
                    <a:pt x="1201" y="9146"/>
                    <a:pt x="1143" y="9453"/>
                  </a:cubicBezTo>
                  <a:cubicBezTo>
                    <a:pt x="1133" y="9548"/>
                    <a:pt x="1124" y="9631"/>
                    <a:pt x="1114" y="9701"/>
                  </a:cubicBezTo>
                  <a:lnTo>
                    <a:pt x="1114" y="9701"/>
                  </a:lnTo>
                  <a:cubicBezTo>
                    <a:pt x="1126" y="9630"/>
                    <a:pt x="1142" y="9542"/>
                    <a:pt x="1172" y="9453"/>
                  </a:cubicBezTo>
                  <a:cubicBezTo>
                    <a:pt x="1216" y="9146"/>
                    <a:pt x="1318" y="8721"/>
                    <a:pt x="1421" y="8209"/>
                  </a:cubicBezTo>
                  <a:cubicBezTo>
                    <a:pt x="1626" y="7170"/>
                    <a:pt x="1919" y="5720"/>
                    <a:pt x="2226" y="4125"/>
                  </a:cubicBezTo>
                  <a:cubicBezTo>
                    <a:pt x="2299" y="3729"/>
                    <a:pt x="2372" y="3349"/>
                    <a:pt x="2446" y="2953"/>
                  </a:cubicBezTo>
                  <a:cubicBezTo>
                    <a:pt x="2519" y="2573"/>
                    <a:pt x="2577" y="2207"/>
                    <a:pt x="2577" y="1841"/>
                  </a:cubicBezTo>
                  <a:cubicBezTo>
                    <a:pt x="2577" y="1489"/>
                    <a:pt x="2489" y="1153"/>
                    <a:pt x="2299" y="875"/>
                  </a:cubicBezTo>
                  <a:cubicBezTo>
                    <a:pt x="2123" y="626"/>
                    <a:pt x="1904" y="421"/>
                    <a:pt x="1655" y="274"/>
                  </a:cubicBezTo>
                  <a:cubicBezTo>
                    <a:pt x="1288" y="56"/>
                    <a:pt x="930" y="0"/>
                    <a:pt x="651" y="0"/>
                  </a:cubicBezTo>
                  <a:close/>
                  <a:moveTo>
                    <a:pt x="1114" y="9701"/>
                  </a:moveTo>
                  <a:cubicBezTo>
                    <a:pt x="1108" y="9736"/>
                    <a:pt x="1104" y="9766"/>
                    <a:pt x="1099" y="9790"/>
                  </a:cubicBezTo>
                  <a:cubicBezTo>
                    <a:pt x="1099" y="9795"/>
                    <a:pt x="1099" y="9800"/>
                    <a:pt x="1099" y="9805"/>
                  </a:cubicBezTo>
                  <a:lnTo>
                    <a:pt x="1099" y="9805"/>
                  </a:lnTo>
                  <a:cubicBezTo>
                    <a:pt x="1099" y="9805"/>
                    <a:pt x="1099" y="9805"/>
                    <a:pt x="1099" y="9805"/>
                  </a:cubicBezTo>
                  <a:cubicBezTo>
                    <a:pt x="1104" y="9774"/>
                    <a:pt x="1109" y="9739"/>
                    <a:pt x="1114" y="9701"/>
                  </a:cubicBezTo>
                  <a:close/>
                  <a:moveTo>
                    <a:pt x="1099" y="9805"/>
                  </a:moveTo>
                  <a:lnTo>
                    <a:pt x="1099" y="9805"/>
                  </a:lnTo>
                  <a:cubicBezTo>
                    <a:pt x="1069" y="9893"/>
                    <a:pt x="1069" y="9936"/>
                    <a:pt x="1069" y="9936"/>
                  </a:cubicBezTo>
                  <a:cubicBezTo>
                    <a:pt x="1069" y="9936"/>
                    <a:pt x="1096" y="9897"/>
                    <a:pt x="1099" y="9805"/>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9">
              <a:extLst>
                <a:ext uri="{FF2B5EF4-FFF2-40B4-BE49-F238E27FC236}">
                  <a16:creationId xmlns:a16="http://schemas.microsoft.com/office/drawing/2014/main" id="{2273C577-7DD0-A668-2FE6-9C005AB50311}"/>
                </a:ext>
              </a:extLst>
            </p:cNvPr>
            <p:cNvSpPr/>
            <p:nvPr/>
          </p:nvSpPr>
          <p:spPr>
            <a:xfrm flipH="1">
              <a:off x="6129831" y="2465875"/>
              <a:ext cx="202769" cy="7457"/>
            </a:xfrm>
            <a:custGeom>
              <a:avLst/>
              <a:gdLst/>
              <a:ahLst/>
              <a:cxnLst/>
              <a:rect l="l" t="t" r="r" b="b"/>
              <a:pathLst>
                <a:path w="2855" h="105" extrusionOk="0">
                  <a:moveTo>
                    <a:pt x="2295" y="1"/>
                  </a:moveTo>
                  <a:cubicBezTo>
                    <a:pt x="2055" y="1"/>
                    <a:pt x="1756" y="4"/>
                    <a:pt x="1435" y="10"/>
                  </a:cubicBezTo>
                  <a:cubicBezTo>
                    <a:pt x="644" y="25"/>
                    <a:pt x="0" y="40"/>
                    <a:pt x="0" y="83"/>
                  </a:cubicBezTo>
                  <a:cubicBezTo>
                    <a:pt x="0" y="94"/>
                    <a:pt x="322" y="104"/>
                    <a:pt x="790" y="104"/>
                  </a:cubicBezTo>
                  <a:cubicBezTo>
                    <a:pt x="984" y="104"/>
                    <a:pt x="1203" y="102"/>
                    <a:pt x="1435" y="98"/>
                  </a:cubicBezTo>
                  <a:cubicBezTo>
                    <a:pt x="2211" y="83"/>
                    <a:pt x="2855" y="69"/>
                    <a:pt x="2855" y="25"/>
                  </a:cubicBezTo>
                  <a:cubicBezTo>
                    <a:pt x="2855" y="8"/>
                    <a:pt x="2634" y="1"/>
                    <a:pt x="229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9">
              <a:extLst>
                <a:ext uri="{FF2B5EF4-FFF2-40B4-BE49-F238E27FC236}">
                  <a16:creationId xmlns:a16="http://schemas.microsoft.com/office/drawing/2014/main" id="{26778EB0-21C5-FAB5-94CD-E7C2BB1189BE}"/>
                </a:ext>
              </a:extLst>
            </p:cNvPr>
            <p:cNvSpPr/>
            <p:nvPr/>
          </p:nvSpPr>
          <p:spPr>
            <a:xfrm flipH="1">
              <a:off x="6015413" y="1069941"/>
              <a:ext cx="328620" cy="182527"/>
            </a:xfrm>
            <a:custGeom>
              <a:avLst/>
              <a:gdLst/>
              <a:ahLst/>
              <a:cxnLst/>
              <a:rect l="l" t="t" r="r" b="b"/>
              <a:pathLst>
                <a:path w="4627" h="2570" extrusionOk="0">
                  <a:moveTo>
                    <a:pt x="1851" y="0"/>
                  </a:moveTo>
                  <a:cubicBezTo>
                    <a:pt x="1795" y="0"/>
                    <a:pt x="1739" y="2"/>
                    <a:pt x="1684" y="4"/>
                  </a:cubicBezTo>
                  <a:cubicBezTo>
                    <a:pt x="1083" y="48"/>
                    <a:pt x="469" y="268"/>
                    <a:pt x="0" y="634"/>
                  </a:cubicBezTo>
                  <a:lnTo>
                    <a:pt x="59" y="692"/>
                  </a:lnTo>
                  <a:cubicBezTo>
                    <a:pt x="937" y="1717"/>
                    <a:pt x="2181" y="2391"/>
                    <a:pt x="3514" y="2552"/>
                  </a:cubicBezTo>
                  <a:cubicBezTo>
                    <a:pt x="3623" y="2559"/>
                    <a:pt x="3733" y="2570"/>
                    <a:pt x="3838" y="2570"/>
                  </a:cubicBezTo>
                  <a:cubicBezTo>
                    <a:pt x="3942" y="2570"/>
                    <a:pt x="4041" y="2559"/>
                    <a:pt x="4128" y="2522"/>
                  </a:cubicBezTo>
                  <a:cubicBezTo>
                    <a:pt x="4451" y="2391"/>
                    <a:pt x="4626" y="2083"/>
                    <a:pt x="4626" y="1746"/>
                  </a:cubicBezTo>
                  <a:cubicBezTo>
                    <a:pt x="4626" y="1424"/>
                    <a:pt x="4480" y="1102"/>
                    <a:pt x="4260" y="868"/>
                  </a:cubicBezTo>
                  <a:cubicBezTo>
                    <a:pt x="4041" y="634"/>
                    <a:pt x="3748" y="473"/>
                    <a:pt x="3455" y="341"/>
                  </a:cubicBezTo>
                  <a:cubicBezTo>
                    <a:pt x="2963" y="129"/>
                    <a:pt x="2400" y="0"/>
                    <a:pt x="18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9">
              <a:extLst>
                <a:ext uri="{FF2B5EF4-FFF2-40B4-BE49-F238E27FC236}">
                  <a16:creationId xmlns:a16="http://schemas.microsoft.com/office/drawing/2014/main" id="{16B4CAFE-627C-2C2B-FA33-569D3980C335}"/>
                </a:ext>
              </a:extLst>
            </p:cNvPr>
            <p:cNvSpPr/>
            <p:nvPr/>
          </p:nvSpPr>
          <p:spPr>
            <a:xfrm flipH="1">
              <a:off x="4940355" y="1858212"/>
              <a:ext cx="278692" cy="350353"/>
            </a:xfrm>
            <a:custGeom>
              <a:avLst/>
              <a:gdLst/>
              <a:ahLst/>
              <a:cxnLst/>
              <a:rect l="l" t="t" r="r" b="b"/>
              <a:pathLst>
                <a:path w="3924" h="4933" extrusionOk="0">
                  <a:moveTo>
                    <a:pt x="1484" y="1"/>
                  </a:moveTo>
                  <a:cubicBezTo>
                    <a:pt x="1264" y="1"/>
                    <a:pt x="0" y="1861"/>
                    <a:pt x="0" y="1861"/>
                  </a:cubicBezTo>
                  <a:cubicBezTo>
                    <a:pt x="0" y="1861"/>
                    <a:pt x="710" y="4933"/>
                    <a:pt x="1286" y="4933"/>
                  </a:cubicBezTo>
                  <a:cubicBezTo>
                    <a:pt x="1306" y="4933"/>
                    <a:pt x="1327" y="4929"/>
                    <a:pt x="1347" y="4921"/>
                  </a:cubicBezTo>
                  <a:cubicBezTo>
                    <a:pt x="1347" y="4921"/>
                    <a:pt x="3499" y="3647"/>
                    <a:pt x="3631" y="3384"/>
                  </a:cubicBezTo>
                  <a:cubicBezTo>
                    <a:pt x="3665" y="3301"/>
                    <a:pt x="3562" y="3273"/>
                    <a:pt x="3411" y="3273"/>
                  </a:cubicBezTo>
                  <a:cubicBezTo>
                    <a:pt x="3107" y="3273"/>
                    <a:pt x="2606" y="3384"/>
                    <a:pt x="2606" y="3384"/>
                  </a:cubicBezTo>
                  <a:cubicBezTo>
                    <a:pt x="2606" y="3384"/>
                    <a:pt x="3704" y="2959"/>
                    <a:pt x="3821" y="2710"/>
                  </a:cubicBezTo>
                  <a:cubicBezTo>
                    <a:pt x="3865" y="2618"/>
                    <a:pt x="3710" y="2587"/>
                    <a:pt x="3485" y="2587"/>
                  </a:cubicBezTo>
                  <a:cubicBezTo>
                    <a:pt x="3034" y="2587"/>
                    <a:pt x="2298" y="2710"/>
                    <a:pt x="2298" y="2710"/>
                  </a:cubicBezTo>
                  <a:cubicBezTo>
                    <a:pt x="2298" y="2710"/>
                    <a:pt x="3923" y="2344"/>
                    <a:pt x="3850" y="1993"/>
                  </a:cubicBezTo>
                  <a:cubicBezTo>
                    <a:pt x="3822" y="1857"/>
                    <a:pt x="3530" y="1815"/>
                    <a:pt x="3184" y="1815"/>
                  </a:cubicBezTo>
                  <a:cubicBezTo>
                    <a:pt x="2635" y="1815"/>
                    <a:pt x="1947" y="1920"/>
                    <a:pt x="1947" y="1920"/>
                  </a:cubicBezTo>
                  <a:cubicBezTo>
                    <a:pt x="1947" y="1920"/>
                    <a:pt x="3806" y="1481"/>
                    <a:pt x="3792" y="1085"/>
                  </a:cubicBezTo>
                  <a:cubicBezTo>
                    <a:pt x="3792" y="981"/>
                    <a:pt x="3631" y="942"/>
                    <a:pt x="3392" y="942"/>
                  </a:cubicBezTo>
                  <a:cubicBezTo>
                    <a:pt x="2692" y="942"/>
                    <a:pt x="1318" y="1276"/>
                    <a:pt x="1318" y="1276"/>
                  </a:cubicBezTo>
                  <a:cubicBezTo>
                    <a:pt x="1786" y="676"/>
                    <a:pt x="1669" y="61"/>
                    <a:pt x="1493" y="2"/>
                  </a:cubicBezTo>
                  <a:cubicBezTo>
                    <a:pt x="1490" y="1"/>
                    <a:pt x="1487" y="1"/>
                    <a:pt x="1484"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9">
              <a:extLst>
                <a:ext uri="{FF2B5EF4-FFF2-40B4-BE49-F238E27FC236}">
                  <a16:creationId xmlns:a16="http://schemas.microsoft.com/office/drawing/2014/main" id="{A62E4FBE-137B-5C87-884F-EF223A5AE4FD}"/>
                </a:ext>
              </a:extLst>
            </p:cNvPr>
            <p:cNvSpPr/>
            <p:nvPr/>
          </p:nvSpPr>
          <p:spPr>
            <a:xfrm flipH="1">
              <a:off x="4975725" y="1579665"/>
              <a:ext cx="194459" cy="373365"/>
            </a:xfrm>
            <a:custGeom>
              <a:avLst/>
              <a:gdLst/>
              <a:ahLst/>
              <a:cxnLst/>
              <a:rect l="l" t="t" r="r" b="b"/>
              <a:pathLst>
                <a:path w="2738" h="5257" extrusionOk="0">
                  <a:moveTo>
                    <a:pt x="2211" y="1"/>
                  </a:moveTo>
                  <a:lnTo>
                    <a:pt x="2211" y="1"/>
                  </a:lnTo>
                  <a:cubicBezTo>
                    <a:pt x="1493" y="59"/>
                    <a:pt x="922" y="367"/>
                    <a:pt x="674" y="703"/>
                  </a:cubicBezTo>
                  <a:cubicBezTo>
                    <a:pt x="410" y="1026"/>
                    <a:pt x="161" y="1435"/>
                    <a:pt x="293" y="1831"/>
                  </a:cubicBezTo>
                  <a:cubicBezTo>
                    <a:pt x="439" y="2211"/>
                    <a:pt x="908" y="2460"/>
                    <a:pt x="952" y="2855"/>
                  </a:cubicBezTo>
                  <a:cubicBezTo>
                    <a:pt x="981" y="3324"/>
                    <a:pt x="483" y="3587"/>
                    <a:pt x="249" y="3953"/>
                  </a:cubicBezTo>
                  <a:cubicBezTo>
                    <a:pt x="0" y="4363"/>
                    <a:pt x="44" y="4934"/>
                    <a:pt x="381" y="5256"/>
                  </a:cubicBezTo>
                  <a:lnTo>
                    <a:pt x="2738" y="5256"/>
                  </a:lnTo>
                  <a:cubicBezTo>
                    <a:pt x="2533" y="5154"/>
                    <a:pt x="1991" y="4788"/>
                    <a:pt x="1815" y="4598"/>
                  </a:cubicBezTo>
                  <a:cubicBezTo>
                    <a:pt x="1654" y="4422"/>
                    <a:pt x="1567" y="4144"/>
                    <a:pt x="1654" y="3924"/>
                  </a:cubicBezTo>
                  <a:cubicBezTo>
                    <a:pt x="1742" y="3705"/>
                    <a:pt x="1991" y="3558"/>
                    <a:pt x="2167" y="3382"/>
                  </a:cubicBezTo>
                  <a:cubicBezTo>
                    <a:pt x="2621" y="2958"/>
                    <a:pt x="2679" y="2109"/>
                    <a:pt x="2196" y="1728"/>
                  </a:cubicBezTo>
                  <a:cubicBezTo>
                    <a:pt x="2006" y="1553"/>
                    <a:pt x="1757" y="1479"/>
                    <a:pt x="1567" y="1333"/>
                  </a:cubicBezTo>
                  <a:cubicBezTo>
                    <a:pt x="1069" y="952"/>
                    <a:pt x="1508" y="264"/>
                    <a:pt x="22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9">
              <a:extLst>
                <a:ext uri="{FF2B5EF4-FFF2-40B4-BE49-F238E27FC236}">
                  <a16:creationId xmlns:a16="http://schemas.microsoft.com/office/drawing/2014/main" id="{A79158CD-830F-9F4F-97AF-C450F5809D90}"/>
                </a:ext>
              </a:extLst>
            </p:cNvPr>
            <p:cNvSpPr/>
            <p:nvPr/>
          </p:nvSpPr>
          <p:spPr>
            <a:xfrm flipH="1">
              <a:off x="4962231" y="1942515"/>
              <a:ext cx="199644" cy="233024"/>
            </a:xfrm>
            <a:custGeom>
              <a:avLst/>
              <a:gdLst/>
              <a:ahLst/>
              <a:cxnLst/>
              <a:rect l="l" t="t" r="r" b="b"/>
              <a:pathLst>
                <a:path w="2811" h="3281" extrusionOk="0">
                  <a:moveTo>
                    <a:pt x="0" y="1"/>
                  </a:moveTo>
                  <a:lnTo>
                    <a:pt x="498" y="3280"/>
                  </a:lnTo>
                  <a:lnTo>
                    <a:pt x="2343" y="3280"/>
                  </a:lnTo>
                  <a:cubicBezTo>
                    <a:pt x="2225" y="3280"/>
                    <a:pt x="2811" y="1"/>
                    <a:pt x="28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9">
              <a:extLst>
                <a:ext uri="{FF2B5EF4-FFF2-40B4-BE49-F238E27FC236}">
                  <a16:creationId xmlns:a16="http://schemas.microsoft.com/office/drawing/2014/main" id="{87FE6EA5-3E36-C9CC-AA0B-A65553C2EEB5}"/>
                </a:ext>
              </a:extLst>
            </p:cNvPr>
            <p:cNvSpPr/>
            <p:nvPr/>
          </p:nvSpPr>
          <p:spPr>
            <a:xfrm rot="-2004018">
              <a:off x="5670007" y="762306"/>
              <a:ext cx="66833" cy="167944"/>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9">
              <a:extLst>
                <a:ext uri="{FF2B5EF4-FFF2-40B4-BE49-F238E27FC236}">
                  <a16:creationId xmlns:a16="http://schemas.microsoft.com/office/drawing/2014/main" id="{027FCFBA-1E57-BEBB-F9EE-0CE53C68CEB7}"/>
                </a:ext>
              </a:extLst>
            </p:cNvPr>
            <p:cNvSpPr/>
            <p:nvPr/>
          </p:nvSpPr>
          <p:spPr>
            <a:xfrm rot="-2004018">
              <a:off x="5727508" y="663832"/>
              <a:ext cx="84960" cy="205923"/>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9">
              <a:extLst>
                <a:ext uri="{FF2B5EF4-FFF2-40B4-BE49-F238E27FC236}">
                  <a16:creationId xmlns:a16="http://schemas.microsoft.com/office/drawing/2014/main" id="{AC0282B4-4B07-EBA9-9E99-055E43B56B10}"/>
                </a:ext>
              </a:extLst>
            </p:cNvPr>
            <p:cNvSpPr/>
            <p:nvPr/>
          </p:nvSpPr>
          <p:spPr>
            <a:xfrm rot="-2004018">
              <a:off x="5790777" y="533046"/>
              <a:ext cx="112088" cy="270906"/>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0" name="Google Shape;1320;p49">
            <a:extLst>
              <a:ext uri="{FF2B5EF4-FFF2-40B4-BE49-F238E27FC236}">
                <a16:creationId xmlns:a16="http://schemas.microsoft.com/office/drawing/2014/main" id="{92982950-2F73-9C3F-18AD-E08DDCF902F6}"/>
              </a:ext>
            </a:extLst>
          </p:cNvPr>
          <p:cNvSpPr txBox="1">
            <a:spLocks noGrp="1"/>
          </p:cNvSpPr>
          <p:nvPr>
            <p:ph type="title"/>
          </p:nvPr>
        </p:nvSpPr>
        <p:spPr>
          <a:xfrm>
            <a:off x="175990" y="155658"/>
            <a:ext cx="6803544" cy="538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Relationship between variables</a:t>
            </a:r>
            <a:endParaRPr dirty="0"/>
          </a:p>
        </p:txBody>
      </p:sp>
      <p:grpSp>
        <p:nvGrpSpPr>
          <p:cNvPr id="1322" name="Google Shape;1322;p49">
            <a:extLst>
              <a:ext uri="{FF2B5EF4-FFF2-40B4-BE49-F238E27FC236}">
                <a16:creationId xmlns:a16="http://schemas.microsoft.com/office/drawing/2014/main" id="{629456D4-014B-F7D8-B0A9-A47DA9C519B6}"/>
              </a:ext>
            </a:extLst>
          </p:cNvPr>
          <p:cNvGrpSpPr/>
          <p:nvPr/>
        </p:nvGrpSpPr>
        <p:grpSpPr>
          <a:xfrm>
            <a:off x="6976462" y="1398222"/>
            <a:ext cx="1827545" cy="3745275"/>
            <a:chOff x="6436355" y="780398"/>
            <a:chExt cx="1827545" cy="3745275"/>
          </a:xfrm>
        </p:grpSpPr>
        <p:sp>
          <p:nvSpPr>
            <p:cNvPr id="1323" name="Google Shape;1323;p49">
              <a:extLst>
                <a:ext uri="{FF2B5EF4-FFF2-40B4-BE49-F238E27FC236}">
                  <a16:creationId xmlns:a16="http://schemas.microsoft.com/office/drawing/2014/main" id="{13A6360A-D5AE-1E2D-3EE2-B6C7A391C4F0}"/>
                </a:ext>
              </a:extLst>
            </p:cNvPr>
            <p:cNvSpPr/>
            <p:nvPr/>
          </p:nvSpPr>
          <p:spPr>
            <a:xfrm flipH="1">
              <a:off x="7042725" y="797754"/>
              <a:ext cx="836365" cy="758661"/>
            </a:xfrm>
            <a:custGeom>
              <a:avLst/>
              <a:gdLst/>
              <a:ahLst/>
              <a:cxnLst/>
              <a:rect l="l" t="t" r="r" b="b"/>
              <a:pathLst>
                <a:path w="11517" h="10447" extrusionOk="0">
                  <a:moveTo>
                    <a:pt x="6630" y="1"/>
                  </a:moveTo>
                  <a:cubicBezTo>
                    <a:pt x="6265" y="1"/>
                    <a:pt x="5860" y="174"/>
                    <a:pt x="5564" y="409"/>
                  </a:cubicBezTo>
                  <a:cubicBezTo>
                    <a:pt x="5081" y="789"/>
                    <a:pt x="4627" y="1316"/>
                    <a:pt x="4012" y="1433"/>
                  </a:cubicBezTo>
                  <a:cubicBezTo>
                    <a:pt x="3937" y="1444"/>
                    <a:pt x="3861" y="1448"/>
                    <a:pt x="3784" y="1448"/>
                  </a:cubicBezTo>
                  <a:cubicBezTo>
                    <a:pt x="3599" y="1448"/>
                    <a:pt x="3409" y="1426"/>
                    <a:pt x="3225" y="1426"/>
                  </a:cubicBezTo>
                  <a:cubicBezTo>
                    <a:pt x="3170" y="1426"/>
                    <a:pt x="3115" y="1428"/>
                    <a:pt x="3061" y="1433"/>
                  </a:cubicBezTo>
                  <a:cubicBezTo>
                    <a:pt x="2372" y="1448"/>
                    <a:pt x="1684" y="1829"/>
                    <a:pt x="1318" y="2414"/>
                  </a:cubicBezTo>
                  <a:cubicBezTo>
                    <a:pt x="952" y="3000"/>
                    <a:pt x="909" y="3790"/>
                    <a:pt x="1201" y="4405"/>
                  </a:cubicBezTo>
                  <a:cubicBezTo>
                    <a:pt x="425" y="4669"/>
                    <a:pt x="1" y="5635"/>
                    <a:pt x="250" y="6396"/>
                  </a:cubicBezTo>
                  <a:cubicBezTo>
                    <a:pt x="484" y="7187"/>
                    <a:pt x="1245" y="7743"/>
                    <a:pt x="2080" y="7831"/>
                  </a:cubicBezTo>
                  <a:cubicBezTo>
                    <a:pt x="2563" y="7889"/>
                    <a:pt x="3104" y="7816"/>
                    <a:pt x="3558" y="8006"/>
                  </a:cubicBezTo>
                  <a:cubicBezTo>
                    <a:pt x="4158" y="8285"/>
                    <a:pt x="4451" y="8943"/>
                    <a:pt x="4890" y="9441"/>
                  </a:cubicBezTo>
                  <a:cubicBezTo>
                    <a:pt x="5461" y="10103"/>
                    <a:pt x="6340" y="10447"/>
                    <a:pt x="7213" y="10447"/>
                  </a:cubicBezTo>
                  <a:cubicBezTo>
                    <a:pt x="7885" y="10447"/>
                    <a:pt x="8555" y="10242"/>
                    <a:pt x="9077" y="9822"/>
                  </a:cubicBezTo>
                  <a:cubicBezTo>
                    <a:pt x="9443" y="9529"/>
                    <a:pt x="9736" y="9148"/>
                    <a:pt x="9839" y="8695"/>
                  </a:cubicBezTo>
                  <a:cubicBezTo>
                    <a:pt x="9926" y="8226"/>
                    <a:pt x="9780" y="7714"/>
                    <a:pt x="9399" y="7465"/>
                  </a:cubicBezTo>
                  <a:lnTo>
                    <a:pt x="9399" y="7465"/>
                  </a:lnTo>
                  <a:cubicBezTo>
                    <a:pt x="9530" y="7504"/>
                    <a:pt x="9663" y="7522"/>
                    <a:pt x="9795" y="7522"/>
                  </a:cubicBezTo>
                  <a:cubicBezTo>
                    <a:pt x="10662" y="7522"/>
                    <a:pt x="11516" y="6743"/>
                    <a:pt x="11478" y="5854"/>
                  </a:cubicBezTo>
                  <a:cubicBezTo>
                    <a:pt x="11464" y="5254"/>
                    <a:pt x="11098" y="4698"/>
                    <a:pt x="10688" y="4244"/>
                  </a:cubicBezTo>
                  <a:cubicBezTo>
                    <a:pt x="10292" y="3790"/>
                    <a:pt x="9839" y="3366"/>
                    <a:pt x="9517" y="2839"/>
                  </a:cubicBezTo>
                  <a:cubicBezTo>
                    <a:pt x="9224" y="2297"/>
                    <a:pt x="9107" y="1609"/>
                    <a:pt x="9429" y="1097"/>
                  </a:cubicBezTo>
                  <a:lnTo>
                    <a:pt x="7277" y="277"/>
                  </a:lnTo>
                  <a:cubicBezTo>
                    <a:pt x="7111" y="81"/>
                    <a:pt x="6879" y="1"/>
                    <a:pt x="6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9">
              <a:extLst>
                <a:ext uri="{FF2B5EF4-FFF2-40B4-BE49-F238E27FC236}">
                  <a16:creationId xmlns:a16="http://schemas.microsoft.com/office/drawing/2014/main" id="{61A0AE57-903A-68C2-705D-2F393F223E31}"/>
                </a:ext>
              </a:extLst>
            </p:cNvPr>
            <p:cNvSpPr/>
            <p:nvPr/>
          </p:nvSpPr>
          <p:spPr>
            <a:xfrm flipH="1">
              <a:off x="6436355" y="2242880"/>
              <a:ext cx="271163" cy="192298"/>
            </a:xfrm>
            <a:custGeom>
              <a:avLst/>
              <a:gdLst/>
              <a:ahLst/>
              <a:cxnLst/>
              <a:rect l="l" t="t" r="r" b="b"/>
              <a:pathLst>
                <a:path w="3734" h="2648" extrusionOk="0">
                  <a:moveTo>
                    <a:pt x="2666" y="0"/>
                  </a:moveTo>
                  <a:cubicBezTo>
                    <a:pt x="2180" y="0"/>
                    <a:pt x="1465" y="52"/>
                    <a:pt x="1465" y="52"/>
                  </a:cubicBezTo>
                  <a:cubicBezTo>
                    <a:pt x="1465" y="52"/>
                    <a:pt x="1" y="1853"/>
                    <a:pt x="367" y="2058"/>
                  </a:cubicBezTo>
                  <a:cubicBezTo>
                    <a:pt x="367" y="2058"/>
                    <a:pt x="1827" y="2647"/>
                    <a:pt x="2133" y="2647"/>
                  </a:cubicBezTo>
                  <a:cubicBezTo>
                    <a:pt x="2147" y="2647"/>
                    <a:pt x="2158" y="2646"/>
                    <a:pt x="2167" y="2644"/>
                  </a:cubicBezTo>
                  <a:cubicBezTo>
                    <a:pt x="2372" y="2600"/>
                    <a:pt x="1728" y="2087"/>
                    <a:pt x="1728" y="2087"/>
                  </a:cubicBezTo>
                  <a:lnTo>
                    <a:pt x="1728" y="2087"/>
                  </a:lnTo>
                  <a:cubicBezTo>
                    <a:pt x="1728" y="2087"/>
                    <a:pt x="2365" y="2486"/>
                    <a:pt x="2603" y="2486"/>
                  </a:cubicBezTo>
                  <a:cubicBezTo>
                    <a:pt x="2615" y="2486"/>
                    <a:pt x="2626" y="2485"/>
                    <a:pt x="2636" y="2482"/>
                  </a:cubicBezTo>
                  <a:cubicBezTo>
                    <a:pt x="2826" y="2424"/>
                    <a:pt x="1963" y="1634"/>
                    <a:pt x="1962" y="1633"/>
                  </a:cubicBezTo>
                  <a:lnTo>
                    <a:pt x="1962" y="1633"/>
                  </a:lnTo>
                  <a:cubicBezTo>
                    <a:pt x="1963" y="1634"/>
                    <a:pt x="2686" y="2217"/>
                    <a:pt x="2956" y="2217"/>
                  </a:cubicBezTo>
                  <a:cubicBezTo>
                    <a:pt x="2988" y="2217"/>
                    <a:pt x="3014" y="2209"/>
                    <a:pt x="3031" y="2190"/>
                  </a:cubicBezTo>
                  <a:cubicBezTo>
                    <a:pt x="3192" y="1999"/>
                    <a:pt x="2270" y="1121"/>
                    <a:pt x="2270" y="1121"/>
                  </a:cubicBezTo>
                  <a:lnTo>
                    <a:pt x="2270" y="1121"/>
                  </a:lnTo>
                  <a:cubicBezTo>
                    <a:pt x="2270" y="1121"/>
                    <a:pt x="3107" y="1793"/>
                    <a:pt x="3427" y="1793"/>
                  </a:cubicBezTo>
                  <a:cubicBezTo>
                    <a:pt x="3463" y="1793"/>
                    <a:pt x="3493" y="1785"/>
                    <a:pt x="3514" y="1765"/>
                  </a:cubicBezTo>
                  <a:cubicBezTo>
                    <a:pt x="3734" y="1589"/>
                    <a:pt x="2343" y="506"/>
                    <a:pt x="2343" y="506"/>
                  </a:cubicBezTo>
                  <a:cubicBezTo>
                    <a:pt x="2870" y="506"/>
                    <a:pt x="3163" y="169"/>
                    <a:pt x="3104" y="52"/>
                  </a:cubicBezTo>
                  <a:cubicBezTo>
                    <a:pt x="3094" y="13"/>
                    <a:pt x="2909" y="0"/>
                    <a:pt x="266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9">
              <a:extLst>
                <a:ext uri="{FF2B5EF4-FFF2-40B4-BE49-F238E27FC236}">
                  <a16:creationId xmlns:a16="http://schemas.microsoft.com/office/drawing/2014/main" id="{C1B7238B-898B-19FE-0674-20A89CFA5A6B}"/>
                </a:ext>
              </a:extLst>
            </p:cNvPr>
            <p:cNvSpPr/>
            <p:nvPr/>
          </p:nvSpPr>
          <p:spPr>
            <a:xfrm flipH="1">
              <a:off x="6529887" y="1292002"/>
              <a:ext cx="607103" cy="1115225"/>
            </a:xfrm>
            <a:custGeom>
              <a:avLst/>
              <a:gdLst/>
              <a:ahLst/>
              <a:cxnLst/>
              <a:rect l="l" t="t" r="r" b="b"/>
              <a:pathLst>
                <a:path w="8360" h="15357" extrusionOk="0">
                  <a:moveTo>
                    <a:pt x="0" y="0"/>
                  </a:moveTo>
                  <a:lnTo>
                    <a:pt x="88" y="7159"/>
                  </a:lnTo>
                  <a:cubicBezTo>
                    <a:pt x="88" y="7159"/>
                    <a:pt x="103" y="9560"/>
                    <a:pt x="395" y="10189"/>
                  </a:cubicBezTo>
                  <a:cubicBezTo>
                    <a:pt x="688" y="10833"/>
                    <a:pt x="6588" y="15357"/>
                    <a:pt x="6588" y="15357"/>
                  </a:cubicBezTo>
                  <a:lnTo>
                    <a:pt x="8359" y="13102"/>
                  </a:lnTo>
                  <a:cubicBezTo>
                    <a:pt x="8359" y="13102"/>
                    <a:pt x="3470" y="8901"/>
                    <a:pt x="2870" y="8432"/>
                  </a:cubicBezTo>
                  <a:cubicBezTo>
                    <a:pt x="2269" y="7979"/>
                    <a:pt x="0" y="1"/>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9">
              <a:extLst>
                <a:ext uri="{FF2B5EF4-FFF2-40B4-BE49-F238E27FC236}">
                  <a16:creationId xmlns:a16="http://schemas.microsoft.com/office/drawing/2014/main" id="{6DA5B637-0A75-9525-1330-73D191E1C974}"/>
                </a:ext>
              </a:extLst>
            </p:cNvPr>
            <p:cNvSpPr/>
            <p:nvPr/>
          </p:nvSpPr>
          <p:spPr>
            <a:xfrm flipH="1">
              <a:off x="6932856" y="1888353"/>
              <a:ext cx="84021" cy="121348"/>
            </a:xfrm>
            <a:custGeom>
              <a:avLst/>
              <a:gdLst/>
              <a:ahLst/>
              <a:cxnLst/>
              <a:rect l="l" t="t" r="r" b="b"/>
              <a:pathLst>
                <a:path w="1157" h="1671" extrusionOk="0">
                  <a:moveTo>
                    <a:pt x="1141" y="0"/>
                  </a:moveTo>
                  <a:cubicBezTo>
                    <a:pt x="1115" y="0"/>
                    <a:pt x="814" y="346"/>
                    <a:pt x="498" y="777"/>
                  </a:cubicBezTo>
                  <a:cubicBezTo>
                    <a:pt x="191" y="1245"/>
                    <a:pt x="0" y="1655"/>
                    <a:pt x="30" y="1670"/>
                  </a:cubicBezTo>
                  <a:cubicBezTo>
                    <a:pt x="30" y="1670"/>
                    <a:pt x="30" y="1670"/>
                    <a:pt x="31" y="1670"/>
                  </a:cubicBezTo>
                  <a:cubicBezTo>
                    <a:pt x="53" y="1670"/>
                    <a:pt x="285" y="1295"/>
                    <a:pt x="601" y="850"/>
                  </a:cubicBezTo>
                  <a:cubicBezTo>
                    <a:pt x="908" y="396"/>
                    <a:pt x="1157" y="30"/>
                    <a:pt x="1142" y="1"/>
                  </a:cubicBezTo>
                  <a:cubicBezTo>
                    <a:pt x="1142" y="1"/>
                    <a:pt x="1142" y="0"/>
                    <a:pt x="114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9">
              <a:extLst>
                <a:ext uri="{FF2B5EF4-FFF2-40B4-BE49-F238E27FC236}">
                  <a16:creationId xmlns:a16="http://schemas.microsoft.com/office/drawing/2014/main" id="{4983C1A7-104F-DFCE-544D-67ACD13D1B35}"/>
                </a:ext>
              </a:extLst>
            </p:cNvPr>
            <p:cNvSpPr/>
            <p:nvPr/>
          </p:nvSpPr>
          <p:spPr>
            <a:xfrm flipH="1">
              <a:off x="6939174" y="1898955"/>
              <a:ext cx="30936" cy="101087"/>
            </a:xfrm>
            <a:custGeom>
              <a:avLst/>
              <a:gdLst/>
              <a:ahLst/>
              <a:cxnLst/>
              <a:rect l="l" t="t" r="r" b="b"/>
              <a:pathLst>
                <a:path w="426" h="1392" extrusionOk="0">
                  <a:moveTo>
                    <a:pt x="394" y="1"/>
                  </a:moveTo>
                  <a:cubicBezTo>
                    <a:pt x="360" y="1"/>
                    <a:pt x="218" y="289"/>
                    <a:pt x="118" y="689"/>
                  </a:cubicBezTo>
                  <a:cubicBezTo>
                    <a:pt x="30" y="1070"/>
                    <a:pt x="1" y="1392"/>
                    <a:pt x="30" y="1392"/>
                  </a:cubicBezTo>
                  <a:cubicBezTo>
                    <a:pt x="59" y="1392"/>
                    <a:pt x="132" y="1085"/>
                    <a:pt x="220" y="704"/>
                  </a:cubicBezTo>
                  <a:cubicBezTo>
                    <a:pt x="337" y="323"/>
                    <a:pt x="425" y="30"/>
                    <a:pt x="396" y="1"/>
                  </a:cubicBezTo>
                  <a:cubicBezTo>
                    <a:pt x="395" y="1"/>
                    <a:pt x="394" y="1"/>
                    <a:pt x="394"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9">
              <a:extLst>
                <a:ext uri="{FF2B5EF4-FFF2-40B4-BE49-F238E27FC236}">
                  <a16:creationId xmlns:a16="http://schemas.microsoft.com/office/drawing/2014/main" id="{F8229E78-1C39-374F-DBF3-C686576F4AD2}"/>
                </a:ext>
              </a:extLst>
            </p:cNvPr>
            <p:cNvSpPr/>
            <p:nvPr/>
          </p:nvSpPr>
          <p:spPr>
            <a:xfrm flipH="1">
              <a:off x="6971122" y="1275517"/>
              <a:ext cx="830337" cy="1161412"/>
            </a:xfrm>
            <a:custGeom>
              <a:avLst/>
              <a:gdLst/>
              <a:ahLst/>
              <a:cxnLst/>
              <a:rect l="l" t="t" r="r" b="b"/>
              <a:pathLst>
                <a:path w="11434" h="15993" extrusionOk="0">
                  <a:moveTo>
                    <a:pt x="6543" y="1"/>
                  </a:moveTo>
                  <a:cubicBezTo>
                    <a:pt x="4970" y="1"/>
                    <a:pt x="3042" y="152"/>
                    <a:pt x="2006" y="725"/>
                  </a:cubicBezTo>
                  <a:cubicBezTo>
                    <a:pt x="2006" y="725"/>
                    <a:pt x="308" y="1471"/>
                    <a:pt x="1" y="2482"/>
                  </a:cubicBezTo>
                  <a:lnTo>
                    <a:pt x="3324" y="9684"/>
                  </a:lnTo>
                  <a:cubicBezTo>
                    <a:pt x="2255" y="11368"/>
                    <a:pt x="1464" y="13271"/>
                    <a:pt x="820" y="15320"/>
                  </a:cubicBezTo>
                  <a:cubicBezTo>
                    <a:pt x="820" y="15320"/>
                    <a:pt x="4415" y="15993"/>
                    <a:pt x="7553" y="15993"/>
                  </a:cubicBezTo>
                  <a:cubicBezTo>
                    <a:pt x="9136" y="15993"/>
                    <a:pt x="10604" y="15821"/>
                    <a:pt x="11434" y="15306"/>
                  </a:cubicBezTo>
                  <a:lnTo>
                    <a:pt x="9487" y="9245"/>
                  </a:lnTo>
                  <a:cubicBezTo>
                    <a:pt x="10395" y="3316"/>
                    <a:pt x="10614" y="4721"/>
                    <a:pt x="9165" y="212"/>
                  </a:cubicBezTo>
                  <a:cubicBezTo>
                    <a:pt x="9150" y="139"/>
                    <a:pt x="9018" y="154"/>
                    <a:pt x="8945" y="139"/>
                  </a:cubicBezTo>
                  <a:cubicBezTo>
                    <a:pt x="8672" y="83"/>
                    <a:pt x="7704" y="1"/>
                    <a:pt x="65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9">
              <a:extLst>
                <a:ext uri="{FF2B5EF4-FFF2-40B4-BE49-F238E27FC236}">
                  <a16:creationId xmlns:a16="http://schemas.microsoft.com/office/drawing/2014/main" id="{0A50704C-7A3C-3FC8-FCBD-93D3D00930C6}"/>
                </a:ext>
              </a:extLst>
            </p:cNvPr>
            <p:cNvSpPr/>
            <p:nvPr/>
          </p:nvSpPr>
          <p:spPr>
            <a:xfrm flipH="1">
              <a:off x="7274094" y="1274283"/>
              <a:ext cx="270074" cy="536589"/>
            </a:xfrm>
            <a:custGeom>
              <a:avLst/>
              <a:gdLst/>
              <a:ahLst/>
              <a:cxnLst/>
              <a:rect l="l" t="t" r="r" b="b"/>
              <a:pathLst>
                <a:path w="3719" h="7389" extrusionOk="0">
                  <a:moveTo>
                    <a:pt x="2527" y="0"/>
                  </a:moveTo>
                  <a:cubicBezTo>
                    <a:pt x="1638" y="0"/>
                    <a:pt x="494" y="43"/>
                    <a:pt x="0" y="244"/>
                  </a:cubicBezTo>
                  <a:lnTo>
                    <a:pt x="3719" y="7388"/>
                  </a:lnTo>
                  <a:lnTo>
                    <a:pt x="3719" y="24"/>
                  </a:lnTo>
                  <a:cubicBezTo>
                    <a:pt x="3719" y="24"/>
                    <a:pt x="3194" y="0"/>
                    <a:pt x="2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9">
              <a:extLst>
                <a:ext uri="{FF2B5EF4-FFF2-40B4-BE49-F238E27FC236}">
                  <a16:creationId xmlns:a16="http://schemas.microsoft.com/office/drawing/2014/main" id="{14BE5DFE-1073-EA22-3306-00F3C2BCD7F3}"/>
                </a:ext>
              </a:extLst>
            </p:cNvPr>
            <p:cNvSpPr/>
            <p:nvPr/>
          </p:nvSpPr>
          <p:spPr>
            <a:xfrm flipH="1">
              <a:off x="7021083" y="2264739"/>
              <a:ext cx="1029171" cy="2175187"/>
            </a:xfrm>
            <a:custGeom>
              <a:avLst/>
              <a:gdLst/>
              <a:ahLst/>
              <a:cxnLst/>
              <a:rect l="l" t="t" r="r" b="b"/>
              <a:pathLst>
                <a:path w="14172" h="29953" extrusionOk="0">
                  <a:moveTo>
                    <a:pt x="14172" y="0"/>
                  </a:moveTo>
                  <a:lnTo>
                    <a:pt x="9604" y="864"/>
                  </a:lnTo>
                  <a:cubicBezTo>
                    <a:pt x="7043" y="12590"/>
                    <a:pt x="1" y="27581"/>
                    <a:pt x="1" y="27581"/>
                  </a:cubicBezTo>
                  <a:lnTo>
                    <a:pt x="3895" y="29953"/>
                  </a:lnTo>
                  <a:cubicBezTo>
                    <a:pt x="12971" y="12019"/>
                    <a:pt x="14172" y="0"/>
                    <a:pt x="14172"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9">
              <a:extLst>
                <a:ext uri="{FF2B5EF4-FFF2-40B4-BE49-F238E27FC236}">
                  <a16:creationId xmlns:a16="http://schemas.microsoft.com/office/drawing/2014/main" id="{1CB526B3-680B-D4A9-6154-14BFB56CA9BB}"/>
                </a:ext>
              </a:extLst>
            </p:cNvPr>
            <p:cNvSpPr/>
            <p:nvPr/>
          </p:nvSpPr>
          <p:spPr>
            <a:xfrm flipH="1">
              <a:off x="6626613" y="2238160"/>
              <a:ext cx="1094020" cy="2254924"/>
            </a:xfrm>
            <a:custGeom>
              <a:avLst/>
              <a:gdLst/>
              <a:ahLst/>
              <a:cxnLst/>
              <a:rect l="l" t="t" r="r" b="b"/>
              <a:pathLst>
                <a:path w="15065" h="31051" extrusionOk="0">
                  <a:moveTo>
                    <a:pt x="6076" y="0"/>
                  </a:moveTo>
                  <a:lnTo>
                    <a:pt x="0" y="2050"/>
                  </a:lnTo>
                  <a:cubicBezTo>
                    <a:pt x="0" y="2050"/>
                    <a:pt x="3367" y="17699"/>
                    <a:pt x="11551" y="31051"/>
                  </a:cubicBezTo>
                  <a:lnTo>
                    <a:pt x="15064" y="29147"/>
                  </a:lnTo>
                  <a:cubicBezTo>
                    <a:pt x="15064" y="29147"/>
                    <a:pt x="5783" y="9706"/>
                    <a:pt x="607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9">
              <a:extLst>
                <a:ext uri="{FF2B5EF4-FFF2-40B4-BE49-F238E27FC236}">
                  <a16:creationId xmlns:a16="http://schemas.microsoft.com/office/drawing/2014/main" id="{AAA14861-2DAA-A7CF-56E5-F1BFCD6EB153}"/>
                </a:ext>
              </a:extLst>
            </p:cNvPr>
            <p:cNvSpPr/>
            <p:nvPr/>
          </p:nvSpPr>
          <p:spPr>
            <a:xfrm flipH="1">
              <a:off x="7114621" y="817652"/>
              <a:ext cx="431653" cy="546030"/>
            </a:xfrm>
            <a:custGeom>
              <a:avLst/>
              <a:gdLst/>
              <a:ahLst/>
              <a:cxnLst/>
              <a:rect l="l" t="t" r="r" b="b"/>
              <a:pathLst>
                <a:path w="5944" h="7519" extrusionOk="0">
                  <a:moveTo>
                    <a:pt x="3086" y="1"/>
                  </a:moveTo>
                  <a:cubicBezTo>
                    <a:pt x="1665" y="1"/>
                    <a:pt x="1596" y="676"/>
                    <a:pt x="1596" y="676"/>
                  </a:cubicBezTo>
                  <a:lnTo>
                    <a:pt x="1596" y="1862"/>
                  </a:lnTo>
                  <a:cubicBezTo>
                    <a:pt x="1596" y="1862"/>
                    <a:pt x="1204" y="1594"/>
                    <a:pt x="827" y="1594"/>
                  </a:cubicBezTo>
                  <a:cubicBezTo>
                    <a:pt x="544" y="1594"/>
                    <a:pt x="270" y="1745"/>
                    <a:pt x="176" y="2272"/>
                  </a:cubicBezTo>
                  <a:cubicBezTo>
                    <a:pt x="0" y="3238"/>
                    <a:pt x="937" y="3428"/>
                    <a:pt x="937" y="3428"/>
                  </a:cubicBezTo>
                  <a:lnTo>
                    <a:pt x="717" y="6225"/>
                  </a:lnTo>
                  <a:cubicBezTo>
                    <a:pt x="673" y="6591"/>
                    <a:pt x="805" y="6957"/>
                    <a:pt x="1054" y="7205"/>
                  </a:cubicBezTo>
                  <a:cubicBezTo>
                    <a:pt x="1296" y="7436"/>
                    <a:pt x="1567" y="7519"/>
                    <a:pt x="1835" y="7519"/>
                  </a:cubicBezTo>
                  <a:cubicBezTo>
                    <a:pt x="2248" y="7519"/>
                    <a:pt x="2653" y="7321"/>
                    <a:pt x="2928" y="7162"/>
                  </a:cubicBezTo>
                  <a:cubicBezTo>
                    <a:pt x="3148" y="7015"/>
                    <a:pt x="3279" y="6796"/>
                    <a:pt x="3279" y="6532"/>
                  </a:cubicBezTo>
                  <a:lnTo>
                    <a:pt x="3279" y="5785"/>
                  </a:lnTo>
                  <a:lnTo>
                    <a:pt x="4275" y="5785"/>
                  </a:lnTo>
                  <a:cubicBezTo>
                    <a:pt x="5944" y="5712"/>
                    <a:pt x="5651" y="457"/>
                    <a:pt x="5651" y="457"/>
                  </a:cubicBezTo>
                  <a:cubicBezTo>
                    <a:pt x="5651" y="32"/>
                    <a:pt x="4772" y="32"/>
                    <a:pt x="4772" y="32"/>
                  </a:cubicBezTo>
                  <a:lnTo>
                    <a:pt x="3221" y="3"/>
                  </a:lnTo>
                  <a:cubicBezTo>
                    <a:pt x="3175" y="2"/>
                    <a:pt x="3130" y="1"/>
                    <a:pt x="3086"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9">
              <a:extLst>
                <a:ext uri="{FF2B5EF4-FFF2-40B4-BE49-F238E27FC236}">
                  <a16:creationId xmlns:a16="http://schemas.microsoft.com/office/drawing/2014/main" id="{77928776-441B-A8AF-3ABD-0312632FA279}"/>
                </a:ext>
              </a:extLst>
            </p:cNvPr>
            <p:cNvSpPr/>
            <p:nvPr/>
          </p:nvSpPr>
          <p:spPr>
            <a:xfrm flipH="1">
              <a:off x="7203945" y="995352"/>
              <a:ext cx="23456" cy="111690"/>
            </a:xfrm>
            <a:custGeom>
              <a:avLst/>
              <a:gdLst/>
              <a:ahLst/>
              <a:cxnLst/>
              <a:rect l="l" t="t" r="r" b="b"/>
              <a:pathLst>
                <a:path w="323" h="1538" extrusionOk="0">
                  <a:moveTo>
                    <a:pt x="250" y="1"/>
                  </a:moveTo>
                  <a:cubicBezTo>
                    <a:pt x="235" y="1"/>
                    <a:pt x="220" y="381"/>
                    <a:pt x="177" y="820"/>
                  </a:cubicBezTo>
                  <a:cubicBezTo>
                    <a:pt x="177" y="1055"/>
                    <a:pt x="220" y="1289"/>
                    <a:pt x="162" y="1391"/>
                  </a:cubicBezTo>
                  <a:cubicBezTo>
                    <a:pt x="147" y="1450"/>
                    <a:pt x="89" y="1465"/>
                    <a:pt x="59" y="1479"/>
                  </a:cubicBezTo>
                  <a:cubicBezTo>
                    <a:pt x="16" y="1508"/>
                    <a:pt x="1" y="1508"/>
                    <a:pt x="1" y="1508"/>
                  </a:cubicBezTo>
                  <a:cubicBezTo>
                    <a:pt x="1" y="1523"/>
                    <a:pt x="16" y="1538"/>
                    <a:pt x="74" y="1538"/>
                  </a:cubicBezTo>
                  <a:cubicBezTo>
                    <a:pt x="133" y="1538"/>
                    <a:pt x="206" y="1523"/>
                    <a:pt x="250" y="1450"/>
                  </a:cubicBezTo>
                  <a:cubicBezTo>
                    <a:pt x="308" y="1377"/>
                    <a:pt x="323" y="1289"/>
                    <a:pt x="323" y="1172"/>
                  </a:cubicBezTo>
                  <a:lnTo>
                    <a:pt x="323" y="850"/>
                  </a:lnTo>
                  <a:cubicBezTo>
                    <a:pt x="308" y="396"/>
                    <a:pt x="294" y="1"/>
                    <a:pt x="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9">
              <a:extLst>
                <a:ext uri="{FF2B5EF4-FFF2-40B4-BE49-F238E27FC236}">
                  <a16:creationId xmlns:a16="http://schemas.microsoft.com/office/drawing/2014/main" id="{11D72FEC-E9B1-0DCF-7E7E-599FAD9FA581}"/>
                </a:ext>
              </a:extLst>
            </p:cNvPr>
            <p:cNvSpPr/>
            <p:nvPr/>
          </p:nvSpPr>
          <p:spPr>
            <a:xfrm flipH="1">
              <a:off x="7285788" y="999636"/>
              <a:ext cx="6463" cy="27668"/>
            </a:xfrm>
            <a:custGeom>
              <a:avLst/>
              <a:gdLst/>
              <a:ahLst/>
              <a:cxnLst/>
              <a:rect l="l" t="t" r="r" b="b"/>
              <a:pathLst>
                <a:path w="89" h="381" extrusionOk="0">
                  <a:moveTo>
                    <a:pt x="30" y="0"/>
                  </a:moveTo>
                  <a:cubicBezTo>
                    <a:pt x="16" y="0"/>
                    <a:pt x="1" y="88"/>
                    <a:pt x="1" y="205"/>
                  </a:cubicBezTo>
                  <a:cubicBezTo>
                    <a:pt x="1" y="293"/>
                    <a:pt x="16" y="381"/>
                    <a:pt x="45" y="381"/>
                  </a:cubicBezTo>
                  <a:cubicBezTo>
                    <a:pt x="59" y="366"/>
                    <a:pt x="89" y="293"/>
                    <a:pt x="89" y="191"/>
                  </a:cubicBezTo>
                  <a:cubicBezTo>
                    <a:pt x="89" y="88"/>
                    <a:pt x="59" y="0"/>
                    <a:pt x="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9">
              <a:extLst>
                <a:ext uri="{FF2B5EF4-FFF2-40B4-BE49-F238E27FC236}">
                  <a16:creationId xmlns:a16="http://schemas.microsoft.com/office/drawing/2014/main" id="{33A8FDBD-3E06-7031-AC43-43A682D72929}"/>
                </a:ext>
              </a:extLst>
            </p:cNvPr>
            <p:cNvSpPr/>
            <p:nvPr/>
          </p:nvSpPr>
          <p:spPr>
            <a:xfrm flipH="1">
              <a:off x="7162480" y="996441"/>
              <a:ext cx="8569" cy="28758"/>
            </a:xfrm>
            <a:custGeom>
              <a:avLst/>
              <a:gdLst/>
              <a:ahLst/>
              <a:cxnLst/>
              <a:rect l="l" t="t" r="r" b="b"/>
              <a:pathLst>
                <a:path w="118" h="396" extrusionOk="0">
                  <a:moveTo>
                    <a:pt x="59" y="0"/>
                  </a:moveTo>
                  <a:cubicBezTo>
                    <a:pt x="30" y="0"/>
                    <a:pt x="1" y="103"/>
                    <a:pt x="30" y="205"/>
                  </a:cubicBezTo>
                  <a:cubicBezTo>
                    <a:pt x="30" y="308"/>
                    <a:pt x="45" y="396"/>
                    <a:pt x="89" y="396"/>
                  </a:cubicBezTo>
                  <a:cubicBezTo>
                    <a:pt x="103" y="366"/>
                    <a:pt x="118" y="308"/>
                    <a:pt x="118" y="191"/>
                  </a:cubicBezTo>
                  <a:cubicBezTo>
                    <a:pt x="118" y="103"/>
                    <a:pt x="103"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9">
              <a:extLst>
                <a:ext uri="{FF2B5EF4-FFF2-40B4-BE49-F238E27FC236}">
                  <a16:creationId xmlns:a16="http://schemas.microsoft.com/office/drawing/2014/main" id="{8AE38EDB-DEE1-E2E2-2435-4263B268D1C5}"/>
                </a:ext>
              </a:extLst>
            </p:cNvPr>
            <p:cNvSpPr/>
            <p:nvPr/>
          </p:nvSpPr>
          <p:spPr>
            <a:xfrm flipH="1">
              <a:off x="7302780" y="1196290"/>
              <a:ext cx="69207" cy="120186"/>
            </a:xfrm>
            <a:custGeom>
              <a:avLst/>
              <a:gdLst/>
              <a:ahLst/>
              <a:cxnLst/>
              <a:rect l="l" t="t" r="r" b="b"/>
              <a:pathLst>
                <a:path w="953" h="1655" extrusionOk="0">
                  <a:moveTo>
                    <a:pt x="16" y="0"/>
                  </a:moveTo>
                  <a:cubicBezTo>
                    <a:pt x="1" y="293"/>
                    <a:pt x="1" y="586"/>
                    <a:pt x="89" y="864"/>
                  </a:cubicBezTo>
                  <a:cubicBezTo>
                    <a:pt x="162" y="1142"/>
                    <a:pt x="338" y="1391"/>
                    <a:pt x="601" y="1538"/>
                  </a:cubicBezTo>
                  <a:cubicBezTo>
                    <a:pt x="689" y="1596"/>
                    <a:pt x="835" y="1655"/>
                    <a:pt x="835" y="1655"/>
                  </a:cubicBezTo>
                  <a:cubicBezTo>
                    <a:pt x="835" y="1625"/>
                    <a:pt x="894" y="1450"/>
                    <a:pt x="894" y="1435"/>
                  </a:cubicBezTo>
                  <a:cubicBezTo>
                    <a:pt x="952" y="1113"/>
                    <a:pt x="923" y="894"/>
                    <a:pt x="909" y="586"/>
                  </a:cubicBezTo>
                  <a:lnTo>
                    <a:pt x="879" y="571"/>
                  </a:lnTo>
                  <a:cubicBezTo>
                    <a:pt x="528" y="484"/>
                    <a:pt x="235" y="279"/>
                    <a:pt x="16"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9">
              <a:extLst>
                <a:ext uri="{FF2B5EF4-FFF2-40B4-BE49-F238E27FC236}">
                  <a16:creationId xmlns:a16="http://schemas.microsoft.com/office/drawing/2014/main" id="{88E73D77-FB88-1D62-3388-31E6E9D065C1}"/>
                </a:ext>
              </a:extLst>
            </p:cNvPr>
            <p:cNvSpPr/>
            <p:nvPr/>
          </p:nvSpPr>
          <p:spPr>
            <a:xfrm flipH="1">
              <a:off x="7439958" y="967321"/>
              <a:ext cx="56353" cy="75961"/>
            </a:xfrm>
            <a:custGeom>
              <a:avLst/>
              <a:gdLst/>
              <a:ahLst/>
              <a:cxnLst/>
              <a:rect l="l" t="t" r="r" b="b"/>
              <a:pathLst>
                <a:path w="776" h="1046" extrusionOk="0">
                  <a:moveTo>
                    <a:pt x="87" y="1"/>
                  </a:moveTo>
                  <a:cubicBezTo>
                    <a:pt x="78" y="1"/>
                    <a:pt x="73" y="3"/>
                    <a:pt x="73" y="6"/>
                  </a:cubicBezTo>
                  <a:cubicBezTo>
                    <a:pt x="73" y="21"/>
                    <a:pt x="146" y="35"/>
                    <a:pt x="264" y="108"/>
                  </a:cubicBezTo>
                  <a:cubicBezTo>
                    <a:pt x="334" y="149"/>
                    <a:pt x="419" y="224"/>
                    <a:pt x="494" y="325"/>
                  </a:cubicBezTo>
                  <a:lnTo>
                    <a:pt x="494" y="325"/>
                  </a:lnTo>
                  <a:cubicBezTo>
                    <a:pt x="468" y="312"/>
                    <a:pt x="440" y="303"/>
                    <a:pt x="410" y="299"/>
                  </a:cubicBezTo>
                  <a:cubicBezTo>
                    <a:pt x="386" y="294"/>
                    <a:pt x="358" y="291"/>
                    <a:pt x="329" y="291"/>
                  </a:cubicBezTo>
                  <a:cubicBezTo>
                    <a:pt x="272" y="291"/>
                    <a:pt x="210" y="304"/>
                    <a:pt x="161" y="343"/>
                  </a:cubicBezTo>
                  <a:cubicBezTo>
                    <a:pt x="88" y="387"/>
                    <a:pt x="59" y="445"/>
                    <a:pt x="44" y="518"/>
                  </a:cubicBezTo>
                  <a:cubicBezTo>
                    <a:pt x="0" y="665"/>
                    <a:pt x="44" y="797"/>
                    <a:pt x="88" y="870"/>
                  </a:cubicBezTo>
                  <a:cubicBezTo>
                    <a:pt x="205" y="1016"/>
                    <a:pt x="337" y="1045"/>
                    <a:pt x="337" y="1045"/>
                  </a:cubicBezTo>
                  <a:cubicBezTo>
                    <a:pt x="351" y="1031"/>
                    <a:pt x="249" y="972"/>
                    <a:pt x="146" y="811"/>
                  </a:cubicBezTo>
                  <a:cubicBezTo>
                    <a:pt x="117" y="738"/>
                    <a:pt x="103" y="621"/>
                    <a:pt x="132" y="533"/>
                  </a:cubicBezTo>
                  <a:cubicBezTo>
                    <a:pt x="170" y="457"/>
                    <a:pt x="252" y="381"/>
                    <a:pt x="349" y="381"/>
                  </a:cubicBezTo>
                  <a:cubicBezTo>
                    <a:pt x="364" y="381"/>
                    <a:pt x="380" y="383"/>
                    <a:pt x="395" y="387"/>
                  </a:cubicBezTo>
                  <a:cubicBezTo>
                    <a:pt x="454" y="401"/>
                    <a:pt x="542" y="445"/>
                    <a:pt x="615" y="504"/>
                  </a:cubicBezTo>
                  <a:lnTo>
                    <a:pt x="776" y="606"/>
                  </a:lnTo>
                  <a:lnTo>
                    <a:pt x="673" y="445"/>
                  </a:lnTo>
                  <a:cubicBezTo>
                    <a:pt x="586" y="240"/>
                    <a:pt x="425" y="108"/>
                    <a:pt x="293" y="65"/>
                  </a:cubicBezTo>
                  <a:cubicBezTo>
                    <a:pt x="192" y="20"/>
                    <a:pt x="117" y="1"/>
                    <a:pt x="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9">
              <a:extLst>
                <a:ext uri="{FF2B5EF4-FFF2-40B4-BE49-F238E27FC236}">
                  <a16:creationId xmlns:a16="http://schemas.microsoft.com/office/drawing/2014/main" id="{8E60067A-7689-92DA-DCDC-83999D74A1EB}"/>
                </a:ext>
              </a:extLst>
            </p:cNvPr>
            <p:cNvSpPr/>
            <p:nvPr/>
          </p:nvSpPr>
          <p:spPr>
            <a:xfrm flipH="1">
              <a:off x="7215637" y="1101666"/>
              <a:ext cx="65939" cy="53521"/>
            </a:xfrm>
            <a:custGeom>
              <a:avLst/>
              <a:gdLst/>
              <a:ahLst/>
              <a:cxnLst/>
              <a:rect l="l" t="t" r="r" b="b"/>
              <a:pathLst>
                <a:path w="908" h="737" extrusionOk="0">
                  <a:moveTo>
                    <a:pt x="30" y="1"/>
                  </a:moveTo>
                  <a:cubicBezTo>
                    <a:pt x="15" y="1"/>
                    <a:pt x="0" y="74"/>
                    <a:pt x="15" y="206"/>
                  </a:cubicBezTo>
                  <a:cubicBezTo>
                    <a:pt x="30" y="337"/>
                    <a:pt x="117" y="498"/>
                    <a:pt x="264" y="601"/>
                  </a:cubicBezTo>
                  <a:cubicBezTo>
                    <a:pt x="400" y="700"/>
                    <a:pt x="546" y="736"/>
                    <a:pt x="668" y="736"/>
                  </a:cubicBezTo>
                  <a:cubicBezTo>
                    <a:pt x="690" y="736"/>
                    <a:pt x="712" y="735"/>
                    <a:pt x="732" y="733"/>
                  </a:cubicBezTo>
                  <a:cubicBezTo>
                    <a:pt x="849" y="718"/>
                    <a:pt x="908" y="689"/>
                    <a:pt x="908" y="659"/>
                  </a:cubicBezTo>
                  <a:cubicBezTo>
                    <a:pt x="901" y="652"/>
                    <a:pt x="879" y="652"/>
                    <a:pt x="844" y="652"/>
                  </a:cubicBezTo>
                  <a:cubicBezTo>
                    <a:pt x="809" y="652"/>
                    <a:pt x="762" y="652"/>
                    <a:pt x="703" y="645"/>
                  </a:cubicBezTo>
                  <a:cubicBezTo>
                    <a:pt x="600" y="645"/>
                    <a:pt x="454" y="601"/>
                    <a:pt x="322" y="513"/>
                  </a:cubicBezTo>
                  <a:cubicBezTo>
                    <a:pt x="191" y="425"/>
                    <a:pt x="117" y="293"/>
                    <a:pt x="88" y="191"/>
                  </a:cubicBezTo>
                  <a:cubicBezTo>
                    <a:pt x="44" y="74"/>
                    <a:pt x="44" y="1"/>
                    <a:pt x="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9">
              <a:extLst>
                <a:ext uri="{FF2B5EF4-FFF2-40B4-BE49-F238E27FC236}">
                  <a16:creationId xmlns:a16="http://schemas.microsoft.com/office/drawing/2014/main" id="{A26F45B3-F01D-43C9-5262-BC0574E61436}"/>
                </a:ext>
              </a:extLst>
            </p:cNvPr>
            <p:cNvSpPr/>
            <p:nvPr/>
          </p:nvSpPr>
          <p:spPr>
            <a:xfrm flipH="1">
              <a:off x="7263421" y="1095930"/>
              <a:ext cx="35148" cy="22076"/>
            </a:xfrm>
            <a:custGeom>
              <a:avLst/>
              <a:gdLst/>
              <a:ahLst/>
              <a:cxnLst/>
              <a:rect l="l" t="t" r="r" b="b"/>
              <a:pathLst>
                <a:path w="484" h="304" extrusionOk="0">
                  <a:moveTo>
                    <a:pt x="347" y="1"/>
                  </a:moveTo>
                  <a:cubicBezTo>
                    <a:pt x="294" y="1"/>
                    <a:pt x="231" y="17"/>
                    <a:pt x="176" y="50"/>
                  </a:cubicBezTo>
                  <a:cubicBezTo>
                    <a:pt x="103" y="80"/>
                    <a:pt x="44" y="153"/>
                    <a:pt x="29" y="211"/>
                  </a:cubicBezTo>
                  <a:cubicBezTo>
                    <a:pt x="0" y="270"/>
                    <a:pt x="0" y="299"/>
                    <a:pt x="29" y="299"/>
                  </a:cubicBezTo>
                  <a:cubicBezTo>
                    <a:pt x="32" y="302"/>
                    <a:pt x="36" y="304"/>
                    <a:pt x="39" y="304"/>
                  </a:cubicBezTo>
                  <a:cubicBezTo>
                    <a:pt x="69" y="304"/>
                    <a:pt x="117" y="203"/>
                    <a:pt x="234" y="138"/>
                  </a:cubicBezTo>
                  <a:cubicBezTo>
                    <a:pt x="351" y="65"/>
                    <a:pt x="483" y="80"/>
                    <a:pt x="483" y="50"/>
                  </a:cubicBezTo>
                  <a:cubicBezTo>
                    <a:pt x="483" y="36"/>
                    <a:pt x="454" y="6"/>
                    <a:pt x="395" y="6"/>
                  </a:cubicBezTo>
                  <a:cubicBezTo>
                    <a:pt x="381" y="3"/>
                    <a:pt x="364"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9">
              <a:extLst>
                <a:ext uri="{FF2B5EF4-FFF2-40B4-BE49-F238E27FC236}">
                  <a16:creationId xmlns:a16="http://schemas.microsoft.com/office/drawing/2014/main" id="{6CD3C2D0-249A-BF75-0458-E965F6FF502B}"/>
                </a:ext>
              </a:extLst>
            </p:cNvPr>
            <p:cNvSpPr/>
            <p:nvPr/>
          </p:nvSpPr>
          <p:spPr>
            <a:xfrm flipH="1">
              <a:off x="6977440" y="2071208"/>
              <a:ext cx="764471" cy="1453925"/>
            </a:xfrm>
            <a:custGeom>
              <a:avLst/>
              <a:gdLst/>
              <a:ahLst/>
              <a:cxnLst/>
              <a:rect l="l" t="t" r="r" b="b"/>
              <a:pathLst>
                <a:path w="10527" h="20021" extrusionOk="0">
                  <a:moveTo>
                    <a:pt x="9209" y="1"/>
                  </a:moveTo>
                  <a:lnTo>
                    <a:pt x="0" y="4188"/>
                  </a:lnTo>
                  <a:cubicBezTo>
                    <a:pt x="0" y="4188"/>
                    <a:pt x="937" y="7584"/>
                    <a:pt x="2328" y="11830"/>
                  </a:cubicBezTo>
                  <a:cubicBezTo>
                    <a:pt x="2474" y="14260"/>
                    <a:pt x="1479" y="16500"/>
                    <a:pt x="293" y="18695"/>
                  </a:cubicBezTo>
                  <a:lnTo>
                    <a:pt x="1816" y="19281"/>
                  </a:lnTo>
                  <a:cubicBezTo>
                    <a:pt x="3093" y="19772"/>
                    <a:pt x="4444" y="20021"/>
                    <a:pt x="5797" y="20021"/>
                  </a:cubicBezTo>
                  <a:cubicBezTo>
                    <a:pt x="7189" y="20021"/>
                    <a:pt x="8583" y="19757"/>
                    <a:pt x="9897" y="19223"/>
                  </a:cubicBezTo>
                  <a:cubicBezTo>
                    <a:pt x="10292" y="19076"/>
                    <a:pt x="10526" y="18959"/>
                    <a:pt x="10497" y="18900"/>
                  </a:cubicBezTo>
                  <a:cubicBezTo>
                    <a:pt x="10438" y="18695"/>
                    <a:pt x="10482" y="10248"/>
                    <a:pt x="10307" y="3953"/>
                  </a:cubicBezTo>
                  <a:cubicBezTo>
                    <a:pt x="10263" y="2826"/>
                    <a:pt x="9267" y="894"/>
                    <a:pt x="92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9">
              <a:extLst>
                <a:ext uri="{FF2B5EF4-FFF2-40B4-BE49-F238E27FC236}">
                  <a16:creationId xmlns:a16="http://schemas.microsoft.com/office/drawing/2014/main" id="{AEECAE9B-FC68-1AB2-28BF-04BEE81CE573}"/>
                </a:ext>
              </a:extLst>
            </p:cNvPr>
            <p:cNvSpPr/>
            <p:nvPr/>
          </p:nvSpPr>
          <p:spPr>
            <a:xfrm flipH="1">
              <a:off x="6961536" y="2352971"/>
              <a:ext cx="780375" cy="84094"/>
            </a:xfrm>
            <a:custGeom>
              <a:avLst/>
              <a:gdLst/>
              <a:ahLst/>
              <a:cxnLst/>
              <a:rect l="l" t="t" r="r" b="b"/>
              <a:pathLst>
                <a:path w="10746" h="1158" extrusionOk="0">
                  <a:moveTo>
                    <a:pt x="7262" y="0"/>
                  </a:moveTo>
                  <a:lnTo>
                    <a:pt x="7247" y="15"/>
                  </a:lnTo>
                  <a:cubicBezTo>
                    <a:pt x="6808" y="439"/>
                    <a:pt x="6193" y="703"/>
                    <a:pt x="5505" y="879"/>
                  </a:cubicBezTo>
                  <a:cubicBezTo>
                    <a:pt x="4918" y="1005"/>
                    <a:pt x="4332" y="1068"/>
                    <a:pt x="3788" y="1068"/>
                  </a:cubicBezTo>
                  <a:cubicBezTo>
                    <a:pt x="3639" y="1068"/>
                    <a:pt x="3494" y="1064"/>
                    <a:pt x="3353" y="1054"/>
                  </a:cubicBezTo>
                  <a:cubicBezTo>
                    <a:pt x="2679" y="1025"/>
                    <a:pt x="2094" y="908"/>
                    <a:pt x="1596" y="805"/>
                  </a:cubicBezTo>
                  <a:cubicBezTo>
                    <a:pt x="1098" y="674"/>
                    <a:pt x="703" y="557"/>
                    <a:pt x="425" y="483"/>
                  </a:cubicBezTo>
                  <a:cubicBezTo>
                    <a:pt x="293" y="454"/>
                    <a:pt x="205" y="410"/>
                    <a:pt x="117" y="396"/>
                  </a:cubicBezTo>
                  <a:cubicBezTo>
                    <a:pt x="44" y="381"/>
                    <a:pt x="0" y="381"/>
                    <a:pt x="0" y="381"/>
                  </a:cubicBezTo>
                  <a:lnTo>
                    <a:pt x="0" y="381"/>
                  </a:lnTo>
                  <a:cubicBezTo>
                    <a:pt x="0" y="381"/>
                    <a:pt x="44" y="396"/>
                    <a:pt x="117" y="410"/>
                  </a:cubicBezTo>
                  <a:cubicBezTo>
                    <a:pt x="205" y="454"/>
                    <a:pt x="293" y="483"/>
                    <a:pt x="425" y="527"/>
                  </a:cubicBezTo>
                  <a:cubicBezTo>
                    <a:pt x="703" y="615"/>
                    <a:pt x="1084" y="732"/>
                    <a:pt x="1581" y="849"/>
                  </a:cubicBezTo>
                  <a:cubicBezTo>
                    <a:pt x="2065" y="981"/>
                    <a:pt x="2679" y="1113"/>
                    <a:pt x="3353" y="1142"/>
                  </a:cubicBezTo>
                  <a:cubicBezTo>
                    <a:pt x="3508" y="1153"/>
                    <a:pt x="3669" y="1158"/>
                    <a:pt x="3833" y="1158"/>
                  </a:cubicBezTo>
                  <a:cubicBezTo>
                    <a:pt x="4366" y="1158"/>
                    <a:pt x="4941" y="1101"/>
                    <a:pt x="5534" y="966"/>
                  </a:cubicBezTo>
                  <a:cubicBezTo>
                    <a:pt x="6193" y="809"/>
                    <a:pt x="6824" y="539"/>
                    <a:pt x="7276" y="116"/>
                  </a:cubicBezTo>
                  <a:lnTo>
                    <a:pt x="7276" y="116"/>
                  </a:lnTo>
                  <a:cubicBezTo>
                    <a:pt x="8174" y="521"/>
                    <a:pt x="9020" y="735"/>
                    <a:pt x="9660" y="735"/>
                  </a:cubicBezTo>
                  <a:cubicBezTo>
                    <a:pt x="9701" y="735"/>
                    <a:pt x="9741" y="734"/>
                    <a:pt x="9780" y="732"/>
                  </a:cubicBezTo>
                  <a:cubicBezTo>
                    <a:pt x="10102" y="688"/>
                    <a:pt x="10336" y="586"/>
                    <a:pt x="10512" y="513"/>
                  </a:cubicBezTo>
                  <a:cubicBezTo>
                    <a:pt x="10599" y="469"/>
                    <a:pt x="10658" y="439"/>
                    <a:pt x="10687" y="410"/>
                  </a:cubicBezTo>
                  <a:cubicBezTo>
                    <a:pt x="10731" y="396"/>
                    <a:pt x="10746" y="381"/>
                    <a:pt x="10746" y="381"/>
                  </a:cubicBezTo>
                  <a:lnTo>
                    <a:pt x="10746" y="381"/>
                  </a:lnTo>
                  <a:cubicBezTo>
                    <a:pt x="10746" y="381"/>
                    <a:pt x="10658" y="410"/>
                    <a:pt x="10512" y="469"/>
                  </a:cubicBezTo>
                  <a:cubicBezTo>
                    <a:pt x="10336" y="542"/>
                    <a:pt x="10102" y="630"/>
                    <a:pt x="9794" y="659"/>
                  </a:cubicBezTo>
                  <a:cubicBezTo>
                    <a:pt x="9758" y="661"/>
                    <a:pt x="9721" y="662"/>
                    <a:pt x="9684" y="662"/>
                  </a:cubicBezTo>
                  <a:cubicBezTo>
                    <a:pt x="9052" y="662"/>
                    <a:pt x="8218" y="430"/>
                    <a:pt x="7305" y="15"/>
                  </a:cubicBezTo>
                  <a:lnTo>
                    <a:pt x="7262"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9">
              <a:extLst>
                <a:ext uri="{FF2B5EF4-FFF2-40B4-BE49-F238E27FC236}">
                  <a16:creationId xmlns:a16="http://schemas.microsoft.com/office/drawing/2014/main" id="{CFA8DC85-9A09-5EEC-4A0F-BAE2043D749E}"/>
                </a:ext>
              </a:extLst>
            </p:cNvPr>
            <p:cNvSpPr/>
            <p:nvPr/>
          </p:nvSpPr>
          <p:spPr>
            <a:xfrm flipH="1">
              <a:off x="7214547" y="1794819"/>
              <a:ext cx="59621" cy="563531"/>
            </a:xfrm>
            <a:custGeom>
              <a:avLst/>
              <a:gdLst/>
              <a:ahLst/>
              <a:cxnLst/>
              <a:rect l="l" t="t" r="r" b="b"/>
              <a:pathLst>
                <a:path w="821" h="7760" extrusionOk="0">
                  <a:moveTo>
                    <a:pt x="15" y="1"/>
                  </a:moveTo>
                  <a:cubicBezTo>
                    <a:pt x="1" y="1"/>
                    <a:pt x="15" y="103"/>
                    <a:pt x="45" y="308"/>
                  </a:cubicBezTo>
                  <a:cubicBezTo>
                    <a:pt x="59" y="513"/>
                    <a:pt x="89" y="806"/>
                    <a:pt x="132" y="1128"/>
                  </a:cubicBezTo>
                  <a:cubicBezTo>
                    <a:pt x="220" y="1845"/>
                    <a:pt x="337" y="2811"/>
                    <a:pt x="440" y="3880"/>
                  </a:cubicBezTo>
                  <a:cubicBezTo>
                    <a:pt x="572" y="4949"/>
                    <a:pt x="660" y="5930"/>
                    <a:pt x="718" y="6618"/>
                  </a:cubicBezTo>
                  <a:cubicBezTo>
                    <a:pt x="733" y="6954"/>
                    <a:pt x="777" y="7218"/>
                    <a:pt x="791" y="7437"/>
                  </a:cubicBezTo>
                  <a:cubicBezTo>
                    <a:pt x="806" y="7642"/>
                    <a:pt x="821" y="7759"/>
                    <a:pt x="821" y="7759"/>
                  </a:cubicBezTo>
                  <a:lnTo>
                    <a:pt x="821" y="7437"/>
                  </a:lnTo>
                  <a:cubicBezTo>
                    <a:pt x="821" y="7247"/>
                    <a:pt x="806" y="6954"/>
                    <a:pt x="791" y="6603"/>
                  </a:cubicBezTo>
                  <a:cubicBezTo>
                    <a:pt x="733" y="5900"/>
                    <a:pt x="660" y="4934"/>
                    <a:pt x="557" y="3851"/>
                  </a:cubicBezTo>
                  <a:cubicBezTo>
                    <a:pt x="425" y="2782"/>
                    <a:pt x="308" y="1801"/>
                    <a:pt x="206" y="1113"/>
                  </a:cubicBezTo>
                  <a:cubicBezTo>
                    <a:pt x="147" y="762"/>
                    <a:pt x="118" y="484"/>
                    <a:pt x="74" y="293"/>
                  </a:cubicBezTo>
                  <a:cubicBezTo>
                    <a:pt x="59" y="103"/>
                    <a:pt x="15" y="1"/>
                    <a:pt x="1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9">
              <a:extLst>
                <a:ext uri="{FF2B5EF4-FFF2-40B4-BE49-F238E27FC236}">
                  <a16:creationId xmlns:a16="http://schemas.microsoft.com/office/drawing/2014/main" id="{82F97EA0-46A1-E9A5-8970-2F27C29A940C}"/>
                </a:ext>
              </a:extLst>
            </p:cNvPr>
            <p:cNvSpPr/>
            <p:nvPr/>
          </p:nvSpPr>
          <p:spPr>
            <a:xfrm flipH="1">
              <a:off x="7453755" y="2090380"/>
              <a:ext cx="164847" cy="179589"/>
            </a:xfrm>
            <a:custGeom>
              <a:avLst/>
              <a:gdLst/>
              <a:ahLst/>
              <a:cxnLst/>
              <a:rect l="l" t="t" r="r" b="b"/>
              <a:pathLst>
                <a:path w="2270" h="2473" extrusionOk="0">
                  <a:moveTo>
                    <a:pt x="132" y="0"/>
                  </a:moveTo>
                  <a:cubicBezTo>
                    <a:pt x="132" y="0"/>
                    <a:pt x="249" y="30"/>
                    <a:pt x="440" y="44"/>
                  </a:cubicBezTo>
                  <a:cubicBezTo>
                    <a:pt x="659" y="59"/>
                    <a:pt x="937" y="74"/>
                    <a:pt x="1289" y="117"/>
                  </a:cubicBezTo>
                  <a:cubicBezTo>
                    <a:pt x="1464" y="132"/>
                    <a:pt x="1669" y="147"/>
                    <a:pt x="1874" y="176"/>
                  </a:cubicBezTo>
                  <a:cubicBezTo>
                    <a:pt x="1962" y="191"/>
                    <a:pt x="2079" y="191"/>
                    <a:pt x="2123" y="264"/>
                  </a:cubicBezTo>
                  <a:cubicBezTo>
                    <a:pt x="2182" y="337"/>
                    <a:pt x="2182" y="469"/>
                    <a:pt x="2182" y="571"/>
                  </a:cubicBezTo>
                  <a:cubicBezTo>
                    <a:pt x="2182" y="806"/>
                    <a:pt x="2182" y="1069"/>
                    <a:pt x="2123" y="1303"/>
                  </a:cubicBezTo>
                  <a:cubicBezTo>
                    <a:pt x="2094" y="1567"/>
                    <a:pt x="1977" y="1801"/>
                    <a:pt x="1801" y="1977"/>
                  </a:cubicBezTo>
                  <a:cubicBezTo>
                    <a:pt x="1611" y="2167"/>
                    <a:pt x="1377" y="2299"/>
                    <a:pt x="1142" y="2343"/>
                  </a:cubicBezTo>
                  <a:cubicBezTo>
                    <a:pt x="1025" y="2372"/>
                    <a:pt x="901" y="2390"/>
                    <a:pt x="780" y="2390"/>
                  </a:cubicBezTo>
                  <a:cubicBezTo>
                    <a:pt x="659" y="2390"/>
                    <a:pt x="542" y="2372"/>
                    <a:pt x="440" y="2328"/>
                  </a:cubicBezTo>
                  <a:cubicBezTo>
                    <a:pt x="264" y="2240"/>
                    <a:pt x="176" y="2021"/>
                    <a:pt x="132" y="1816"/>
                  </a:cubicBezTo>
                  <a:cubicBezTo>
                    <a:pt x="103" y="1611"/>
                    <a:pt x="118" y="1435"/>
                    <a:pt x="118" y="1245"/>
                  </a:cubicBezTo>
                  <a:cubicBezTo>
                    <a:pt x="132" y="908"/>
                    <a:pt x="191" y="630"/>
                    <a:pt x="220" y="425"/>
                  </a:cubicBezTo>
                  <a:cubicBezTo>
                    <a:pt x="279" y="220"/>
                    <a:pt x="293" y="117"/>
                    <a:pt x="293" y="117"/>
                  </a:cubicBezTo>
                  <a:lnTo>
                    <a:pt x="293" y="117"/>
                  </a:lnTo>
                  <a:lnTo>
                    <a:pt x="264" y="147"/>
                  </a:lnTo>
                  <a:cubicBezTo>
                    <a:pt x="249" y="205"/>
                    <a:pt x="205" y="278"/>
                    <a:pt x="191" y="366"/>
                  </a:cubicBezTo>
                  <a:cubicBezTo>
                    <a:pt x="132" y="571"/>
                    <a:pt x="74" y="849"/>
                    <a:pt x="44" y="1215"/>
                  </a:cubicBezTo>
                  <a:cubicBezTo>
                    <a:pt x="30" y="1376"/>
                    <a:pt x="1" y="1581"/>
                    <a:pt x="44" y="1801"/>
                  </a:cubicBezTo>
                  <a:cubicBezTo>
                    <a:pt x="44" y="1903"/>
                    <a:pt x="74" y="2021"/>
                    <a:pt x="132" y="2123"/>
                  </a:cubicBezTo>
                  <a:cubicBezTo>
                    <a:pt x="191" y="2240"/>
                    <a:pt x="279" y="2328"/>
                    <a:pt x="396" y="2387"/>
                  </a:cubicBezTo>
                  <a:cubicBezTo>
                    <a:pt x="501" y="2450"/>
                    <a:pt x="617" y="2473"/>
                    <a:pt x="738" y="2473"/>
                  </a:cubicBezTo>
                  <a:cubicBezTo>
                    <a:pt x="869" y="2473"/>
                    <a:pt x="1006" y="2446"/>
                    <a:pt x="1142" y="2416"/>
                  </a:cubicBezTo>
                  <a:cubicBezTo>
                    <a:pt x="1391" y="2372"/>
                    <a:pt x="1655" y="2240"/>
                    <a:pt x="1860" y="2035"/>
                  </a:cubicBezTo>
                  <a:cubicBezTo>
                    <a:pt x="2050" y="1830"/>
                    <a:pt x="2167" y="1567"/>
                    <a:pt x="2226" y="1303"/>
                  </a:cubicBezTo>
                  <a:cubicBezTo>
                    <a:pt x="2270" y="1054"/>
                    <a:pt x="2270" y="791"/>
                    <a:pt x="2270" y="557"/>
                  </a:cubicBezTo>
                  <a:cubicBezTo>
                    <a:pt x="2270" y="425"/>
                    <a:pt x="2270" y="293"/>
                    <a:pt x="2196" y="191"/>
                  </a:cubicBezTo>
                  <a:cubicBezTo>
                    <a:pt x="2167" y="132"/>
                    <a:pt x="2094" y="117"/>
                    <a:pt x="2035" y="103"/>
                  </a:cubicBezTo>
                  <a:cubicBezTo>
                    <a:pt x="1977" y="74"/>
                    <a:pt x="1933" y="74"/>
                    <a:pt x="1874" y="74"/>
                  </a:cubicBezTo>
                  <a:cubicBezTo>
                    <a:pt x="1655" y="59"/>
                    <a:pt x="1464" y="59"/>
                    <a:pt x="1289" y="44"/>
                  </a:cubicBezTo>
                  <a:cubicBezTo>
                    <a:pt x="937" y="30"/>
                    <a:pt x="659" y="30"/>
                    <a:pt x="44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9">
              <a:extLst>
                <a:ext uri="{FF2B5EF4-FFF2-40B4-BE49-F238E27FC236}">
                  <a16:creationId xmlns:a16="http://schemas.microsoft.com/office/drawing/2014/main" id="{10F236D6-2EEC-3989-07C3-4B7CF67F9D5C}"/>
                </a:ext>
              </a:extLst>
            </p:cNvPr>
            <p:cNvSpPr/>
            <p:nvPr/>
          </p:nvSpPr>
          <p:spPr>
            <a:xfrm flipH="1">
              <a:off x="7190074" y="1276026"/>
              <a:ext cx="84094" cy="430637"/>
            </a:xfrm>
            <a:custGeom>
              <a:avLst/>
              <a:gdLst/>
              <a:ahLst/>
              <a:cxnLst/>
              <a:rect l="l" t="t" r="r" b="b"/>
              <a:pathLst>
                <a:path w="1158" h="5930" extrusionOk="0">
                  <a:moveTo>
                    <a:pt x="1" y="0"/>
                  </a:moveTo>
                  <a:lnTo>
                    <a:pt x="1" y="5929"/>
                  </a:lnTo>
                  <a:cubicBezTo>
                    <a:pt x="1" y="5929"/>
                    <a:pt x="1157" y="2460"/>
                    <a:pt x="923" y="1830"/>
                  </a:cubicBezTo>
                  <a:cubicBezTo>
                    <a:pt x="674" y="1216"/>
                    <a:pt x="1" y="0"/>
                    <a:pt x="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9">
              <a:extLst>
                <a:ext uri="{FF2B5EF4-FFF2-40B4-BE49-F238E27FC236}">
                  <a16:creationId xmlns:a16="http://schemas.microsoft.com/office/drawing/2014/main" id="{78581384-B7F6-FAB3-E805-7893338F26B9}"/>
                </a:ext>
              </a:extLst>
            </p:cNvPr>
            <p:cNvSpPr/>
            <p:nvPr/>
          </p:nvSpPr>
          <p:spPr>
            <a:xfrm flipH="1">
              <a:off x="7384622" y="2990788"/>
              <a:ext cx="171238" cy="436010"/>
            </a:xfrm>
            <a:custGeom>
              <a:avLst/>
              <a:gdLst/>
              <a:ahLst/>
              <a:cxnLst/>
              <a:rect l="l" t="t" r="r" b="b"/>
              <a:pathLst>
                <a:path w="2358" h="6004" extrusionOk="0">
                  <a:moveTo>
                    <a:pt x="31" y="1"/>
                  </a:moveTo>
                  <a:cubicBezTo>
                    <a:pt x="30" y="1"/>
                    <a:pt x="30" y="1"/>
                    <a:pt x="30" y="1"/>
                  </a:cubicBezTo>
                  <a:cubicBezTo>
                    <a:pt x="0" y="16"/>
                    <a:pt x="498" y="1362"/>
                    <a:pt x="1128" y="3017"/>
                  </a:cubicBezTo>
                  <a:cubicBezTo>
                    <a:pt x="1768" y="4677"/>
                    <a:pt x="2322" y="6003"/>
                    <a:pt x="2342" y="6003"/>
                  </a:cubicBezTo>
                  <a:cubicBezTo>
                    <a:pt x="2342" y="6003"/>
                    <a:pt x="2343" y="6003"/>
                    <a:pt x="2343" y="6003"/>
                  </a:cubicBezTo>
                  <a:cubicBezTo>
                    <a:pt x="2357" y="6003"/>
                    <a:pt x="1874" y="4642"/>
                    <a:pt x="1245" y="2973"/>
                  </a:cubicBezTo>
                  <a:cubicBezTo>
                    <a:pt x="607" y="1336"/>
                    <a:pt x="70" y="1"/>
                    <a:pt x="3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9">
              <a:extLst>
                <a:ext uri="{FF2B5EF4-FFF2-40B4-BE49-F238E27FC236}">
                  <a16:creationId xmlns:a16="http://schemas.microsoft.com/office/drawing/2014/main" id="{A7A5276B-6E0E-2699-00BC-2C704E6DCFC1}"/>
                </a:ext>
              </a:extLst>
            </p:cNvPr>
            <p:cNvSpPr/>
            <p:nvPr/>
          </p:nvSpPr>
          <p:spPr>
            <a:xfrm flipH="1">
              <a:off x="7478229" y="3059921"/>
              <a:ext cx="53230" cy="303043"/>
            </a:xfrm>
            <a:custGeom>
              <a:avLst/>
              <a:gdLst/>
              <a:ahLst/>
              <a:cxnLst/>
              <a:rect l="l" t="t" r="r" b="b"/>
              <a:pathLst>
                <a:path w="733" h="4173" extrusionOk="0">
                  <a:moveTo>
                    <a:pt x="1" y="1"/>
                  </a:moveTo>
                  <a:cubicBezTo>
                    <a:pt x="1" y="1"/>
                    <a:pt x="45" y="235"/>
                    <a:pt x="118" y="601"/>
                  </a:cubicBezTo>
                  <a:cubicBezTo>
                    <a:pt x="206" y="967"/>
                    <a:pt x="323" y="1494"/>
                    <a:pt x="411" y="2065"/>
                  </a:cubicBezTo>
                  <a:cubicBezTo>
                    <a:pt x="513" y="2650"/>
                    <a:pt x="572" y="3163"/>
                    <a:pt x="630" y="3543"/>
                  </a:cubicBezTo>
                  <a:cubicBezTo>
                    <a:pt x="689" y="3924"/>
                    <a:pt x="704" y="4173"/>
                    <a:pt x="733" y="4173"/>
                  </a:cubicBezTo>
                  <a:cubicBezTo>
                    <a:pt x="733" y="4173"/>
                    <a:pt x="733" y="3924"/>
                    <a:pt x="689" y="3529"/>
                  </a:cubicBezTo>
                  <a:cubicBezTo>
                    <a:pt x="674" y="3148"/>
                    <a:pt x="601" y="2636"/>
                    <a:pt x="513" y="2050"/>
                  </a:cubicBezTo>
                  <a:cubicBezTo>
                    <a:pt x="396" y="1479"/>
                    <a:pt x="294" y="952"/>
                    <a:pt x="177" y="586"/>
                  </a:cubicBezTo>
                  <a:cubicBezTo>
                    <a:pt x="89" y="220"/>
                    <a:pt x="16" y="1"/>
                    <a:pt x="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9">
              <a:extLst>
                <a:ext uri="{FF2B5EF4-FFF2-40B4-BE49-F238E27FC236}">
                  <a16:creationId xmlns:a16="http://schemas.microsoft.com/office/drawing/2014/main" id="{6CB29E04-58DF-B2A8-8D99-0053A2BF6AC3}"/>
                </a:ext>
              </a:extLst>
            </p:cNvPr>
            <p:cNvSpPr/>
            <p:nvPr/>
          </p:nvSpPr>
          <p:spPr>
            <a:xfrm flipH="1">
              <a:off x="6496620" y="4346308"/>
              <a:ext cx="389171" cy="146765"/>
            </a:xfrm>
            <a:custGeom>
              <a:avLst/>
              <a:gdLst/>
              <a:ahLst/>
              <a:cxnLst/>
              <a:rect l="l" t="t" r="r" b="b"/>
              <a:pathLst>
                <a:path w="5359" h="2021" extrusionOk="0">
                  <a:moveTo>
                    <a:pt x="4791" y="1"/>
                  </a:moveTo>
                  <a:cubicBezTo>
                    <a:pt x="4271" y="1"/>
                    <a:pt x="3529" y="118"/>
                    <a:pt x="3529" y="118"/>
                  </a:cubicBezTo>
                  <a:lnTo>
                    <a:pt x="1" y="2021"/>
                  </a:lnTo>
                  <a:cubicBezTo>
                    <a:pt x="1" y="2021"/>
                    <a:pt x="5359" y="352"/>
                    <a:pt x="5286" y="118"/>
                  </a:cubicBezTo>
                  <a:cubicBezTo>
                    <a:pt x="5256" y="30"/>
                    <a:pt x="5051" y="1"/>
                    <a:pt x="47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9">
              <a:extLst>
                <a:ext uri="{FF2B5EF4-FFF2-40B4-BE49-F238E27FC236}">
                  <a16:creationId xmlns:a16="http://schemas.microsoft.com/office/drawing/2014/main" id="{19B8A359-3EFF-B8CA-15BD-FF4DF932A877}"/>
                </a:ext>
              </a:extLst>
            </p:cNvPr>
            <p:cNvSpPr/>
            <p:nvPr/>
          </p:nvSpPr>
          <p:spPr>
            <a:xfrm flipH="1">
              <a:off x="7712062" y="4255963"/>
              <a:ext cx="338191" cy="269711"/>
            </a:xfrm>
            <a:custGeom>
              <a:avLst/>
              <a:gdLst/>
              <a:ahLst/>
              <a:cxnLst/>
              <a:rect l="l" t="t" r="r" b="b"/>
              <a:pathLst>
                <a:path w="4657" h="3714" extrusionOk="0">
                  <a:moveTo>
                    <a:pt x="1" y="0"/>
                  </a:moveTo>
                  <a:lnTo>
                    <a:pt x="1" y="146"/>
                  </a:lnTo>
                  <a:cubicBezTo>
                    <a:pt x="1" y="146"/>
                    <a:pt x="4035" y="3713"/>
                    <a:pt x="4498" y="3713"/>
                  </a:cubicBezTo>
                  <a:cubicBezTo>
                    <a:pt x="4520" y="3713"/>
                    <a:pt x="4534" y="3706"/>
                    <a:pt x="4539" y="3689"/>
                  </a:cubicBezTo>
                  <a:cubicBezTo>
                    <a:pt x="4656" y="3323"/>
                    <a:pt x="3895" y="2518"/>
                    <a:pt x="3895" y="2518"/>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9">
              <a:extLst>
                <a:ext uri="{FF2B5EF4-FFF2-40B4-BE49-F238E27FC236}">
                  <a16:creationId xmlns:a16="http://schemas.microsoft.com/office/drawing/2014/main" id="{36C0226F-0370-9630-3735-E334FCB63642}"/>
                </a:ext>
              </a:extLst>
            </p:cNvPr>
            <p:cNvSpPr/>
            <p:nvPr/>
          </p:nvSpPr>
          <p:spPr>
            <a:xfrm flipH="1">
              <a:off x="7103946" y="780398"/>
              <a:ext cx="351989" cy="187069"/>
            </a:xfrm>
            <a:custGeom>
              <a:avLst/>
              <a:gdLst/>
              <a:ahLst/>
              <a:cxnLst/>
              <a:rect l="l" t="t" r="r" b="b"/>
              <a:pathLst>
                <a:path w="4847" h="2576" extrusionOk="0">
                  <a:moveTo>
                    <a:pt x="2637" y="1"/>
                  </a:moveTo>
                  <a:cubicBezTo>
                    <a:pt x="2578" y="1"/>
                    <a:pt x="2519" y="2"/>
                    <a:pt x="2460" y="3"/>
                  </a:cubicBezTo>
                  <a:cubicBezTo>
                    <a:pt x="2035" y="3"/>
                    <a:pt x="1567" y="33"/>
                    <a:pt x="1172" y="179"/>
                  </a:cubicBezTo>
                  <a:cubicBezTo>
                    <a:pt x="747" y="326"/>
                    <a:pt x="381" y="618"/>
                    <a:pt x="176" y="1028"/>
                  </a:cubicBezTo>
                  <a:cubicBezTo>
                    <a:pt x="0" y="1423"/>
                    <a:pt x="30" y="1936"/>
                    <a:pt x="322" y="2273"/>
                  </a:cubicBezTo>
                  <a:lnTo>
                    <a:pt x="308" y="2331"/>
                  </a:lnTo>
                  <a:cubicBezTo>
                    <a:pt x="425" y="2419"/>
                    <a:pt x="527" y="2521"/>
                    <a:pt x="659" y="2565"/>
                  </a:cubicBezTo>
                  <a:cubicBezTo>
                    <a:pt x="693" y="2572"/>
                    <a:pt x="727" y="2576"/>
                    <a:pt x="761" y="2576"/>
                  </a:cubicBezTo>
                  <a:cubicBezTo>
                    <a:pt x="875" y="2576"/>
                    <a:pt x="983" y="2535"/>
                    <a:pt x="1040" y="2434"/>
                  </a:cubicBezTo>
                  <a:cubicBezTo>
                    <a:pt x="1098" y="2302"/>
                    <a:pt x="1040" y="2155"/>
                    <a:pt x="981" y="2009"/>
                  </a:cubicBezTo>
                  <a:cubicBezTo>
                    <a:pt x="908" y="1775"/>
                    <a:pt x="908" y="1497"/>
                    <a:pt x="1011" y="1262"/>
                  </a:cubicBezTo>
                  <a:cubicBezTo>
                    <a:pt x="1259" y="1570"/>
                    <a:pt x="1596" y="1833"/>
                    <a:pt x="1991" y="1907"/>
                  </a:cubicBezTo>
                  <a:cubicBezTo>
                    <a:pt x="2056" y="1918"/>
                    <a:pt x="2122" y="1924"/>
                    <a:pt x="2187" y="1924"/>
                  </a:cubicBezTo>
                  <a:cubicBezTo>
                    <a:pt x="2534" y="1924"/>
                    <a:pt x="2871" y="1763"/>
                    <a:pt x="3031" y="1467"/>
                  </a:cubicBezTo>
                  <a:cubicBezTo>
                    <a:pt x="3075" y="1833"/>
                    <a:pt x="3397" y="2082"/>
                    <a:pt x="3748" y="2199"/>
                  </a:cubicBezTo>
                  <a:cubicBezTo>
                    <a:pt x="3866" y="2230"/>
                    <a:pt x="3989" y="2251"/>
                    <a:pt x="4108" y="2251"/>
                  </a:cubicBezTo>
                  <a:cubicBezTo>
                    <a:pt x="4271" y="2251"/>
                    <a:pt x="4427" y="2213"/>
                    <a:pt x="4553" y="2112"/>
                  </a:cubicBezTo>
                  <a:cubicBezTo>
                    <a:pt x="4758" y="1965"/>
                    <a:pt x="4846" y="1687"/>
                    <a:pt x="4831" y="1423"/>
                  </a:cubicBezTo>
                  <a:cubicBezTo>
                    <a:pt x="4802" y="911"/>
                    <a:pt x="4422" y="472"/>
                    <a:pt x="3968" y="252"/>
                  </a:cubicBezTo>
                  <a:cubicBezTo>
                    <a:pt x="3565" y="57"/>
                    <a:pt x="3104" y="1"/>
                    <a:pt x="2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9">
              <a:extLst>
                <a:ext uri="{FF2B5EF4-FFF2-40B4-BE49-F238E27FC236}">
                  <a16:creationId xmlns:a16="http://schemas.microsoft.com/office/drawing/2014/main" id="{2D0F0D21-69ED-4DD2-EB33-4F21D55C8D86}"/>
                </a:ext>
              </a:extLst>
            </p:cNvPr>
            <p:cNvSpPr/>
            <p:nvPr/>
          </p:nvSpPr>
          <p:spPr>
            <a:xfrm flipH="1">
              <a:off x="7469660" y="1043208"/>
              <a:ext cx="46913" cy="55772"/>
            </a:xfrm>
            <a:custGeom>
              <a:avLst/>
              <a:gdLst/>
              <a:ahLst/>
              <a:cxnLst/>
              <a:rect l="l" t="t" r="r" b="b"/>
              <a:pathLst>
                <a:path w="646" h="768" extrusionOk="0">
                  <a:moveTo>
                    <a:pt x="425" y="0"/>
                  </a:moveTo>
                  <a:cubicBezTo>
                    <a:pt x="382" y="0"/>
                    <a:pt x="352" y="30"/>
                    <a:pt x="352" y="30"/>
                  </a:cubicBezTo>
                  <a:cubicBezTo>
                    <a:pt x="352" y="44"/>
                    <a:pt x="469" y="30"/>
                    <a:pt x="543" y="147"/>
                  </a:cubicBezTo>
                  <a:cubicBezTo>
                    <a:pt x="557" y="205"/>
                    <a:pt x="557" y="293"/>
                    <a:pt x="543" y="396"/>
                  </a:cubicBezTo>
                  <a:cubicBezTo>
                    <a:pt x="513" y="484"/>
                    <a:pt x="469" y="586"/>
                    <a:pt x="396" y="645"/>
                  </a:cubicBezTo>
                  <a:cubicBezTo>
                    <a:pt x="363" y="663"/>
                    <a:pt x="332" y="672"/>
                    <a:pt x="302" y="672"/>
                  </a:cubicBezTo>
                  <a:cubicBezTo>
                    <a:pt x="240" y="672"/>
                    <a:pt x="187" y="636"/>
                    <a:pt x="147" y="586"/>
                  </a:cubicBezTo>
                  <a:cubicBezTo>
                    <a:pt x="103" y="513"/>
                    <a:pt x="74" y="425"/>
                    <a:pt x="74" y="352"/>
                  </a:cubicBezTo>
                  <a:cubicBezTo>
                    <a:pt x="74" y="205"/>
                    <a:pt x="118" y="103"/>
                    <a:pt x="103" y="103"/>
                  </a:cubicBezTo>
                  <a:cubicBezTo>
                    <a:pt x="74" y="103"/>
                    <a:pt x="45" y="191"/>
                    <a:pt x="1" y="352"/>
                  </a:cubicBezTo>
                  <a:cubicBezTo>
                    <a:pt x="1" y="425"/>
                    <a:pt x="1" y="557"/>
                    <a:pt x="74" y="645"/>
                  </a:cubicBezTo>
                  <a:cubicBezTo>
                    <a:pt x="118" y="688"/>
                    <a:pt x="162" y="732"/>
                    <a:pt x="221" y="762"/>
                  </a:cubicBezTo>
                  <a:cubicBezTo>
                    <a:pt x="239" y="765"/>
                    <a:pt x="259" y="767"/>
                    <a:pt x="280" y="767"/>
                  </a:cubicBezTo>
                  <a:cubicBezTo>
                    <a:pt x="341" y="767"/>
                    <a:pt x="407" y="751"/>
                    <a:pt x="440" y="718"/>
                  </a:cubicBezTo>
                  <a:cubicBezTo>
                    <a:pt x="557" y="645"/>
                    <a:pt x="616" y="513"/>
                    <a:pt x="630" y="410"/>
                  </a:cubicBezTo>
                  <a:cubicBezTo>
                    <a:pt x="645" y="293"/>
                    <a:pt x="645" y="191"/>
                    <a:pt x="587" y="118"/>
                  </a:cubicBezTo>
                  <a:cubicBezTo>
                    <a:pt x="557" y="44"/>
                    <a:pt x="484" y="0"/>
                    <a:pt x="4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9">
              <a:extLst>
                <a:ext uri="{FF2B5EF4-FFF2-40B4-BE49-F238E27FC236}">
                  <a16:creationId xmlns:a16="http://schemas.microsoft.com/office/drawing/2014/main" id="{58FB3B17-04FD-479C-67D9-BCB910C4FA4E}"/>
                </a:ext>
              </a:extLst>
            </p:cNvPr>
            <p:cNvSpPr/>
            <p:nvPr/>
          </p:nvSpPr>
          <p:spPr>
            <a:xfrm flipH="1">
              <a:off x="7318755" y="1292002"/>
              <a:ext cx="273269" cy="430637"/>
            </a:xfrm>
            <a:custGeom>
              <a:avLst/>
              <a:gdLst/>
              <a:ahLst/>
              <a:cxnLst/>
              <a:rect l="l" t="t" r="r" b="b"/>
              <a:pathLst>
                <a:path w="3763" h="5930" extrusionOk="0">
                  <a:moveTo>
                    <a:pt x="659" y="0"/>
                  </a:moveTo>
                  <a:cubicBezTo>
                    <a:pt x="542" y="15"/>
                    <a:pt x="1" y="2123"/>
                    <a:pt x="557" y="2752"/>
                  </a:cubicBezTo>
                  <a:cubicBezTo>
                    <a:pt x="1157" y="3440"/>
                    <a:pt x="3763" y="5929"/>
                    <a:pt x="3763" y="5929"/>
                  </a:cubicBezTo>
                  <a:lnTo>
                    <a:pt x="659"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9">
              <a:extLst>
                <a:ext uri="{FF2B5EF4-FFF2-40B4-BE49-F238E27FC236}">
                  <a16:creationId xmlns:a16="http://schemas.microsoft.com/office/drawing/2014/main" id="{419DE86B-8E8F-1A6E-8D7A-244134EB2550}"/>
                </a:ext>
              </a:extLst>
            </p:cNvPr>
            <p:cNvSpPr/>
            <p:nvPr/>
          </p:nvSpPr>
          <p:spPr>
            <a:xfrm flipH="1">
              <a:off x="7547289" y="1976585"/>
              <a:ext cx="191426" cy="398756"/>
            </a:xfrm>
            <a:custGeom>
              <a:avLst/>
              <a:gdLst/>
              <a:ahLst/>
              <a:cxnLst/>
              <a:rect l="l" t="t" r="r" b="b"/>
              <a:pathLst>
                <a:path w="2636" h="5491" extrusionOk="0">
                  <a:moveTo>
                    <a:pt x="2635" y="1"/>
                  </a:moveTo>
                  <a:cubicBezTo>
                    <a:pt x="2606" y="1"/>
                    <a:pt x="2562" y="74"/>
                    <a:pt x="2489" y="133"/>
                  </a:cubicBezTo>
                  <a:cubicBezTo>
                    <a:pt x="2372" y="250"/>
                    <a:pt x="2240" y="440"/>
                    <a:pt x="2094" y="674"/>
                  </a:cubicBezTo>
                  <a:cubicBezTo>
                    <a:pt x="1786" y="1157"/>
                    <a:pt x="1406" y="1816"/>
                    <a:pt x="1040" y="2577"/>
                  </a:cubicBezTo>
                  <a:cubicBezTo>
                    <a:pt x="674" y="3353"/>
                    <a:pt x="396" y="4085"/>
                    <a:pt x="235" y="4612"/>
                  </a:cubicBezTo>
                  <a:cubicBezTo>
                    <a:pt x="147" y="4891"/>
                    <a:pt x="88" y="5110"/>
                    <a:pt x="44" y="5256"/>
                  </a:cubicBezTo>
                  <a:cubicBezTo>
                    <a:pt x="15" y="5403"/>
                    <a:pt x="0" y="5491"/>
                    <a:pt x="0" y="5491"/>
                  </a:cubicBezTo>
                  <a:cubicBezTo>
                    <a:pt x="15" y="5491"/>
                    <a:pt x="30" y="5418"/>
                    <a:pt x="88" y="5271"/>
                  </a:cubicBezTo>
                  <a:cubicBezTo>
                    <a:pt x="147" y="5125"/>
                    <a:pt x="220" y="4905"/>
                    <a:pt x="308" y="4642"/>
                  </a:cubicBezTo>
                  <a:cubicBezTo>
                    <a:pt x="483" y="4129"/>
                    <a:pt x="762" y="3427"/>
                    <a:pt x="1128" y="2651"/>
                  </a:cubicBezTo>
                  <a:cubicBezTo>
                    <a:pt x="1479" y="1889"/>
                    <a:pt x="1859" y="1231"/>
                    <a:pt x="2152" y="748"/>
                  </a:cubicBezTo>
                  <a:cubicBezTo>
                    <a:pt x="2299" y="528"/>
                    <a:pt x="2416" y="323"/>
                    <a:pt x="2504" y="206"/>
                  </a:cubicBezTo>
                  <a:cubicBezTo>
                    <a:pt x="2591" y="74"/>
                    <a:pt x="2635" y="1"/>
                    <a:pt x="263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9">
              <a:extLst>
                <a:ext uri="{FF2B5EF4-FFF2-40B4-BE49-F238E27FC236}">
                  <a16:creationId xmlns:a16="http://schemas.microsoft.com/office/drawing/2014/main" id="{7E11FC78-E460-D7F5-3F7B-A7A37A24EA53}"/>
                </a:ext>
              </a:extLst>
            </p:cNvPr>
            <p:cNvSpPr/>
            <p:nvPr/>
          </p:nvSpPr>
          <p:spPr>
            <a:xfrm flipH="1">
              <a:off x="7230522" y="2207805"/>
              <a:ext cx="321126" cy="245746"/>
            </a:xfrm>
            <a:custGeom>
              <a:avLst/>
              <a:gdLst/>
              <a:ahLst/>
              <a:cxnLst/>
              <a:rect l="l" t="t" r="r" b="b"/>
              <a:pathLst>
                <a:path w="4422" h="3384" extrusionOk="0">
                  <a:moveTo>
                    <a:pt x="3225" y="1"/>
                  </a:moveTo>
                  <a:cubicBezTo>
                    <a:pt x="2820" y="1"/>
                    <a:pt x="1348" y="389"/>
                    <a:pt x="1348" y="389"/>
                  </a:cubicBezTo>
                  <a:cubicBezTo>
                    <a:pt x="1348" y="389"/>
                    <a:pt x="1" y="2892"/>
                    <a:pt x="528" y="3097"/>
                  </a:cubicBezTo>
                  <a:cubicBezTo>
                    <a:pt x="528" y="3097"/>
                    <a:pt x="2100" y="3383"/>
                    <a:pt x="2663" y="3383"/>
                  </a:cubicBezTo>
                  <a:cubicBezTo>
                    <a:pt x="2749" y="3383"/>
                    <a:pt x="2812" y="3376"/>
                    <a:pt x="2841" y="3361"/>
                  </a:cubicBezTo>
                  <a:cubicBezTo>
                    <a:pt x="3075" y="3258"/>
                    <a:pt x="2197" y="2805"/>
                    <a:pt x="2197" y="2804"/>
                  </a:cubicBezTo>
                  <a:lnTo>
                    <a:pt x="2197" y="2804"/>
                  </a:lnTo>
                  <a:cubicBezTo>
                    <a:pt x="2197" y="2805"/>
                    <a:pt x="2893" y="3076"/>
                    <a:pt x="3226" y="3076"/>
                  </a:cubicBezTo>
                  <a:cubicBezTo>
                    <a:pt x="3279" y="3076"/>
                    <a:pt x="3323" y="3069"/>
                    <a:pt x="3353" y="3053"/>
                  </a:cubicBezTo>
                  <a:cubicBezTo>
                    <a:pt x="3573" y="2966"/>
                    <a:pt x="2358" y="2204"/>
                    <a:pt x="2358" y="2204"/>
                  </a:cubicBezTo>
                  <a:lnTo>
                    <a:pt x="2358" y="2204"/>
                  </a:lnTo>
                  <a:cubicBezTo>
                    <a:pt x="2358" y="2204"/>
                    <a:pt x="3219" y="2680"/>
                    <a:pt x="3593" y="2680"/>
                  </a:cubicBezTo>
                  <a:cubicBezTo>
                    <a:pt x="3668" y="2680"/>
                    <a:pt x="3724" y="2661"/>
                    <a:pt x="3749" y="2614"/>
                  </a:cubicBezTo>
                  <a:cubicBezTo>
                    <a:pt x="3895" y="2336"/>
                    <a:pt x="2578" y="1516"/>
                    <a:pt x="2577" y="1516"/>
                  </a:cubicBezTo>
                  <a:lnTo>
                    <a:pt x="2577" y="1516"/>
                  </a:lnTo>
                  <a:cubicBezTo>
                    <a:pt x="2578" y="1516"/>
                    <a:pt x="3625" y="2051"/>
                    <a:pt x="4049" y="2051"/>
                  </a:cubicBezTo>
                  <a:cubicBezTo>
                    <a:pt x="4121" y="2051"/>
                    <a:pt x="4175" y="2035"/>
                    <a:pt x="4202" y="1999"/>
                  </a:cubicBezTo>
                  <a:cubicBezTo>
                    <a:pt x="4422" y="1721"/>
                    <a:pt x="2519" y="755"/>
                    <a:pt x="2519" y="755"/>
                  </a:cubicBezTo>
                  <a:cubicBezTo>
                    <a:pt x="3148" y="623"/>
                    <a:pt x="3426" y="140"/>
                    <a:pt x="3324" y="23"/>
                  </a:cubicBezTo>
                  <a:cubicBezTo>
                    <a:pt x="3314" y="8"/>
                    <a:pt x="3279" y="1"/>
                    <a:pt x="3225"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9">
              <a:extLst>
                <a:ext uri="{FF2B5EF4-FFF2-40B4-BE49-F238E27FC236}">
                  <a16:creationId xmlns:a16="http://schemas.microsoft.com/office/drawing/2014/main" id="{5E44BDD8-B791-B7F2-9D28-E958057F5B39}"/>
                </a:ext>
              </a:extLst>
            </p:cNvPr>
            <p:cNvSpPr/>
            <p:nvPr/>
          </p:nvSpPr>
          <p:spPr>
            <a:xfrm flipH="1">
              <a:off x="7428189" y="1383430"/>
              <a:ext cx="835711" cy="1055750"/>
            </a:xfrm>
            <a:custGeom>
              <a:avLst/>
              <a:gdLst/>
              <a:ahLst/>
              <a:cxnLst/>
              <a:rect l="l" t="t" r="r" b="b"/>
              <a:pathLst>
                <a:path w="11508" h="14538" extrusionOk="0">
                  <a:moveTo>
                    <a:pt x="7101" y="0"/>
                  </a:moveTo>
                  <a:cubicBezTo>
                    <a:pt x="7101" y="0"/>
                    <a:pt x="4758" y="2079"/>
                    <a:pt x="2372" y="6193"/>
                  </a:cubicBezTo>
                  <a:cubicBezTo>
                    <a:pt x="0" y="10292"/>
                    <a:pt x="4041" y="12034"/>
                    <a:pt x="5124" y="12444"/>
                  </a:cubicBezTo>
                  <a:cubicBezTo>
                    <a:pt x="6208" y="12883"/>
                    <a:pt x="10541" y="14537"/>
                    <a:pt x="10541" y="14537"/>
                  </a:cubicBezTo>
                  <a:lnTo>
                    <a:pt x="11507" y="11404"/>
                  </a:lnTo>
                  <a:cubicBezTo>
                    <a:pt x="11507" y="11404"/>
                    <a:pt x="8872" y="10379"/>
                    <a:pt x="6164" y="8886"/>
                  </a:cubicBezTo>
                  <a:cubicBezTo>
                    <a:pt x="4934" y="8184"/>
                    <a:pt x="9282" y="3177"/>
                    <a:pt x="9282" y="3177"/>
                  </a:cubicBezTo>
                  <a:lnTo>
                    <a:pt x="71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9">
              <a:extLst>
                <a:ext uri="{FF2B5EF4-FFF2-40B4-BE49-F238E27FC236}">
                  <a16:creationId xmlns:a16="http://schemas.microsoft.com/office/drawing/2014/main" id="{195025CA-4F62-3E28-DE62-2EECD5727545}"/>
                </a:ext>
              </a:extLst>
            </p:cNvPr>
            <p:cNvSpPr/>
            <p:nvPr/>
          </p:nvSpPr>
          <p:spPr>
            <a:xfrm flipH="1">
              <a:off x="7598341" y="1408701"/>
              <a:ext cx="186125" cy="320254"/>
            </a:xfrm>
            <a:custGeom>
              <a:avLst/>
              <a:gdLst/>
              <a:ahLst/>
              <a:cxnLst/>
              <a:rect l="l" t="t" r="r" b="b"/>
              <a:pathLst>
                <a:path w="2563" h="4410" extrusionOk="0">
                  <a:moveTo>
                    <a:pt x="793" y="1"/>
                  </a:moveTo>
                  <a:cubicBezTo>
                    <a:pt x="542" y="1"/>
                    <a:pt x="348" y="42"/>
                    <a:pt x="220" y="106"/>
                  </a:cubicBezTo>
                  <a:cubicBezTo>
                    <a:pt x="147" y="150"/>
                    <a:pt x="89" y="179"/>
                    <a:pt x="59" y="208"/>
                  </a:cubicBezTo>
                  <a:cubicBezTo>
                    <a:pt x="15" y="223"/>
                    <a:pt x="1" y="238"/>
                    <a:pt x="1" y="238"/>
                  </a:cubicBezTo>
                  <a:cubicBezTo>
                    <a:pt x="3" y="240"/>
                    <a:pt x="6" y="240"/>
                    <a:pt x="10" y="240"/>
                  </a:cubicBezTo>
                  <a:cubicBezTo>
                    <a:pt x="36" y="240"/>
                    <a:pt x="108" y="201"/>
                    <a:pt x="235" y="150"/>
                  </a:cubicBezTo>
                  <a:cubicBezTo>
                    <a:pt x="346" y="106"/>
                    <a:pt x="507" y="61"/>
                    <a:pt x="699" y="61"/>
                  </a:cubicBezTo>
                  <a:cubicBezTo>
                    <a:pt x="761" y="61"/>
                    <a:pt x="826" y="66"/>
                    <a:pt x="894" y="77"/>
                  </a:cubicBezTo>
                  <a:cubicBezTo>
                    <a:pt x="1187" y="106"/>
                    <a:pt x="1523" y="223"/>
                    <a:pt x="1787" y="472"/>
                  </a:cubicBezTo>
                  <a:cubicBezTo>
                    <a:pt x="2065" y="721"/>
                    <a:pt x="2270" y="1101"/>
                    <a:pt x="2358" y="1526"/>
                  </a:cubicBezTo>
                  <a:cubicBezTo>
                    <a:pt x="2446" y="1950"/>
                    <a:pt x="2416" y="2360"/>
                    <a:pt x="2299" y="2726"/>
                  </a:cubicBezTo>
                  <a:cubicBezTo>
                    <a:pt x="2197" y="3092"/>
                    <a:pt x="2050" y="3385"/>
                    <a:pt x="1904" y="3649"/>
                  </a:cubicBezTo>
                  <a:cubicBezTo>
                    <a:pt x="1596" y="4146"/>
                    <a:pt x="1348" y="4395"/>
                    <a:pt x="1377" y="4410"/>
                  </a:cubicBezTo>
                  <a:cubicBezTo>
                    <a:pt x="1377" y="4410"/>
                    <a:pt x="1450" y="4366"/>
                    <a:pt x="1553" y="4249"/>
                  </a:cubicBezTo>
                  <a:cubicBezTo>
                    <a:pt x="1655" y="4132"/>
                    <a:pt x="1801" y="3941"/>
                    <a:pt x="1962" y="3693"/>
                  </a:cubicBezTo>
                  <a:cubicBezTo>
                    <a:pt x="2124" y="3458"/>
                    <a:pt x="2285" y="3136"/>
                    <a:pt x="2402" y="2770"/>
                  </a:cubicBezTo>
                  <a:cubicBezTo>
                    <a:pt x="2519" y="2375"/>
                    <a:pt x="2563" y="1936"/>
                    <a:pt x="2475" y="1497"/>
                  </a:cubicBezTo>
                  <a:cubicBezTo>
                    <a:pt x="2372" y="1057"/>
                    <a:pt x="2182" y="662"/>
                    <a:pt x="1860" y="399"/>
                  </a:cubicBezTo>
                  <a:cubicBezTo>
                    <a:pt x="1553" y="150"/>
                    <a:pt x="1201" y="18"/>
                    <a:pt x="908" y="3"/>
                  </a:cubicBezTo>
                  <a:cubicBezTo>
                    <a:pt x="869" y="2"/>
                    <a:pt x="830" y="1"/>
                    <a:pt x="793"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9">
              <a:extLst>
                <a:ext uri="{FF2B5EF4-FFF2-40B4-BE49-F238E27FC236}">
                  <a16:creationId xmlns:a16="http://schemas.microsoft.com/office/drawing/2014/main" id="{8D95AB92-22F4-A83D-B026-ED4CF4227E31}"/>
                </a:ext>
              </a:extLst>
            </p:cNvPr>
            <p:cNvSpPr/>
            <p:nvPr/>
          </p:nvSpPr>
          <p:spPr>
            <a:xfrm flipH="1">
              <a:off x="7823680" y="2003019"/>
              <a:ext cx="72402" cy="23601"/>
            </a:xfrm>
            <a:custGeom>
              <a:avLst/>
              <a:gdLst/>
              <a:ahLst/>
              <a:cxnLst/>
              <a:rect l="l" t="t" r="r" b="b"/>
              <a:pathLst>
                <a:path w="997" h="325" extrusionOk="0">
                  <a:moveTo>
                    <a:pt x="975" y="0"/>
                  </a:moveTo>
                  <a:cubicBezTo>
                    <a:pt x="906" y="0"/>
                    <a:pt x="700" y="42"/>
                    <a:pt x="484" y="105"/>
                  </a:cubicBezTo>
                  <a:cubicBezTo>
                    <a:pt x="295" y="159"/>
                    <a:pt x="156" y="226"/>
                    <a:pt x="67" y="270"/>
                  </a:cubicBezTo>
                  <a:lnTo>
                    <a:pt x="67" y="270"/>
                  </a:lnTo>
                  <a:cubicBezTo>
                    <a:pt x="54" y="233"/>
                    <a:pt x="40" y="222"/>
                    <a:pt x="15" y="222"/>
                  </a:cubicBezTo>
                  <a:cubicBezTo>
                    <a:pt x="1" y="222"/>
                    <a:pt x="1" y="252"/>
                    <a:pt x="15" y="310"/>
                  </a:cubicBezTo>
                  <a:lnTo>
                    <a:pt x="15" y="325"/>
                  </a:lnTo>
                  <a:lnTo>
                    <a:pt x="59" y="325"/>
                  </a:lnTo>
                  <a:cubicBezTo>
                    <a:pt x="147" y="325"/>
                    <a:pt x="308" y="281"/>
                    <a:pt x="498" y="222"/>
                  </a:cubicBezTo>
                  <a:cubicBezTo>
                    <a:pt x="777" y="135"/>
                    <a:pt x="996" y="18"/>
                    <a:pt x="996" y="3"/>
                  </a:cubicBezTo>
                  <a:cubicBezTo>
                    <a:pt x="992" y="1"/>
                    <a:pt x="985" y="0"/>
                    <a:pt x="97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9">
              <a:extLst>
                <a:ext uri="{FF2B5EF4-FFF2-40B4-BE49-F238E27FC236}">
                  <a16:creationId xmlns:a16="http://schemas.microsoft.com/office/drawing/2014/main" id="{BD030495-50F1-184F-B315-869B4196522D}"/>
                </a:ext>
              </a:extLst>
            </p:cNvPr>
            <p:cNvSpPr/>
            <p:nvPr/>
          </p:nvSpPr>
          <p:spPr>
            <a:xfrm flipH="1">
              <a:off x="7818379" y="2015872"/>
              <a:ext cx="71313" cy="53594"/>
            </a:xfrm>
            <a:custGeom>
              <a:avLst/>
              <a:gdLst/>
              <a:ahLst/>
              <a:cxnLst/>
              <a:rect l="l" t="t" r="r" b="b"/>
              <a:pathLst>
                <a:path w="982" h="738" extrusionOk="0">
                  <a:moveTo>
                    <a:pt x="949" y="1"/>
                  </a:moveTo>
                  <a:cubicBezTo>
                    <a:pt x="917" y="1"/>
                    <a:pt x="706" y="143"/>
                    <a:pt x="469" y="338"/>
                  </a:cubicBezTo>
                  <a:cubicBezTo>
                    <a:pt x="205" y="543"/>
                    <a:pt x="0" y="719"/>
                    <a:pt x="30" y="734"/>
                  </a:cubicBezTo>
                  <a:cubicBezTo>
                    <a:pt x="31" y="736"/>
                    <a:pt x="34" y="737"/>
                    <a:pt x="38" y="737"/>
                  </a:cubicBezTo>
                  <a:cubicBezTo>
                    <a:pt x="82" y="737"/>
                    <a:pt x="285" y="599"/>
                    <a:pt x="513" y="411"/>
                  </a:cubicBezTo>
                  <a:cubicBezTo>
                    <a:pt x="776" y="207"/>
                    <a:pt x="981" y="31"/>
                    <a:pt x="952" y="2"/>
                  </a:cubicBezTo>
                  <a:cubicBezTo>
                    <a:pt x="951" y="1"/>
                    <a:pt x="950" y="1"/>
                    <a:pt x="949"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9">
              <a:extLst>
                <a:ext uri="{FF2B5EF4-FFF2-40B4-BE49-F238E27FC236}">
                  <a16:creationId xmlns:a16="http://schemas.microsoft.com/office/drawing/2014/main" id="{B90DED4C-9D6B-110D-FEEA-173B0BE58A5B}"/>
                </a:ext>
              </a:extLst>
            </p:cNvPr>
            <p:cNvSpPr/>
            <p:nvPr/>
          </p:nvSpPr>
          <p:spPr>
            <a:xfrm flipH="1">
              <a:off x="7406988" y="2115724"/>
              <a:ext cx="244584" cy="115175"/>
            </a:xfrm>
            <a:custGeom>
              <a:avLst/>
              <a:gdLst/>
              <a:ahLst/>
              <a:cxnLst/>
              <a:rect l="l" t="t" r="r" b="b"/>
              <a:pathLst>
                <a:path w="3368" h="1586" extrusionOk="0">
                  <a:moveTo>
                    <a:pt x="5" y="1"/>
                  </a:moveTo>
                  <a:cubicBezTo>
                    <a:pt x="2" y="1"/>
                    <a:pt x="1" y="1"/>
                    <a:pt x="1" y="3"/>
                  </a:cubicBezTo>
                  <a:cubicBezTo>
                    <a:pt x="1" y="3"/>
                    <a:pt x="191" y="120"/>
                    <a:pt x="484" y="266"/>
                  </a:cubicBezTo>
                  <a:cubicBezTo>
                    <a:pt x="762" y="413"/>
                    <a:pt x="1187" y="603"/>
                    <a:pt x="1655" y="822"/>
                  </a:cubicBezTo>
                  <a:cubicBezTo>
                    <a:pt x="2109" y="1042"/>
                    <a:pt x="2533" y="1247"/>
                    <a:pt x="2841" y="1379"/>
                  </a:cubicBezTo>
                  <a:cubicBezTo>
                    <a:pt x="3122" y="1513"/>
                    <a:pt x="3318" y="1586"/>
                    <a:pt x="3349" y="1586"/>
                  </a:cubicBezTo>
                  <a:cubicBezTo>
                    <a:pt x="3352" y="1586"/>
                    <a:pt x="3353" y="1585"/>
                    <a:pt x="3353" y="1584"/>
                  </a:cubicBezTo>
                  <a:cubicBezTo>
                    <a:pt x="3368" y="1554"/>
                    <a:pt x="3192" y="1467"/>
                    <a:pt x="2870" y="1320"/>
                  </a:cubicBezTo>
                  <a:cubicBezTo>
                    <a:pt x="2577" y="1174"/>
                    <a:pt x="2167" y="969"/>
                    <a:pt x="1699" y="749"/>
                  </a:cubicBezTo>
                  <a:cubicBezTo>
                    <a:pt x="1245" y="530"/>
                    <a:pt x="821" y="339"/>
                    <a:pt x="513" y="208"/>
                  </a:cubicBezTo>
                  <a:cubicBezTo>
                    <a:pt x="231" y="74"/>
                    <a:pt x="36" y="1"/>
                    <a:pt x="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9" name="Google Shape;1359;p49">
            <a:extLst>
              <a:ext uri="{FF2B5EF4-FFF2-40B4-BE49-F238E27FC236}">
                <a16:creationId xmlns:a16="http://schemas.microsoft.com/office/drawing/2014/main" id="{42432848-6911-1B7B-E7D3-35B2F8ACEEE6}"/>
              </a:ext>
            </a:extLst>
          </p:cNvPr>
          <p:cNvGrpSpPr/>
          <p:nvPr/>
        </p:nvGrpSpPr>
        <p:grpSpPr>
          <a:xfrm>
            <a:off x="8674107" y="3432681"/>
            <a:ext cx="727535" cy="1710819"/>
            <a:chOff x="8416475" y="3483007"/>
            <a:chExt cx="727535" cy="1710819"/>
          </a:xfrm>
        </p:grpSpPr>
        <p:sp>
          <p:nvSpPr>
            <p:cNvPr id="1360" name="Google Shape;1360;p49">
              <a:extLst>
                <a:ext uri="{FF2B5EF4-FFF2-40B4-BE49-F238E27FC236}">
                  <a16:creationId xmlns:a16="http://schemas.microsoft.com/office/drawing/2014/main" id="{E9C897DE-868B-B6EB-3E2B-B3ADEBAC54DB}"/>
                </a:ext>
              </a:extLst>
            </p:cNvPr>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9">
              <a:extLst>
                <a:ext uri="{FF2B5EF4-FFF2-40B4-BE49-F238E27FC236}">
                  <a16:creationId xmlns:a16="http://schemas.microsoft.com/office/drawing/2014/main" id="{F7ADE203-89CD-4D03-3C69-880336845467}"/>
                </a:ext>
              </a:extLst>
            </p:cNvPr>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9">
              <a:extLst>
                <a:ext uri="{FF2B5EF4-FFF2-40B4-BE49-F238E27FC236}">
                  <a16:creationId xmlns:a16="http://schemas.microsoft.com/office/drawing/2014/main" id="{0A551350-0427-DC74-4DEB-FBEE689248EA}"/>
                </a:ext>
              </a:extLst>
            </p:cNvPr>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49">
            <a:extLst>
              <a:ext uri="{FF2B5EF4-FFF2-40B4-BE49-F238E27FC236}">
                <a16:creationId xmlns:a16="http://schemas.microsoft.com/office/drawing/2014/main" id="{D4D6DBB2-3E1E-6CD3-92C8-0C586945653A}"/>
              </a:ext>
            </a:extLst>
          </p:cNvPr>
          <p:cNvGrpSpPr/>
          <p:nvPr/>
        </p:nvGrpSpPr>
        <p:grpSpPr>
          <a:xfrm>
            <a:off x="4" y="916552"/>
            <a:ext cx="622800" cy="619500"/>
            <a:chOff x="-43146" y="1139477"/>
            <a:chExt cx="622800" cy="619500"/>
          </a:xfrm>
        </p:grpSpPr>
        <p:sp>
          <p:nvSpPr>
            <p:cNvPr id="1364" name="Google Shape;1364;p49">
              <a:extLst>
                <a:ext uri="{FF2B5EF4-FFF2-40B4-BE49-F238E27FC236}">
                  <a16:creationId xmlns:a16="http://schemas.microsoft.com/office/drawing/2014/main" id="{EF9FE830-CDBF-BE85-4300-3432227B5430}"/>
                </a:ext>
              </a:extLst>
            </p:cNvPr>
            <p:cNvSpPr/>
            <p:nvPr/>
          </p:nvSpPr>
          <p:spPr>
            <a:xfrm rot="2517580">
              <a:off x="36280" y="1241357"/>
              <a:ext cx="463949" cy="415739"/>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9">
              <a:extLst>
                <a:ext uri="{FF2B5EF4-FFF2-40B4-BE49-F238E27FC236}">
                  <a16:creationId xmlns:a16="http://schemas.microsoft.com/office/drawing/2014/main" id="{C74378B4-9660-D979-2495-F547EDF50879}"/>
                </a:ext>
              </a:extLst>
            </p:cNvPr>
            <p:cNvSpPr/>
            <p:nvPr/>
          </p:nvSpPr>
          <p:spPr>
            <a:xfrm rot="1928195">
              <a:off x="205388" y="1337374"/>
              <a:ext cx="166963" cy="223526"/>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 Placeholder 1">
            <a:extLst>
              <a:ext uri="{FF2B5EF4-FFF2-40B4-BE49-F238E27FC236}">
                <a16:creationId xmlns:a16="http://schemas.microsoft.com/office/drawing/2014/main" id="{8796AA16-FFA8-C59C-35E5-580BFCBD771F}"/>
              </a:ext>
            </a:extLst>
          </p:cNvPr>
          <p:cNvSpPr>
            <a:spLocks noGrp="1" noChangeArrowheads="1"/>
          </p:cNvSpPr>
          <p:nvPr>
            <p:ph type="body" idx="1"/>
          </p:nvPr>
        </p:nvSpPr>
        <p:spPr bwMode="auto">
          <a:xfrm>
            <a:off x="365760" y="2197898"/>
            <a:ext cx="574040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None/>
            </a:pPr>
            <a:r>
              <a:rPr lang="en-US" altLang="en-US" b="1" dirty="0">
                <a:solidFill>
                  <a:schemeClr val="tx1"/>
                </a:solidFill>
                <a:latin typeface="Karla" pitchFamily="2" charset="0"/>
              </a:rPr>
              <a:t>Key Findings:</a:t>
            </a:r>
          </a:p>
          <a:p>
            <a:pPr marL="0" lvl="0" indent="0" eaLnBrk="0" fontAlgn="base" hangingPunct="0">
              <a:spcBef>
                <a:spcPct val="0"/>
              </a:spcBef>
              <a:spcAft>
                <a:spcPct val="0"/>
              </a:spcAft>
              <a:buClrTx/>
              <a:buSzTx/>
              <a:buNone/>
            </a:pPr>
            <a:endParaRPr lang="en-US" altLang="en-US" dirty="0">
              <a:solidFill>
                <a:schemeClr val="tx1"/>
              </a:solidFill>
              <a:latin typeface="Karla" pitchFamily="2" charset="0"/>
            </a:endParaRPr>
          </a:p>
          <a:p>
            <a:pPr marL="0" lvl="0" indent="0" eaLnBrk="0" fontAlgn="base" hangingPunct="0">
              <a:spcBef>
                <a:spcPct val="0"/>
              </a:spcBef>
              <a:spcAft>
                <a:spcPct val="0"/>
              </a:spcAft>
              <a:buClrTx/>
              <a:buSzTx/>
              <a:buFontTx/>
              <a:buChar char="•"/>
            </a:pPr>
            <a:r>
              <a:rPr lang="en-US" altLang="en-US" b="1" dirty="0">
                <a:solidFill>
                  <a:schemeClr val="tx1"/>
                </a:solidFill>
                <a:latin typeface="Karla" pitchFamily="2" charset="0"/>
              </a:rPr>
              <a:t>Moderate positive correlation</a:t>
            </a:r>
            <a:r>
              <a:rPr lang="en-US" altLang="en-US" dirty="0">
                <a:solidFill>
                  <a:schemeClr val="tx1"/>
                </a:solidFill>
                <a:latin typeface="Karla" pitchFamily="2" charset="0"/>
              </a:rPr>
              <a:t> between Quantity and Total Spent → higher quantities lead to higher spend.</a:t>
            </a:r>
          </a:p>
          <a:p>
            <a:pPr marL="0" lvl="0" indent="0" eaLnBrk="0" fontAlgn="base" hangingPunct="0">
              <a:spcBef>
                <a:spcPct val="0"/>
              </a:spcBef>
              <a:spcAft>
                <a:spcPct val="0"/>
              </a:spcAft>
              <a:buClrTx/>
              <a:buSzTx/>
              <a:buFontTx/>
              <a:buChar char="•"/>
            </a:pPr>
            <a:r>
              <a:rPr lang="en-US" altLang="en-US" b="1" dirty="0">
                <a:solidFill>
                  <a:schemeClr val="tx1"/>
                </a:solidFill>
                <a:latin typeface="Karla" pitchFamily="2" charset="0"/>
              </a:rPr>
              <a:t>ANOVA Results:</a:t>
            </a:r>
            <a:r>
              <a:rPr lang="en-US" altLang="en-US" dirty="0">
                <a:solidFill>
                  <a:schemeClr val="tx1"/>
                </a:solidFill>
                <a:latin typeface="Karla" pitchFamily="2" charset="0"/>
              </a:rPr>
              <a:t> No statistically significant difference in mean spend across payment methods (p &gt; 0.05).</a:t>
            </a:r>
          </a:p>
        </p:txBody>
      </p:sp>
    </p:spTree>
    <p:extLst>
      <p:ext uri="{BB962C8B-B14F-4D97-AF65-F5344CB8AC3E}">
        <p14:creationId xmlns:p14="http://schemas.microsoft.com/office/powerpoint/2010/main" val="2695587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1">
          <a:extLst>
            <a:ext uri="{FF2B5EF4-FFF2-40B4-BE49-F238E27FC236}">
              <a16:creationId xmlns:a16="http://schemas.microsoft.com/office/drawing/2014/main" id="{8BF28988-A378-D6C3-4F02-0A6870AEB223}"/>
            </a:ext>
          </a:extLst>
        </p:cNvPr>
        <p:cNvGrpSpPr/>
        <p:nvPr/>
      </p:nvGrpSpPr>
      <p:grpSpPr>
        <a:xfrm>
          <a:off x="0" y="0"/>
          <a:ext cx="0" cy="0"/>
          <a:chOff x="0" y="0"/>
          <a:chExt cx="0" cy="0"/>
        </a:xfrm>
      </p:grpSpPr>
      <p:grpSp>
        <p:nvGrpSpPr>
          <p:cNvPr id="1282" name="Google Shape;1282;p49">
            <a:extLst>
              <a:ext uri="{FF2B5EF4-FFF2-40B4-BE49-F238E27FC236}">
                <a16:creationId xmlns:a16="http://schemas.microsoft.com/office/drawing/2014/main" id="{7050F8A9-5194-95A2-7225-A4448DCF20E0}"/>
              </a:ext>
            </a:extLst>
          </p:cNvPr>
          <p:cNvGrpSpPr/>
          <p:nvPr/>
        </p:nvGrpSpPr>
        <p:grpSpPr>
          <a:xfrm>
            <a:off x="5588537" y="679708"/>
            <a:ext cx="1859071" cy="4421220"/>
            <a:chOff x="4940355" y="382409"/>
            <a:chExt cx="1859071" cy="4421220"/>
          </a:xfrm>
        </p:grpSpPr>
        <p:sp>
          <p:nvSpPr>
            <p:cNvPr id="1283" name="Google Shape;1283;p49">
              <a:extLst>
                <a:ext uri="{FF2B5EF4-FFF2-40B4-BE49-F238E27FC236}">
                  <a16:creationId xmlns:a16="http://schemas.microsoft.com/office/drawing/2014/main" id="{9C883EDE-23AA-C37C-0F14-D4F1031177B5}"/>
                </a:ext>
              </a:extLst>
            </p:cNvPr>
            <p:cNvSpPr/>
            <p:nvPr/>
          </p:nvSpPr>
          <p:spPr>
            <a:xfrm rot="-2105364">
              <a:off x="5497165" y="504762"/>
              <a:ext cx="592846" cy="53049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9">
              <a:extLst>
                <a:ext uri="{FF2B5EF4-FFF2-40B4-BE49-F238E27FC236}">
                  <a16:creationId xmlns:a16="http://schemas.microsoft.com/office/drawing/2014/main" id="{FF27F80C-F36A-FF06-524C-55DBDCDF0F34}"/>
                </a:ext>
              </a:extLst>
            </p:cNvPr>
            <p:cNvSpPr/>
            <p:nvPr/>
          </p:nvSpPr>
          <p:spPr>
            <a:xfrm flipH="1">
              <a:off x="5123375" y="1558855"/>
              <a:ext cx="912921" cy="827410"/>
            </a:xfrm>
            <a:custGeom>
              <a:avLst/>
              <a:gdLst/>
              <a:ahLst/>
              <a:cxnLst/>
              <a:rect l="l" t="t" r="r" b="b"/>
              <a:pathLst>
                <a:path w="12854" h="11650" extrusionOk="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9">
              <a:extLst>
                <a:ext uri="{FF2B5EF4-FFF2-40B4-BE49-F238E27FC236}">
                  <a16:creationId xmlns:a16="http://schemas.microsoft.com/office/drawing/2014/main" id="{9365EA0C-3A86-EEC6-F9EB-6925DFE88885}"/>
                </a:ext>
              </a:extLst>
            </p:cNvPr>
            <p:cNvSpPr/>
            <p:nvPr/>
          </p:nvSpPr>
          <p:spPr>
            <a:xfrm flipH="1">
              <a:off x="5697290" y="2536257"/>
              <a:ext cx="1031458" cy="2181381"/>
            </a:xfrm>
            <a:custGeom>
              <a:avLst/>
              <a:gdLst/>
              <a:ahLst/>
              <a:cxnLst/>
              <a:rect l="l" t="t" r="r" b="b"/>
              <a:pathLst>
                <a:path w="14523" h="30714" extrusionOk="0">
                  <a:moveTo>
                    <a:pt x="14523" y="0"/>
                  </a:moveTo>
                  <a:lnTo>
                    <a:pt x="9838" y="878"/>
                  </a:lnTo>
                  <a:cubicBezTo>
                    <a:pt x="7232" y="12912"/>
                    <a:pt x="1" y="28254"/>
                    <a:pt x="1" y="28254"/>
                  </a:cubicBezTo>
                  <a:lnTo>
                    <a:pt x="4012" y="30714"/>
                  </a:lnTo>
                  <a:cubicBezTo>
                    <a:pt x="13308" y="12341"/>
                    <a:pt x="14523" y="0"/>
                    <a:pt x="14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9">
              <a:extLst>
                <a:ext uri="{FF2B5EF4-FFF2-40B4-BE49-F238E27FC236}">
                  <a16:creationId xmlns:a16="http://schemas.microsoft.com/office/drawing/2014/main" id="{4997EDD6-C95F-B442-0638-ED7CC871AC8D}"/>
                </a:ext>
              </a:extLst>
            </p:cNvPr>
            <p:cNvSpPr/>
            <p:nvPr/>
          </p:nvSpPr>
          <p:spPr>
            <a:xfrm flipH="1">
              <a:off x="5666054" y="1058436"/>
              <a:ext cx="770522" cy="832382"/>
            </a:xfrm>
            <a:custGeom>
              <a:avLst/>
              <a:gdLst/>
              <a:ahLst/>
              <a:cxnLst/>
              <a:rect l="l" t="t" r="r" b="b"/>
              <a:pathLst>
                <a:path w="10849" h="11720" extrusionOk="0">
                  <a:moveTo>
                    <a:pt x="2775" y="1"/>
                  </a:moveTo>
                  <a:cubicBezTo>
                    <a:pt x="2313" y="1"/>
                    <a:pt x="1872" y="147"/>
                    <a:pt x="1479" y="591"/>
                  </a:cubicBezTo>
                  <a:cubicBezTo>
                    <a:pt x="1478" y="591"/>
                    <a:pt x="1478" y="590"/>
                    <a:pt x="1477" y="590"/>
                  </a:cubicBezTo>
                  <a:cubicBezTo>
                    <a:pt x="1432" y="590"/>
                    <a:pt x="821" y="867"/>
                    <a:pt x="849" y="1338"/>
                  </a:cubicBezTo>
                  <a:cubicBezTo>
                    <a:pt x="893" y="2948"/>
                    <a:pt x="1171" y="4046"/>
                    <a:pt x="498" y="5510"/>
                  </a:cubicBezTo>
                  <a:cubicBezTo>
                    <a:pt x="278" y="6008"/>
                    <a:pt x="0" y="6535"/>
                    <a:pt x="88" y="7062"/>
                  </a:cubicBezTo>
                  <a:cubicBezTo>
                    <a:pt x="191" y="7545"/>
                    <a:pt x="586" y="7925"/>
                    <a:pt x="1025" y="8145"/>
                  </a:cubicBezTo>
                  <a:cubicBezTo>
                    <a:pt x="1464" y="8365"/>
                    <a:pt x="1962" y="8482"/>
                    <a:pt x="2430" y="8628"/>
                  </a:cubicBezTo>
                  <a:cubicBezTo>
                    <a:pt x="2913" y="8774"/>
                    <a:pt x="3382" y="8994"/>
                    <a:pt x="3675" y="9375"/>
                  </a:cubicBezTo>
                  <a:cubicBezTo>
                    <a:pt x="4026" y="9814"/>
                    <a:pt x="4099" y="10399"/>
                    <a:pt x="4465" y="10824"/>
                  </a:cubicBezTo>
                  <a:cubicBezTo>
                    <a:pt x="4846" y="11278"/>
                    <a:pt x="5475" y="11439"/>
                    <a:pt x="6076" y="11527"/>
                  </a:cubicBezTo>
                  <a:cubicBezTo>
                    <a:pt x="6841" y="11659"/>
                    <a:pt x="7594" y="11719"/>
                    <a:pt x="8367" y="11719"/>
                  </a:cubicBezTo>
                  <a:cubicBezTo>
                    <a:pt x="8452" y="11719"/>
                    <a:pt x="8537" y="11718"/>
                    <a:pt x="8623" y="11717"/>
                  </a:cubicBezTo>
                  <a:cubicBezTo>
                    <a:pt x="9135" y="11702"/>
                    <a:pt x="9677" y="11644"/>
                    <a:pt x="10101" y="11351"/>
                  </a:cubicBezTo>
                  <a:cubicBezTo>
                    <a:pt x="10746" y="10868"/>
                    <a:pt x="10848" y="9828"/>
                    <a:pt x="10321" y="9243"/>
                  </a:cubicBezTo>
                  <a:cubicBezTo>
                    <a:pt x="9940" y="8818"/>
                    <a:pt x="9355" y="8672"/>
                    <a:pt x="8842" y="8408"/>
                  </a:cubicBezTo>
                  <a:cubicBezTo>
                    <a:pt x="7964" y="7940"/>
                    <a:pt x="7320" y="7091"/>
                    <a:pt x="7144" y="6110"/>
                  </a:cubicBezTo>
                  <a:cubicBezTo>
                    <a:pt x="6998" y="5276"/>
                    <a:pt x="7174" y="4397"/>
                    <a:pt x="7247" y="3533"/>
                  </a:cubicBezTo>
                  <a:cubicBezTo>
                    <a:pt x="7305" y="2670"/>
                    <a:pt x="7188" y="1718"/>
                    <a:pt x="6573" y="1133"/>
                  </a:cubicBezTo>
                  <a:cubicBezTo>
                    <a:pt x="6163" y="752"/>
                    <a:pt x="5607" y="591"/>
                    <a:pt x="5051" y="503"/>
                  </a:cubicBezTo>
                  <a:cubicBezTo>
                    <a:pt x="4311" y="377"/>
                    <a:pt x="3516" y="1"/>
                    <a:pt x="27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9">
              <a:extLst>
                <a:ext uri="{FF2B5EF4-FFF2-40B4-BE49-F238E27FC236}">
                  <a16:creationId xmlns:a16="http://schemas.microsoft.com/office/drawing/2014/main" id="{5FB10F48-971F-1553-186E-20D0D730C0DC}"/>
                </a:ext>
              </a:extLst>
            </p:cNvPr>
            <p:cNvSpPr/>
            <p:nvPr/>
          </p:nvSpPr>
          <p:spPr>
            <a:xfrm flipH="1">
              <a:off x="5697302" y="2536257"/>
              <a:ext cx="1031458" cy="2181381"/>
            </a:xfrm>
            <a:custGeom>
              <a:avLst/>
              <a:gdLst/>
              <a:ahLst/>
              <a:cxnLst/>
              <a:rect l="l" t="t" r="r" b="b"/>
              <a:pathLst>
                <a:path w="14523" h="30714" extrusionOk="0">
                  <a:moveTo>
                    <a:pt x="14523" y="0"/>
                  </a:moveTo>
                  <a:lnTo>
                    <a:pt x="9838" y="878"/>
                  </a:lnTo>
                  <a:cubicBezTo>
                    <a:pt x="7232" y="12912"/>
                    <a:pt x="1" y="28254"/>
                    <a:pt x="1" y="28254"/>
                  </a:cubicBezTo>
                  <a:lnTo>
                    <a:pt x="4012" y="30714"/>
                  </a:lnTo>
                  <a:cubicBezTo>
                    <a:pt x="13308" y="12341"/>
                    <a:pt x="14523" y="0"/>
                    <a:pt x="14523"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9">
              <a:extLst>
                <a:ext uri="{FF2B5EF4-FFF2-40B4-BE49-F238E27FC236}">
                  <a16:creationId xmlns:a16="http://schemas.microsoft.com/office/drawing/2014/main" id="{5DE1659A-D828-0497-726C-B0118DFFD9E3}"/>
                </a:ext>
              </a:extLst>
            </p:cNvPr>
            <p:cNvSpPr/>
            <p:nvPr/>
          </p:nvSpPr>
          <p:spPr>
            <a:xfrm flipH="1">
              <a:off x="6390764" y="4531472"/>
              <a:ext cx="339061" cy="272158"/>
            </a:xfrm>
            <a:custGeom>
              <a:avLst/>
              <a:gdLst/>
              <a:ahLst/>
              <a:cxnLst/>
              <a:rect l="l" t="t" r="r" b="b"/>
              <a:pathLst>
                <a:path w="4774" h="3832" extrusionOk="0">
                  <a:moveTo>
                    <a:pt x="1" y="0"/>
                  </a:moveTo>
                  <a:lnTo>
                    <a:pt x="16" y="161"/>
                  </a:lnTo>
                  <a:cubicBezTo>
                    <a:pt x="16" y="161"/>
                    <a:pt x="4167" y="3832"/>
                    <a:pt x="4618" y="3832"/>
                  </a:cubicBezTo>
                  <a:cubicBezTo>
                    <a:pt x="4639" y="3832"/>
                    <a:pt x="4652" y="3824"/>
                    <a:pt x="4656" y="3807"/>
                  </a:cubicBezTo>
                  <a:cubicBezTo>
                    <a:pt x="4773" y="3426"/>
                    <a:pt x="3997" y="2621"/>
                    <a:pt x="3997" y="2621"/>
                  </a:cubicBez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9">
              <a:extLst>
                <a:ext uri="{FF2B5EF4-FFF2-40B4-BE49-F238E27FC236}">
                  <a16:creationId xmlns:a16="http://schemas.microsoft.com/office/drawing/2014/main" id="{818D6EB1-C3BE-62EB-967D-DF2C623640E9}"/>
                </a:ext>
              </a:extLst>
            </p:cNvPr>
            <p:cNvSpPr/>
            <p:nvPr/>
          </p:nvSpPr>
          <p:spPr>
            <a:xfrm flipH="1">
              <a:off x="6532169" y="3030498"/>
              <a:ext cx="267257" cy="303194"/>
            </a:xfrm>
            <a:custGeom>
              <a:avLst/>
              <a:gdLst/>
              <a:ahLst/>
              <a:cxnLst/>
              <a:rect l="l" t="t" r="r" b="b"/>
              <a:pathLst>
                <a:path w="3763" h="4269" extrusionOk="0">
                  <a:moveTo>
                    <a:pt x="1007" y="0"/>
                  </a:moveTo>
                  <a:cubicBezTo>
                    <a:pt x="912" y="0"/>
                    <a:pt x="842" y="30"/>
                    <a:pt x="805" y="97"/>
                  </a:cubicBezTo>
                  <a:cubicBezTo>
                    <a:pt x="805" y="97"/>
                    <a:pt x="0" y="2264"/>
                    <a:pt x="73" y="2528"/>
                  </a:cubicBezTo>
                  <a:cubicBezTo>
                    <a:pt x="83" y="2566"/>
                    <a:pt x="105" y="2583"/>
                    <a:pt x="134" y="2583"/>
                  </a:cubicBezTo>
                  <a:cubicBezTo>
                    <a:pt x="316" y="2583"/>
                    <a:pt x="805" y="1942"/>
                    <a:pt x="805" y="1942"/>
                  </a:cubicBezTo>
                  <a:lnTo>
                    <a:pt x="805" y="1942"/>
                  </a:lnTo>
                  <a:cubicBezTo>
                    <a:pt x="805" y="1942"/>
                    <a:pt x="264" y="2879"/>
                    <a:pt x="337" y="3128"/>
                  </a:cubicBezTo>
                  <a:cubicBezTo>
                    <a:pt x="344" y="3155"/>
                    <a:pt x="362" y="3167"/>
                    <a:pt x="387" y="3167"/>
                  </a:cubicBezTo>
                  <a:cubicBezTo>
                    <a:pt x="609" y="3167"/>
                    <a:pt x="1434" y="2235"/>
                    <a:pt x="1435" y="2235"/>
                  </a:cubicBezTo>
                  <a:lnTo>
                    <a:pt x="1435" y="2235"/>
                  </a:lnTo>
                  <a:cubicBezTo>
                    <a:pt x="1434" y="2235"/>
                    <a:pt x="483" y="3435"/>
                    <a:pt x="732" y="3640"/>
                  </a:cubicBezTo>
                  <a:cubicBezTo>
                    <a:pt x="752" y="3656"/>
                    <a:pt x="777" y="3663"/>
                    <a:pt x="805" y="3663"/>
                  </a:cubicBezTo>
                  <a:cubicBezTo>
                    <a:pt x="1159" y="3663"/>
                    <a:pt x="2123" y="2586"/>
                    <a:pt x="2123" y="2586"/>
                  </a:cubicBezTo>
                  <a:lnTo>
                    <a:pt x="2123" y="2586"/>
                  </a:lnTo>
                  <a:cubicBezTo>
                    <a:pt x="2123" y="2586"/>
                    <a:pt x="1069" y="3977"/>
                    <a:pt x="1303" y="4240"/>
                  </a:cubicBezTo>
                  <a:cubicBezTo>
                    <a:pt x="1319" y="4260"/>
                    <a:pt x="1341" y="4269"/>
                    <a:pt x="1368" y="4269"/>
                  </a:cubicBezTo>
                  <a:cubicBezTo>
                    <a:pt x="1728" y="4269"/>
                    <a:pt x="2957" y="2659"/>
                    <a:pt x="2957" y="2659"/>
                  </a:cubicBezTo>
                  <a:cubicBezTo>
                    <a:pt x="2984" y="3291"/>
                    <a:pt x="3357" y="3664"/>
                    <a:pt x="3542" y="3664"/>
                  </a:cubicBezTo>
                  <a:cubicBezTo>
                    <a:pt x="3559" y="3664"/>
                    <a:pt x="3574" y="3661"/>
                    <a:pt x="3587" y="3655"/>
                  </a:cubicBezTo>
                  <a:cubicBezTo>
                    <a:pt x="3762" y="3582"/>
                    <a:pt x="3557" y="1459"/>
                    <a:pt x="3557" y="1459"/>
                  </a:cubicBezTo>
                  <a:cubicBezTo>
                    <a:pt x="3557" y="1459"/>
                    <a:pt x="1673" y="0"/>
                    <a:pt x="1007"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9">
              <a:extLst>
                <a:ext uri="{FF2B5EF4-FFF2-40B4-BE49-F238E27FC236}">
                  <a16:creationId xmlns:a16="http://schemas.microsoft.com/office/drawing/2014/main" id="{15942C71-2607-BEA0-97B4-96CB34ACCFFE}"/>
                </a:ext>
              </a:extLst>
            </p:cNvPr>
            <p:cNvSpPr/>
            <p:nvPr/>
          </p:nvSpPr>
          <p:spPr>
            <a:xfrm flipH="1">
              <a:off x="5302207" y="2508133"/>
              <a:ext cx="1096940" cy="2262559"/>
            </a:xfrm>
            <a:custGeom>
              <a:avLst/>
              <a:gdLst/>
              <a:ahLst/>
              <a:cxnLst/>
              <a:rect l="l" t="t" r="r" b="b"/>
              <a:pathLst>
                <a:path w="15445" h="31857" extrusionOk="0">
                  <a:moveTo>
                    <a:pt x="6251" y="1"/>
                  </a:moveTo>
                  <a:lnTo>
                    <a:pt x="0" y="2124"/>
                  </a:lnTo>
                  <a:cubicBezTo>
                    <a:pt x="0" y="2124"/>
                    <a:pt x="3470" y="18154"/>
                    <a:pt x="11844" y="31856"/>
                  </a:cubicBezTo>
                  <a:lnTo>
                    <a:pt x="15445" y="29895"/>
                  </a:lnTo>
                  <a:cubicBezTo>
                    <a:pt x="15445" y="29895"/>
                    <a:pt x="5929" y="9956"/>
                    <a:pt x="6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9">
              <a:extLst>
                <a:ext uri="{FF2B5EF4-FFF2-40B4-BE49-F238E27FC236}">
                  <a16:creationId xmlns:a16="http://schemas.microsoft.com/office/drawing/2014/main" id="{00A6C1DF-CD25-7D7F-0306-926A2D03FD44}"/>
                </a:ext>
              </a:extLst>
            </p:cNvPr>
            <p:cNvSpPr/>
            <p:nvPr/>
          </p:nvSpPr>
          <p:spPr>
            <a:xfrm flipH="1">
              <a:off x="6141265" y="2320990"/>
              <a:ext cx="166405" cy="180326"/>
            </a:xfrm>
            <a:custGeom>
              <a:avLst/>
              <a:gdLst/>
              <a:ahLst/>
              <a:cxnLst/>
              <a:rect l="l" t="t" r="r" b="b"/>
              <a:pathLst>
                <a:path w="2343" h="2539" extrusionOk="0">
                  <a:moveTo>
                    <a:pt x="162" y="1"/>
                  </a:moveTo>
                  <a:cubicBezTo>
                    <a:pt x="162" y="1"/>
                    <a:pt x="279" y="15"/>
                    <a:pt x="469" y="30"/>
                  </a:cubicBezTo>
                  <a:cubicBezTo>
                    <a:pt x="689" y="59"/>
                    <a:pt x="981" y="74"/>
                    <a:pt x="1333" y="103"/>
                  </a:cubicBezTo>
                  <a:cubicBezTo>
                    <a:pt x="1523" y="132"/>
                    <a:pt x="1713" y="147"/>
                    <a:pt x="1933" y="162"/>
                  </a:cubicBezTo>
                  <a:cubicBezTo>
                    <a:pt x="2050" y="176"/>
                    <a:pt x="2153" y="176"/>
                    <a:pt x="2211" y="250"/>
                  </a:cubicBezTo>
                  <a:cubicBezTo>
                    <a:pt x="2270" y="323"/>
                    <a:pt x="2270" y="440"/>
                    <a:pt x="2270" y="572"/>
                  </a:cubicBezTo>
                  <a:cubicBezTo>
                    <a:pt x="2270" y="806"/>
                    <a:pt x="2270" y="1055"/>
                    <a:pt x="2211" y="1318"/>
                  </a:cubicBezTo>
                  <a:cubicBezTo>
                    <a:pt x="2153" y="1567"/>
                    <a:pt x="2050" y="1831"/>
                    <a:pt x="1860" y="2006"/>
                  </a:cubicBezTo>
                  <a:cubicBezTo>
                    <a:pt x="1684" y="2197"/>
                    <a:pt x="1421" y="2328"/>
                    <a:pt x="1186" y="2372"/>
                  </a:cubicBezTo>
                  <a:cubicBezTo>
                    <a:pt x="1062" y="2402"/>
                    <a:pt x="934" y="2420"/>
                    <a:pt x="811" y="2420"/>
                  </a:cubicBezTo>
                  <a:cubicBezTo>
                    <a:pt x="689" y="2420"/>
                    <a:pt x="571" y="2402"/>
                    <a:pt x="469" y="2358"/>
                  </a:cubicBezTo>
                  <a:cubicBezTo>
                    <a:pt x="279" y="2255"/>
                    <a:pt x="176" y="2036"/>
                    <a:pt x="147" y="1831"/>
                  </a:cubicBezTo>
                  <a:cubicBezTo>
                    <a:pt x="103" y="1626"/>
                    <a:pt x="132" y="1421"/>
                    <a:pt x="132" y="1245"/>
                  </a:cubicBezTo>
                  <a:cubicBezTo>
                    <a:pt x="147" y="879"/>
                    <a:pt x="205" y="586"/>
                    <a:pt x="235" y="381"/>
                  </a:cubicBezTo>
                  <a:cubicBezTo>
                    <a:pt x="293" y="176"/>
                    <a:pt x="308" y="74"/>
                    <a:pt x="308" y="74"/>
                  </a:cubicBezTo>
                  <a:lnTo>
                    <a:pt x="308" y="74"/>
                  </a:lnTo>
                  <a:cubicBezTo>
                    <a:pt x="308" y="74"/>
                    <a:pt x="293" y="89"/>
                    <a:pt x="249" y="176"/>
                  </a:cubicBezTo>
                  <a:cubicBezTo>
                    <a:pt x="235" y="220"/>
                    <a:pt x="220" y="308"/>
                    <a:pt x="176" y="396"/>
                  </a:cubicBezTo>
                  <a:cubicBezTo>
                    <a:pt x="118" y="601"/>
                    <a:pt x="74" y="894"/>
                    <a:pt x="30" y="1260"/>
                  </a:cubicBezTo>
                  <a:cubicBezTo>
                    <a:pt x="15" y="1450"/>
                    <a:pt x="1" y="1640"/>
                    <a:pt x="30" y="1860"/>
                  </a:cubicBezTo>
                  <a:cubicBezTo>
                    <a:pt x="44" y="1977"/>
                    <a:pt x="88" y="2080"/>
                    <a:pt x="147" y="2197"/>
                  </a:cubicBezTo>
                  <a:cubicBezTo>
                    <a:pt x="220" y="2284"/>
                    <a:pt x="308" y="2402"/>
                    <a:pt x="410" y="2446"/>
                  </a:cubicBezTo>
                  <a:cubicBezTo>
                    <a:pt x="540" y="2514"/>
                    <a:pt x="673" y="2539"/>
                    <a:pt x="808" y="2539"/>
                  </a:cubicBezTo>
                  <a:cubicBezTo>
                    <a:pt x="933" y="2539"/>
                    <a:pt x="1060" y="2518"/>
                    <a:pt x="1186" y="2489"/>
                  </a:cubicBezTo>
                  <a:cubicBezTo>
                    <a:pt x="1435" y="2416"/>
                    <a:pt x="1713" y="2284"/>
                    <a:pt x="1918" y="2080"/>
                  </a:cubicBezTo>
                  <a:cubicBezTo>
                    <a:pt x="2123" y="1860"/>
                    <a:pt x="2226" y="1596"/>
                    <a:pt x="2284" y="1333"/>
                  </a:cubicBezTo>
                  <a:cubicBezTo>
                    <a:pt x="2343" y="1055"/>
                    <a:pt x="2343" y="806"/>
                    <a:pt x="2343" y="572"/>
                  </a:cubicBezTo>
                  <a:cubicBezTo>
                    <a:pt x="2343" y="455"/>
                    <a:pt x="2343" y="308"/>
                    <a:pt x="2270" y="206"/>
                  </a:cubicBezTo>
                  <a:cubicBezTo>
                    <a:pt x="2226" y="132"/>
                    <a:pt x="2153" y="103"/>
                    <a:pt x="2109" y="89"/>
                  </a:cubicBezTo>
                  <a:cubicBezTo>
                    <a:pt x="2050" y="74"/>
                    <a:pt x="1991" y="74"/>
                    <a:pt x="1933" y="74"/>
                  </a:cubicBezTo>
                  <a:cubicBezTo>
                    <a:pt x="1713" y="59"/>
                    <a:pt x="1523" y="59"/>
                    <a:pt x="1333" y="30"/>
                  </a:cubicBezTo>
                  <a:cubicBezTo>
                    <a:pt x="981" y="15"/>
                    <a:pt x="689" y="15"/>
                    <a:pt x="469" y="1"/>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9">
              <a:extLst>
                <a:ext uri="{FF2B5EF4-FFF2-40B4-BE49-F238E27FC236}">
                  <a16:creationId xmlns:a16="http://schemas.microsoft.com/office/drawing/2014/main" id="{AEED0D6B-D71E-652C-F063-3B913C133F37}"/>
                </a:ext>
              </a:extLst>
            </p:cNvPr>
            <p:cNvSpPr/>
            <p:nvPr/>
          </p:nvSpPr>
          <p:spPr>
            <a:xfrm flipH="1">
              <a:off x="5166985" y="4623445"/>
              <a:ext cx="391049" cy="147229"/>
            </a:xfrm>
            <a:custGeom>
              <a:avLst/>
              <a:gdLst/>
              <a:ahLst/>
              <a:cxnLst/>
              <a:rect l="l" t="t" r="r" b="b"/>
              <a:pathLst>
                <a:path w="5506" h="2073" extrusionOk="0">
                  <a:moveTo>
                    <a:pt x="4908" y="0"/>
                  </a:moveTo>
                  <a:cubicBezTo>
                    <a:pt x="4370" y="0"/>
                    <a:pt x="3602" y="111"/>
                    <a:pt x="3602" y="111"/>
                  </a:cubicBezTo>
                  <a:lnTo>
                    <a:pt x="1" y="2072"/>
                  </a:lnTo>
                  <a:cubicBezTo>
                    <a:pt x="1" y="2072"/>
                    <a:pt x="5505" y="374"/>
                    <a:pt x="5417" y="111"/>
                  </a:cubicBezTo>
                  <a:cubicBezTo>
                    <a:pt x="5388" y="28"/>
                    <a:pt x="5176" y="0"/>
                    <a:pt x="49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9">
              <a:extLst>
                <a:ext uri="{FF2B5EF4-FFF2-40B4-BE49-F238E27FC236}">
                  <a16:creationId xmlns:a16="http://schemas.microsoft.com/office/drawing/2014/main" id="{098BA95E-F2E1-E0D3-8008-073D27E3C517}"/>
                </a:ext>
              </a:extLst>
            </p:cNvPr>
            <p:cNvSpPr/>
            <p:nvPr/>
          </p:nvSpPr>
          <p:spPr>
            <a:xfrm flipH="1">
              <a:off x="5123375" y="1558855"/>
              <a:ext cx="912921" cy="827410"/>
            </a:xfrm>
            <a:custGeom>
              <a:avLst/>
              <a:gdLst/>
              <a:ahLst/>
              <a:cxnLst/>
              <a:rect l="l" t="t" r="r" b="b"/>
              <a:pathLst>
                <a:path w="12854" h="11650" extrusionOk="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9">
              <a:extLst>
                <a:ext uri="{FF2B5EF4-FFF2-40B4-BE49-F238E27FC236}">
                  <a16:creationId xmlns:a16="http://schemas.microsoft.com/office/drawing/2014/main" id="{A463EA0A-BD14-2515-3059-98550A729DFD}"/>
                </a:ext>
              </a:extLst>
            </p:cNvPr>
            <p:cNvSpPr/>
            <p:nvPr/>
          </p:nvSpPr>
          <p:spPr>
            <a:xfrm flipH="1">
              <a:off x="5646309" y="1543799"/>
              <a:ext cx="831885" cy="1160647"/>
            </a:xfrm>
            <a:custGeom>
              <a:avLst/>
              <a:gdLst/>
              <a:ahLst/>
              <a:cxnLst/>
              <a:rect l="l" t="t" r="r" b="b"/>
              <a:pathLst>
                <a:path w="11713" h="16342" extrusionOk="0">
                  <a:moveTo>
                    <a:pt x="6680" y="0"/>
                  </a:moveTo>
                  <a:cubicBezTo>
                    <a:pt x="5073" y="0"/>
                    <a:pt x="3107" y="146"/>
                    <a:pt x="2050" y="725"/>
                  </a:cubicBezTo>
                  <a:cubicBezTo>
                    <a:pt x="2050" y="725"/>
                    <a:pt x="308" y="1501"/>
                    <a:pt x="1" y="2526"/>
                  </a:cubicBezTo>
                  <a:lnTo>
                    <a:pt x="1143" y="10607"/>
                  </a:lnTo>
                  <a:lnTo>
                    <a:pt x="850" y="15702"/>
                  </a:lnTo>
                  <a:cubicBezTo>
                    <a:pt x="850" y="15702"/>
                    <a:pt x="2405" y="16341"/>
                    <a:pt x="4371" y="16341"/>
                  </a:cubicBezTo>
                  <a:cubicBezTo>
                    <a:pt x="5608" y="16341"/>
                    <a:pt x="7009" y="16088"/>
                    <a:pt x="8287" y="15262"/>
                  </a:cubicBezTo>
                  <a:cubicBezTo>
                    <a:pt x="8287" y="15262"/>
                    <a:pt x="9946" y="15816"/>
                    <a:pt x="11017" y="15816"/>
                  </a:cubicBezTo>
                  <a:cubicBezTo>
                    <a:pt x="11307" y="15816"/>
                    <a:pt x="11553" y="15775"/>
                    <a:pt x="11712" y="15672"/>
                  </a:cubicBezTo>
                  <a:lnTo>
                    <a:pt x="10600" y="9319"/>
                  </a:lnTo>
                  <a:cubicBezTo>
                    <a:pt x="10283" y="7334"/>
                    <a:pt x="10023" y="191"/>
                    <a:pt x="9417" y="191"/>
                  </a:cubicBezTo>
                  <a:cubicBezTo>
                    <a:pt x="9407" y="191"/>
                    <a:pt x="9396" y="194"/>
                    <a:pt x="9385" y="198"/>
                  </a:cubicBezTo>
                  <a:cubicBezTo>
                    <a:pt x="9372" y="206"/>
                    <a:pt x="9359" y="209"/>
                    <a:pt x="9346" y="209"/>
                  </a:cubicBezTo>
                  <a:cubicBezTo>
                    <a:pt x="9285" y="209"/>
                    <a:pt x="9223" y="137"/>
                    <a:pt x="9150" y="125"/>
                  </a:cubicBezTo>
                  <a:cubicBezTo>
                    <a:pt x="8875" y="81"/>
                    <a:pt x="7877" y="0"/>
                    <a:pt x="66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9">
              <a:extLst>
                <a:ext uri="{FF2B5EF4-FFF2-40B4-BE49-F238E27FC236}">
                  <a16:creationId xmlns:a16="http://schemas.microsoft.com/office/drawing/2014/main" id="{6A52E639-2062-0A55-4E55-BDD1038227F0}"/>
                </a:ext>
              </a:extLst>
            </p:cNvPr>
            <p:cNvSpPr/>
            <p:nvPr/>
          </p:nvSpPr>
          <p:spPr>
            <a:xfrm flipH="1">
              <a:off x="5949932" y="1542307"/>
              <a:ext cx="270382" cy="536503"/>
            </a:xfrm>
            <a:custGeom>
              <a:avLst/>
              <a:gdLst/>
              <a:ahLst/>
              <a:cxnLst/>
              <a:rect l="l" t="t" r="r" b="b"/>
              <a:pathLst>
                <a:path w="3807" h="7554" extrusionOk="0">
                  <a:moveTo>
                    <a:pt x="2867" y="0"/>
                  </a:moveTo>
                  <a:cubicBezTo>
                    <a:pt x="1934" y="0"/>
                    <a:pt x="564" y="41"/>
                    <a:pt x="0" y="263"/>
                  </a:cubicBezTo>
                  <a:lnTo>
                    <a:pt x="3806" y="7554"/>
                  </a:lnTo>
                  <a:lnTo>
                    <a:pt x="3806" y="14"/>
                  </a:lnTo>
                  <a:cubicBezTo>
                    <a:pt x="3806" y="14"/>
                    <a:pt x="3411" y="0"/>
                    <a:pt x="28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9">
              <a:extLst>
                <a:ext uri="{FF2B5EF4-FFF2-40B4-BE49-F238E27FC236}">
                  <a16:creationId xmlns:a16="http://schemas.microsoft.com/office/drawing/2014/main" id="{692CFCEF-16B2-FD01-6163-952FBDEE8F9E}"/>
                </a:ext>
              </a:extLst>
            </p:cNvPr>
            <p:cNvSpPr/>
            <p:nvPr/>
          </p:nvSpPr>
          <p:spPr>
            <a:xfrm flipH="1">
              <a:off x="5920812" y="1097285"/>
              <a:ext cx="431532" cy="548790"/>
            </a:xfrm>
            <a:custGeom>
              <a:avLst/>
              <a:gdLst/>
              <a:ahLst/>
              <a:cxnLst/>
              <a:rect l="l" t="t" r="r" b="b"/>
              <a:pathLst>
                <a:path w="6076" h="7727" extrusionOk="0">
                  <a:moveTo>
                    <a:pt x="2782" y="0"/>
                  </a:moveTo>
                  <a:lnTo>
                    <a:pt x="1200" y="44"/>
                  </a:lnTo>
                  <a:cubicBezTo>
                    <a:pt x="1200" y="44"/>
                    <a:pt x="293" y="59"/>
                    <a:pt x="293" y="498"/>
                  </a:cubicBezTo>
                  <a:cubicBezTo>
                    <a:pt x="293" y="498"/>
                    <a:pt x="0" y="5885"/>
                    <a:pt x="1713" y="5958"/>
                  </a:cubicBezTo>
                  <a:lnTo>
                    <a:pt x="2738" y="5958"/>
                  </a:lnTo>
                  <a:lnTo>
                    <a:pt x="2738" y="6720"/>
                  </a:lnTo>
                  <a:cubicBezTo>
                    <a:pt x="2738" y="6983"/>
                    <a:pt x="2855" y="7217"/>
                    <a:pt x="3074" y="7349"/>
                  </a:cubicBezTo>
                  <a:cubicBezTo>
                    <a:pt x="3364" y="7521"/>
                    <a:pt x="3783" y="7727"/>
                    <a:pt x="4206" y="7727"/>
                  </a:cubicBezTo>
                  <a:cubicBezTo>
                    <a:pt x="4466" y="7727"/>
                    <a:pt x="4728" y="7649"/>
                    <a:pt x="4963" y="7437"/>
                  </a:cubicBezTo>
                  <a:cubicBezTo>
                    <a:pt x="5256" y="7188"/>
                    <a:pt x="5387" y="6778"/>
                    <a:pt x="5343" y="6397"/>
                  </a:cubicBezTo>
                  <a:lnTo>
                    <a:pt x="5124" y="3513"/>
                  </a:lnTo>
                  <a:cubicBezTo>
                    <a:pt x="5124" y="3513"/>
                    <a:pt x="6075" y="3323"/>
                    <a:pt x="5900" y="2328"/>
                  </a:cubicBezTo>
                  <a:cubicBezTo>
                    <a:pt x="5801" y="1797"/>
                    <a:pt x="5528" y="1643"/>
                    <a:pt x="5245" y="1643"/>
                  </a:cubicBezTo>
                  <a:cubicBezTo>
                    <a:pt x="4857" y="1643"/>
                    <a:pt x="4450" y="1932"/>
                    <a:pt x="4450" y="1932"/>
                  </a:cubicBezTo>
                  <a:lnTo>
                    <a:pt x="4450" y="1610"/>
                  </a:lnTo>
                  <a:cubicBezTo>
                    <a:pt x="4450" y="717"/>
                    <a:pt x="3718" y="0"/>
                    <a:pt x="2840"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9">
              <a:extLst>
                <a:ext uri="{FF2B5EF4-FFF2-40B4-BE49-F238E27FC236}">
                  <a16:creationId xmlns:a16="http://schemas.microsoft.com/office/drawing/2014/main" id="{C0547436-A318-C1F0-1AD6-F4FEF31D17F0}"/>
                </a:ext>
              </a:extLst>
            </p:cNvPr>
            <p:cNvSpPr/>
            <p:nvPr/>
          </p:nvSpPr>
          <p:spPr>
            <a:xfrm flipH="1">
              <a:off x="6239987" y="1278177"/>
              <a:ext cx="24006" cy="114417"/>
            </a:xfrm>
            <a:custGeom>
              <a:avLst/>
              <a:gdLst/>
              <a:ahLst/>
              <a:cxnLst/>
              <a:rect l="l" t="t" r="r" b="b"/>
              <a:pathLst>
                <a:path w="338" h="1611" extrusionOk="0">
                  <a:moveTo>
                    <a:pt x="74" y="0"/>
                  </a:moveTo>
                  <a:cubicBezTo>
                    <a:pt x="59" y="0"/>
                    <a:pt x="30" y="396"/>
                    <a:pt x="0" y="879"/>
                  </a:cubicBezTo>
                  <a:lnTo>
                    <a:pt x="0" y="1230"/>
                  </a:lnTo>
                  <a:cubicBezTo>
                    <a:pt x="0" y="1347"/>
                    <a:pt x="30" y="1450"/>
                    <a:pt x="74" y="1523"/>
                  </a:cubicBezTo>
                  <a:cubicBezTo>
                    <a:pt x="132" y="1596"/>
                    <a:pt x="205" y="1611"/>
                    <a:pt x="264" y="1611"/>
                  </a:cubicBezTo>
                  <a:cubicBezTo>
                    <a:pt x="308" y="1596"/>
                    <a:pt x="337" y="1581"/>
                    <a:pt x="337" y="1581"/>
                  </a:cubicBezTo>
                  <a:cubicBezTo>
                    <a:pt x="330" y="1574"/>
                    <a:pt x="319" y="1574"/>
                    <a:pt x="306" y="1574"/>
                  </a:cubicBezTo>
                  <a:cubicBezTo>
                    <a:pt x="293" y="1574"/>
                    <a:pt x="279" y="1574"/>
                    <a:pt x="264" y="1567"/>
                  </a:cubicBezTo>
                  <a:cubicBezTo>
                    <a:pt x="220" y="1567"/>
                    <a:pt x="176" y="1523"/>
                    <a:pt x="132" y="1464"/>
                  </a:cubicBezTo>
                  <a:cubicBezTo>
                    <a:pt x="74" y="1362"/>
                    <a:pt x="117" y="1113"/>
                    <a:pt x="117" y="879"/>
                  </a:cubicBezTo>
                  <a:cubicBezTo>
                    <a:pt x="117" y="396"/>
                    <a:pt x="117" y="0"/>
                    <a:pt x="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9">
              <a:extLst>
                <a:ext uri="{FF2B5EF4-FFF2-40B4-BE49-F238E27FC236}">
                  <a16:creationId xmlns:a16="http://schemas.microsoft.com/office/drawing/2014/main" id="{75354DA8-076D-D342-6CD8-D61A15C66C33}"/>
                </a:ext>
              </a:extLst>
            </p:cNvPr>
            <p:cNvSpPr/>
            <p:nvPr/>
          </p:nvSpPr>
          <p:spPr>
            <a:xfrm flipH="1">
              <a:off x="6172445" y="1281302"/>
              <a:ext cx="9446" cy="28125"/>
            </a:xfrm>
            <a:custGeom>
              <a:avLst/>
              <a:gdLst/>
              <a:ahLst/>
              <a:cxnLst/>
              <a:rect l="l" t="t" r="r" b="b"/>
              <a:pathLst>
                <a:path w="133" h="396" extrusionOk="0">
                  <a:moveTo>
                    <a:pt x="74" y="0"/>
                  </a:moveTo>
                  <a:cubicBezTo>
                    <a:pt x="45" y="0"/>
                    <a:pt x="16" y="88"/>
                    <a:pt x="16" y="205"/>
                  </a:cubicBezTo>
                  <a:cubicBezTo>
                    <a:pt x="1" y="308"/>
                    <a:pt x="16" y="395"/>
                    <a:pt x="59" y="395"/>
                  </a:cubicBezTo>
                  <a:cubicBezTo>
                    <a:pt x="74" y="395"/>
                    <a:pt x="118" y="308"/>
                    <a:pt x="118" y="205"/>
                  </a:cubicBezTo>
                  <a:cubicBezTo>
                    <a:pt x="133" y="88"/>
                    <a:pt x="118" y="0"/>
                    <a:pt x="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9">
              <a:extLst>
                <a:ext uri="{FF2B5EF4-FFF2-40B4-BE49-F238E27FC236}">
                  <a16:creationId xmlns:a16="http://schemas.microsoft.com/office/drawing/2014/main" id="{D7CF51E3-C834-B1F6-77FA-4231B907890E}"/>
                </a:ext>
              </a:extLst>
            </p:cNvPr>
            <p:cNvSpPr/>
            <p:nvPr/>
          </p:nvSpPr>
          <p:spPr>
            <a:xfrm flipH="1">
              <a:off x="6296165" y="1280237"/>
              <a:ext cx="9446" cy="28125"/>
            </a:xfrm>
            <a:custGeom>
              <a:avLst/>
              <a:gdLst/>
              <a:ahLst/>
              <a:cxnLst/>
              <a:rect l="l" t="t" r="r" b="b"/>
              <a:pathLst>
                <a:path w="133" h="396" extrusionOk="0">
                  <a:moveTo>
                    <a:pt x="74" y="1"/>
                  </a:moveTo>
                  <a:cubicBezTo>
                    <a:pt x="45" y="1"/>
                    <a:pt x="30" y="74"/>
                    <a:pt x="30" y="191"/>
                  </a:cubicBezTo>
                  <a:cubicBezTo>
                    <a:pt x="1" y="308"/>
                    <a:pt x="30" y="396"/>
                    <a:pt x="59" y="396"/>
                  </a:cubicBezTo>
                  <a:cubicBezTo>
                    <a:pt x="74" y="396"/>
                    <a:pt x="118" y="308"/>
                    <a:pt x="118" y="191"/>
                  </a:cubicBezTo>
                  <a:cubicBezTo>
                    <a:pt x="133" y="88"/>
                    <a:pt x="118" y="1"/>
                    <a:pt x="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9">
              <a:extLst>
                <a:ext uri="{FF2B5EF4-FFF2-40B4-BE49-F238E27FC236}">
                  <a16:creationId xmlns:a16="http://schemas.microsoft.com/office/drawing/2014/main" id="{FF710AE2-5F23-6FEE-311F-8C8DBA40442B}"/>
                </a:ext>
              </a:extLst>
            </p:cNvPr>
            <p:cNvSpPr/>
            <p:nvPr/>
          </p:nvSpPr>
          <p:spPr>
            <a:xfrm flipH="1">
              <a:off x="6094462" y="1478814"/>
              <a:ext cx="67613" cy="119673"/>
            </a:xfrm>
            <a:custGeom>
              <a:avLst/>
              <a:gdLst/>
              <a:ahLst/>
              <a:cxnLst/>
              <a:rect l="l" t="t" r="r" b="b"/>
              <a:pathLst>
                <a:path w="952" h="1685" extrusionOk="0">
                  <a:moveTo>
                    <a:pt x="937" y="1"/>
                  </a:moveTo>
                  <a:lnTo>
                    <a:pt x="937" y="1"/>
                  </a:lnTo>
                  <a:cubicBezTo>
                    <a:pt x="717" y="293"/>
                    <a:pt x="395" y="498"/>
                    <a:pt x="59" y="586"/>
                  </a:cubicBezTo>
                  <a:lnTo>
                    <a:pt x="29" y="586"/>
                  </a:lnTo>
                  <a:cubicBezTo>
                    <a:pt x="15" y="923"/>
                    <a:pt x="0" y="1143"/>
                    <a:pt x="59" y="1465"/>
                  </a:cubicBezTo>
                  <a:cubicBezTo>
                    <a:pt x="59" y="1479"/>
                    <a:pt x="103" y="1655"/>
                    <a:pt x="103" y="1684"/>
                  </a:cubicBezTo>
                  <a:cubicBezTo>
                    <a:pt x="103" y="1684"/>
                    <a:pt x="249" y="1626"/>
                    <a:pt x="351" y="1567"/>
                  </a:cubicBezTo>
                  <a:cubicBezTo>
                    <a:pt x="600" y="1421"/>
                    <a:pt x="791" y="1172"/>
                    <a:pt x="864" y="879"/>
                  </a:cubicBezTo>
                  <a:cubicBezTo>
                    <a:pt x="952" y="601"/>
                    <a:pt x="952" y="293"/>
                    <a:pt x="937"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9">
              <a:extLst>
                <a:ext uri="{FF2B5EF4-FFF2-40B4-BE49-F238E27FC236}">
                  <a16:creationId xmlns:a16="http://schemas.microsoft.com/office/drawing/2014/main" id="{E10E5330-ABD5-8B0A-E6AF-982A6CC57B4D}"/>
                </a:ext>
              </a:extLst>
            </p:cNvPr>
            <p:cNvSpPr/>
            <p:nvPr/>
          </p:nvSpPr>
          <p:spPr>
            <a:xfrm flipH="1">
              <a:off x="5967617" y="1250124"/>
              <a:ext cx="57244" cy="75497"/>
            </a:xfrm>
            <a:custGeom>
              <a:avLst/>
              <a:gdLst/>
              <a:ahLst/>
              <a:cxnLst/>
              <a:rect l="l" t="t" r="r" b="b"/>
              <a:pathLst>
                <a:path w="806" h="1063" extrusionOk="0">
                  <a:moveTo>
                    <a:pt x="718" y="0"/>
                  </a:moveTo>
                  <a:cubicBezTo>
                    <a:pt x="718" y="0"/>
                    <a:pt x="630" y="0"/>
                    <a:pt x="498" y="59"/>
                  </a:cubicBezTo>
                  <a:cubicBezTo>
                    <a:pt x="366" y="102"/>
                    <a:pt x="205" y="234"/>
                    <a:pt x="103" y="454"/>
                  </a:cubicBezTo>
                  <a:lnTo>
                    <a:pt x="0" y="615"/>
                  </a:lnTo>
                  <a:lnTo>
                    <a:pt x="0" y="615"/>
                  </a:lnTo>
                  <a:lnTo>
                    <a:pt x="176" y="512"/>
                  </a:lnTo>
                  <a:cubicBezTo>
                    <a:pt x="185" y="507"/>
                    <a:pt x="194" y="502"/>
                    <a:pt x="203" y="496"/>
                  </a:cubicBezTo>
                  <a:lnTo>
                    <a:pt x="203" y="496"/>
                  </a:lnTo>
                  <a:lnTo>
                    <a:pt x="205" y="498"/>
                  </a:lnTo>
                  <a:cubicBezTo>
                    <a:pt x="206" y="497"/>
                    <a:pt x="206" y="495"/>
                    <a:pt x="207" y="494"/>
                  </a:cubicBezTo>
                  <a:lnTo>
                    <a:pt x="207" y="494"/>
                  </a:lnTo>
                  <a:cubicBezTo>
                    <a:pt x="270" y="456"/>
                    <a:pt x="333" y="420"/>
                    <a:pt x="396" y="395"/>
                  </a:cubicBezTo>
                  <a:cubicBezTo>
                    <a:pt x="413" y="391"/>
                    <a:pt x="431" y="389"/>
                    <a:pt x="448" y="389"/>
                  </a:cubicBezTo>
                  <a:cubicBezTo>
                    <a:pt x="542" y="389"/>
                    <a:pt x="620" y="455"/>
                    <a:pt x="645" y="542"/>
                  </a:cubicBezTo>
                  <a:cubicBezTo>
                    <a:pt x="689" y="644"/>
                    <a:pt x="645" y="747"/>
                    <a:pt x="615" y="820"/>
                  </a:cubicBezTo>
                  <a:cubicBezTo>
                    <a:pt x="513" y="981"/>
                    <a:pt x="410" y="1039"/>
                    <a:pt x="425" y="1054"/>
                  </a:cubicBezTo>
                  <a:cubicBezTo>
                    <a:pt x="425" y="1060"/>
                    <a:pt x="430" y="1063"/>
                    <a:pt x="438" y="1063"/>
                  </a:cubicBezTo>
                  <a:cubicBezTo>
                    <a:pt x="475" y="1063"/>
                    <a:pt x="584" y="1009"/>
                    <a:pt x="703" y="878"/>
                  </a:cubicBezTo>
                  <a:cubicBezTo>
                    <a:pt x="762" y="805"/>
                    <a:pt x="806" y="659"/>
                    <a:pt x="762" y="527"/>
                  </a:cubicBezTo>
                  <a:cubicBezTo>
                    <a:pt x="732" y="454"/>
                    <a:pt x="703" y="395"/>
                    <a:pt x="630" y="351"/>
                  </a:cubicBezTo>
                  <a:cubicBezTo>
                    <a:pt x="575" y="318"/>
                    <a:pt x="512" y="302"/>
                    <a:pt x="453" y="302"/>
                  </a:cubicBezTo>
                  <a:cubicBezTo>
                    <a:pt x="433" y="302"/>
                    <a:pt x="414" y="304"/>
                    <a:pt x="396" y="307"/>
                  </a:cubicBezTo>
                  <a:cubicBezTo>
                    <a:pt x="358" y="312"/>
                    <a:pt x="324" y="322"/>
                    <a:pt x="294" y="334"/>
                  </a:cubicBezTo>
                  <a:lnTo>
                    <a:pt x="294" y="334"/>
                  </a:lnTo>
                  <a:cubicBezTo>
                    <a:pt x="369" y="230"/>
                    <a:pt x="462" y="152"/>
                    <a:pt x="542" y="102"/>
                  </a:cubicBezTo>
                  <a:cubicBezTo>
                    <a:pt x="645" y="29"/>
                    <a:pt x="718" y="15"/>
                    <a:pt x="7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9">
              <a:extLst>
                <a:ext uri="{FF2B5EF4-FFF2-40B4-BE49-F238E27FC236}">
                  <a16:creationId xmlns:a16="http://schemas.microsoft.com/office/drawing/2014/main" id="{B5213B76-D4FC-B291-D7E0-C590647B26A5}"/>
                </a:ext>
              </a:extLst>
            </p:cNvPr>
            <p:cNvSpPr/>
            <p:nvPr/>
          </p:nvSpPr>
          <p:spPr>
            <a:xfrm flipH="1">
              <a:off x="6185939" y="1384213"/>
              <a:ext cx="64559" cy="52272"/>
            </a:xfrm>
            <a:custGeom>
              <a:avLst/>
              <a:gdLst/>
              <a:ahLst/>
              <a:cxnLst/>
              <a:rect l="l" t="t" r="r" b="b"/>
              <a:pathLst>
                <a:path w="909" h="736" extrusionOk="0">
                  <a:moveTo>
                    <a:pt x="879" y="1"/>
                  </a:moveTo>
                  <a:cubicBezTo>
                    <a:pt x="864" y="1"/>
                    <a:pt x="864" y="74"/>
                    <a:pt x="820" y="176"/>
                  </a:cubicBezTo>
                  <a:cubicBezTo>
                    <a:pt x="806" y="293"/>
                    <a:pt x="718" y="410"/>
                    <a:pt x="586" y="528"/>
                  </a:cubicBezTo>
                  <a:cubicBezTo>
                    <a:pt x="455" y="630"/>
                    <a:pt x="293" y="674"/>
                    <a:pt x="176" y="674"/>
                  </a:cubicBezTo>
                  <a:cubicBezTo>
                    <a:pt x="108" y="674"/>
                    <a:pt x="53" y="667"/>
                    <a:pt x="23" y="667"/>
                  </a:cubicBezTo>
                  <a:cubicBezTo>
                    <a:pt x="9" y="667"/>
                    <a:pt x="1" y="669"/>
                    <a:pt x="1" y="674"/>
                  </a:cubicBezTo>
                  <a:cubicBezTo>
                    <a:pt x="1" y="689"/>
                    <a:pt x="59" y="732"/>
                    <a:pt x="176" y="732"/>
                  </a:cubicBezTo>
                  <a:cubicBezTo>
                    <a:pt x="191" y="734"/>
                    <a:pt x="207" y="735"/>
                    <a:pt x="223" y="735"/>
                  </a:cubicBezTo>
                  <a:cubicBezTo>
                    <a:pt x="337" y="735"/>
                    <a:pt x="491" y="690"/>
                    <a:pt x="645" y="601"/>
                  </a:cubicBezTo>
                  <a:cubicBezTo>
                    <a:pt x="806" y="484"/>
                    <a:pt x="879" y="323"/>
                    <a:pt x="894" y="191"/>
                  </a:cubicBezTo>
                  <a:cubicBezTo>
                    <a:pt x="908" y="74"/>
                    <a:pt x="894"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9">
              <a:extLst>
                <a:ext uri="{FF2B5EF4-FFF2-40B4-BE49-F238E27FC236}">
                  <a16:creationId xmlns:a16="http://schemas.microsoft.com/office/drawing/2014/main" id="{8FC81E88-52DC-1293-6D73-F416E1455B4A}"/>
                </a:ext>
              </a:extLst>
            </p:cNvPr>
            <p:cNvSpPr/>
            <p:nvPr/>
          </p:nvSpPr>
          <p:spPr>
            <a:xfrm flipH="1">
              <a:off x="6168254" y="1378176"/>
              <a:ext cx="34375" cy="21733"/>
            </a:xfrm>
            <a:custGeom>
              <a:avLst/>
              <a:gdLst/>
              <a:ahLst/>
              <a:cxnLst/>
              <a:rect l="l" t="t" r="r" b="b"/>
              <a:pathLst>
                <a:path w="484" h="306" extrusionOk="0">
                  <a:moveTo>
                    <a:pt x="146" y="0"/>
                  </a:moveTo>
                  <a:cubicBezTo>
                    <a:pt x="125" y="0"/>
                    <a:pt x="105" y="4"/>
                    <a:pt x="88" y="12"/>
                  </a:cubicBezTo>
                  <a:cubicBezTo>
                    <a:pt x="15" y="27"/>
                    <a:pt x="0" y="42"/>
                    <a:pt x="0" y="56"/>
                  </a:cubicBezTo>
                  <a:cubicBezTo>
                    <a:pt x="0" y="86"/>
                    <a:pt x="132" y="56"/>
                    <a:pt x="264" y="115"/>
                  </a:cubicBezTo>
                  <a:cubicBezTo>
                    <a:pt x="381" y="188"/>
                    <a:pt x="425" y="305"/>
                    <a:pt x="454" y="305"/>
                  </a:cubicBezTo>
                  <a:cubicBezTo>
                    <a:pt x="483" y="305"/>
                    <a:pt x="483" y="261"/>
                    <a:pt x="454" y="203"/>
                  </a:cubicBezTo>
                  <a:cubicBezTo>
                    <a:pt x="439" y="159"/>
                    <a:pt x="381" y="86"/>
                    <a:pt x="308" y="42"/>
                  </a:cubicBezTo>
                  <a:cubicBezTo>
                    <a:pt x="256" y="21"/>
                    <a:pt x="197"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9">
              <a:extLst>
                <a:ext uri="{FF2B5EF4-FFF2-40B4-BE49-F238E27FC236}">
                  <a16:creationId xmlns:a16="http://schemas.microsoft.com/office/drawing/2014/main" id="{520EFA83-7836-4FC9-A2E1-100AEF68F307}"/>
                </a:ext>
              </a:extLst>
            </p:cNvPr>
            <p:cNvSpPr/>
            <p:nvPr/>
          </p:nvSpPr>
          <p:spPr>
            <a:xfrm flipH="1">
              <a:off x="5637006" y="2610757"/>
              <a:ext cx="780891" cy="84375"/>
            </a:xfrm>
            <a:custGeom>
              <a:avLst/>
              <a:gdLst/>
              <a:ahLst/>
              <a:cxnLst/>
              <a:rect l="l" t="t" r="r" b="b"/>
              <a:pathLst>
                <a:path w="10995" h="1188" extrusionOk="0">
                  <a:moveTo>
                    <a:pt x="7423" y="0"/>
                  </a:moveTo>
                  <a:lnTo>
                    <a:pt x="7408" y="30"/>
                  </a:lnTo>
                  <a:cubicBezTo>
                    <a:pt x="6969" y="440"/>
                    <a:pt x="6325" y="732"/>
                    <a:pt x="5637" y="908"/>
                  </a:cubicBezTo>
                  <a:cubicBezTo>
                    <a:pt x="5027" y="1035"/>
                    <a:pt x="4427" y="1098"/>
                    <a:pt x="3864" y="1098"/>
                  </a:cubicBezTo>
                  <a:cubicBezTo>
                    <a:pt x="3710" y="1098"/>
                    <a:pt x="3559" y="1093"/>
                    <a:pt x="3412" y="1084"/>
                  </a:cubicBezTo>
                  <a:cubicBezTo>
                    <a:pt x="2738" y="1055"/>
                    <a:pt x="2138" y="923"/>
                    <a:pt x="1626" y="806"/>
                  </a:cubicBezTo>
                  <a:cubicBezTo>
                    <a:pt x="1113" y="703"/>
                    <a:pt x="703" y="571"/>
                    <a:pt x="440" y="498"/>
                  </a:cubicBezTo>
                  <a:cubicBezTo>
                    <a:pt x="294" y="469"/>
                    <a:pt x="191" y="425"/>
                    <a:pt x="103" y="410"/>
                  </a:cubicBezTo>
                  <a:cubicBezTo>
                    <a:pt x="30" y="396"/>
                    <a:pt x="1" y="396"/>
                    <a:pt x="1" y="396"/>
                  </a:cubicBezTo>
                  <a:lnTo>
                    <a:pt x="1" y="396"/>
                  </a:lnTo>
                  <a:cubicBezTo>
                    <a:pt x="1" y="396"/>
                    <a:pt x="30" y="410"/>
                    <a:pt x="103" y="425"/>
                  </a:cubicBezTo>
                  <a:cubicBezTo>
                    <a:pt x="176" y="469"/>
                    <a:pt x="294" y="498"/>
                    <a:pt x="411" y="542"/>
                  </a:cubicBezTo>
                  <a:cubicBezTo>
                    <a:pt x="689" y="630"/>
                    <a:pt x="1099" y="762"/>
                    <a:pt x="1611" y="879"/>
                  </a:cubicBezTo>
                  <a:cubicBezTo>
                    <a:pt x="2123" y="1011"/>
                    <a:pt x="2724" y="1142"/>
                    <a:pt x="3412" y="1172"/>
                  </a:cubicBezTo>
                  <a:cubicBezTo>
                    <a:pt x="3574" y="1182"/>
                    <a:pt x="3741" y="1187"/>
                    <a:pt x="3911" y="1187"/>
                  </a:cubicBezTo>
                  <a:cubicBezTo>
                    <a:pt x="4461" y="1187"/>
                    <a:pt x="5048" y="1130"/>
                    <a:pt x="5652" y="996"/>
                  </a:cubicBezTo>
                  <a:cubicBezTo>
                    <a:pt x="6320" y="811"/>
                    <a:pt x="6961" y="530"/>
                    <a:pt x="7426" y="111"/>
                  </a:cubicBezTo>
                  <a:lnTo>
                    <a:pt x="7426" y="111"/>
                  </a:lnTo>
                  <a:cubicBezTo>
                    <a:pt x="8318" y="522"/>
                    <a:pt x="9173" y="738"/>
                    <a:pt x="9825" y="738"/>
                  </a:cubicBezTo>
                  <a:cubicBezTo>
                    <a:pt x="9885" y="738"/>
                    <a:pt x="9943" y="736"/>
                    <a:pt x="9999" y="732"/>
                  </a:cubicBezTo>
                  <a:cubicBezTo>
                    <a:pt x="10351" y="718"/>
                    <a:pt x="10585" y="586"/>
                    <a:pt x="10761" y="513"/>
                  </a:cubicBezTo>
                  <a:cubicBezTo>
                    <a:pt x="10849" y="484"/>
                    <a:pt x="10907" y="440"/>
                    <a:pt x="10936" y="425"/>
                  </a:cubicBezTo>
                  <a:cubicBezTo>
                    <a:pt x="10980" y="410"/>
                    <a:pt x="10995" y="396"/>
                    <a:pt x="10995" y="396"/>
                  </a:cubicBezTo>
                  <a:cubicBezTo>
                    <a:pt x="10995" y="390"/>
                    <a:pt x="10992" y="388"/>
                    <a:pt x="10987" y="388"/>
                  </a:cubicBezTo>
                  <a:cubicBezTo>
                    <a:pt x="10961" y="388"/>
                    <a:pt x="10881" y="438"/>
                    <a:pt x="10761" y="498"/>
                  </a:cubicBezTo>
                  <a:cubicBezTo>
                    <a:pt x="10585" y="557"/>
                    <a:pt x="10351" y="659"/>
                    <a:pt x="10029" y="689"/>
                  </a:cubicBezTo>
                  <a:cubicBezTo>
                    <a:pt x="10008" y="689"/>
                    <a:pt x="9987" y="689"/>
                    <a:pt x="9966" y="689"/>
                  </a:cubicBezTo>
                  <a:cubicBezTo>
                    <a:pt x="9312" y="689"/>
                    <a:pt x="8417" y="469"/>
                    <a:pt x="7467" y="30"/>
                  </a:cubicBezTo>
                  <a:lnTo>
                    <a:pt x="7423"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9">
              <a:extLst>
                <a:ext uri="{FF2B5EF4-FFF2-40B4-BE49-F238E27FC236}">
                  <a16:creationId xmlns:a16="http://schemas.microsoft.com/office/drawing/2014/main" id="{EB36B36C-0568-A524-BA35-3DB389E14BB3}"/>
                </a:ext>
              </a:extLst>
            </p:cNvPr>
            <p:cNvSpPr/>
            <p:nvPr/>
          </p:nvSpPr>
          <p:spPr>
            <a:xfrm flipH="1">
              <a:off x="5889635" y="2064175"/>
              <a:ext cx="59304" cy="564628"/>
            </a:xfrm>
            <a:custGeom>
              <a:avLst/>
              <a:gdLst/>
              <a:ahLst/>
              <a:cxnLst/>
              <a:rect l="l" t="t" r="r" b="b"/>
              <a:pathLst>
                <a:path w="835" h="7950" extrusionOk="0">
                  <a:moveTo>
                    <a:pt x="15" y="1"/>
                  </a:moveTo>
                  <a:cubicBezTo>
                    <a:pt x="0" y="1"/>
                    <a:pt x="15" y="118"/>
                    <a:pt x="29" y="323"/>
                  </a:cubicBezTo>
                  <a:cubicBezTo>
                    <a:pt x="59" y="528"/>
                    <a:pt x="88" y="821"/>
                    <a:pt x="132" y="1157"/>
                  </a:cubicBezTo>
                  <a:cubicBezTo>
                    <a:pt x="205" y="1875"/>
                    <a:pt x="322" y="2855"/>
                    <a:pt x="439" y="3953"/>
                  </a:cubicBezTo>
                  <a:cubicBezTo>
                    <a:pt x="542" y="5051"/>
                    <a:pt x="644" y="6062"/>
                    <a:pt x="717" y="6779"/>
                  </a:cubicBezTo>
                  <a:cubicBezTo>
                    <a:pt x="732" y="7130"/>
                    <a:pt x="761" y="7423"/>
                    <a:pt x="791" y="7643"/>
                  </a:cubicBezTo>
                  <a:cubicBezTo>
                    <a:pt x="805" y="7848"/>
                    <a:pt x="820" y="7950"/>
                    <a:pt x="820" y="7950"/>
                  </a:cubicBezTo>
                  <a:cubicBezTo>
                    <a:pt x="835" y="7950"/>
                    <a:pt x="835" y="7848"/>
                    <a:pt x="835" y="7643"/>
                  </a:cubicBezTo>
                  <a:cubicBezTo>
                    <a:pt x="820" y="7438"/>
                    <a:pt x="805" y="7145"/>
                    <a:pt x="791" y="6779"/>
                  </a:cubicBezTo>
                  <a:cubicBezTo>
                    <a:pt x="747" y="6047"/>
                    <a:pt x="659" y="5051"/>
                    <a:pt x="542" y="3953"/>
                  </a:cubicBezTo>
                  <a:cubicBezTo>
                    <a:pt x="439" y="2855"/>
                    <a:pt x="308" y="1875"/>
                    <a:pt x="205" y="1157"/>
                  </a:cubicBezTo>
                  <a:cubicBezTo>
                    <a:pt x="147" y="821"/>
                    <a:pt x="103" y="528"/>
                    <a:pt x="73" y="323"/>
                  </a:cubicBezTo>
                  <a:cubicBezTo>
                    <a:pt x="59" y="118"/>
                    <a:pt x="15" y="1"/>
                    <a:pt x="1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9">
              <a:extLst>
                <a:ext uri="{FF2B5EF4-FFF2-40B4-BE49-F238E27FC236}">
                  <a16:creationId xmlns:a16="http://schemas.microsoft.com/office/drawing/2014/main" id="{C62D6BA5-41BA-8EE0-91C6-9A6938F2CF4C}"/>
                </a:ext>
              </a:extLst>
            </p:cNvPr>
            <p:cNvSpPr/>
            <p:nvPr/>
          </p:nvSpPr>
          <p:spPr>
            <a:xfrm flipH="1">
              <a:off x="5865701" y="1543302"/>
              <a:ext cx="84304" cy="431532"/>
            </a:xfrm>
            <a:custGeom>
              <a:avLst/>
              <a:gdLst/>
              <a:ahLst/>
              <a:cxnLst/>
              <a:rect l="l" t="t" r="r" b="b"/>
              <a:pathLst>
                <a:path w="1187" h="6076" extrusionOk="0">
                  <a:moveTo>
                    <a:pt x="0" y="0"/>
                  </a:moveTo>
                  <a:lnTo>
                    <a:pt x="0" y="6076"/>
                  </a:lnTo>
                  <a:cubicBezTo>
                    <a:pt x="0" y="6076"/>
                    <a:pt x="1186" y="2518"/>
                    <a:pt x="923" y="1874"/>
                  </a:cubicBezTo>
                  <a:cubicBezTo>
                    <a:pt x="689" y="1245"/>
                    <a:pt x="0" y="0"/>
                    <a:pt x="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9">
              <a:extLst>
                <a:ext uri="{FF2B5EF4-FFF2-40B4-BE49-F238E27FC236}">
                  <a16:creationId xmlns:a16="http://schemas.microsoft.com/office/drawing/2014/main" id="{9998041C-881B-5AA1-C388-680F62A5FFA4}"/>
                </a:ext>
              </a:extLst>
            </p:cNvPr>
            <p:cNvSpPr/>
            <p:nvPr/>
          </p:nvSpPr>
          <p:spPr>
            <a:xfrm flipH="1">
              <a:off x="5996735" y="1560986"/>
              <a:ext cx="272442" cy="431532"/>
            </a:xfrm>
            <a:custGeom>
              <a:avLst/>
              <a:gdLst/>
              <a:ahLst/>
              <a:cxnLst/>
              <a:rect l="l" t="t" r="r" b="b"/>
              <a:pathLst>
                <a:path w="3836" h="6076" extrusionOk="0">
                  <a:moveTo>
                    <a:pt x="688" y="0"/>
                  </a:moveTo>
                  <a:cubicBezTo>
                    <a:pt x="542" y="30"/>
                    <a:pt x="0" y="2167"/>
                    <a:pt x="556" y="2811"/>
                  </a:cubicBezTo>
                  <a:cubicBezTo>
                    <a:pt x="1171" y="3528"/>
                    <a:pt x="3836" y="6076"/>
                    <a:pt x="3836" y="6076"/>
                  </a:cubicBezTo>
                  <a:lnTo>
                    <a:pt x="688"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9">
              <a:extLst>
                <a:ext uri="{FF2B5EF4-FFF2-40B4-BE49-F238E27FC236}">
                  <a16:creationId xmlns:a16="http://schemas.microsoft.com/office/drawing/2014/main" id="{C265A106-4168-A44F-13E6-304E284351BC}"/>
                </a:ext>
              </a:extLst>
            </p:cNvPr>
            <p:cNvSpPr/>
            <p:nvPr/>
          </p:nvSpPr>
          <p:spPr>
            <a:xfrm flipH="1">
              <a:off x="6130825" y="2746126"/>
              <a:ext cx="175780" cy="125994"/>
            </a:xfrm>
            <a:custGeom>
              <a:avLst/>
              <a:gdLst/>
              <a:ahLst/>
              <a:cxnLst/>
              <a:rect l="l" t="t" r="r" b="b"/>
              <a:pathLst>
                <a:path w="2475" h="1774" extrusionOk="0">
                  <a:moveTo>
                    <a:pt x="2455" y="0"/>
                  </a:moveTo>
                  <a:cubicBezTo>
                    <a:pt x="2404" y="0"/>
                    <a:pt x="2040" y="576"/>
                    <a:pt x="1376" y="1056"/>
                  </a:cubicBezTo>
                  <a:cubicBezTo>
                    <a:pt x="674" y="1569"/>
                    <a:pt x="0" y="1730"/>
                    <a:pt x="15" y="1774"/>
                  </a:cubicBezTo>
                  <a:cubicBezTo>
                    <a:pt x="15" y="1774"/>
                    <a:pt x="205" y="1759"/>
                    <a:pt x="454" y="1657"/>
                  </a:cubicBezTo>
                  <a:cubicBezTo>
                    <a:pt x="732" y="1569"/>
                    <a:pt x="1083" y="1408"/>
                    <a:pt x="1420" y="1144"/>
                  </a:cubicBezTo>
                  <a:cubicBezTo>
                    <a:pt x="1772" y="895"/>
                    <a:pt x="2050" y="602"/>
                    <a:pt x="2211" y="383"/>
                  </a:cubicBezTo>
                  <a:cubicBezTo>
                    <a:pt x="2386" y="163"/>
                    <a:pt x="2474" y="2"/>
                    <a:pt x="2460" y="2"/>
                  </a:cubicBezTo>
                  <a:cubicBezTo>
                    <a:pt x="2459" y="1"/>
                    <a:pt x="2457" y="0"/>
                    <a:pt x="245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9">
              <a:extLst>
                <a:ext uri="{FF2B5EF4-FFF2-40B4-BE49-F238E27FC236}">
                  <a16:creationId xmlns:a16="http://schemas.microsoft.com/office/drawing/2014/main" id="{2054BFB1-2B2E-6868-738D-F5575E972AB8}"/>
                </a:ext>
              </a:extLst>
            </p:cNvPr>
            <p:cNvSpPr/>
            <p:nvPr/>
          </p:nvSpPr>
          <p:spPr>
            <a:xfrm flipH="1">
              <a:off x="5465417" y="2832560"/>
              <a:ext cx="754897" cy="1900700"/>
            </a:xfrm>
            <a:custGeom>
              <a:avLst/>
              <a:gdLst/>
              <a:ahLst/>
              <a:cxnLst/>
              <a:rect l="l" t="t" r="r" b="b"/>
              <a:pathLst>
                <a:path w="10629" h="26762" extrusionOk="0">
                  <a:moveTo>
                    <a:pt x="0" y="0"/>
                  </a:moveTo>
                  <a:lnTo>
                    <a:pt x="0" y="74"/>
                  </a:lnTo>
                  <a:cubicBezTo>
                    <a:pt x="15" y="132"/>
                    <a:pt x="15" y="205"/>
                    <a:pt x="30" y="293"/>
                  </a:cubicBezTo>
                  <a:cubicBezTo>
                    <a:pt x="73" y="498"/>
                    <a:pt x="103" y="776"/>
                    <a:pt x="161" y="1142"/>
                  </a:cubicBezTo>
                  <a:cubicBezTo>
                    <a:pt x="176" y="1318"/>
                    <a:pt x="220" y="1523"/>
                    <a:pt x="249" y="1742"/>
                  </a:cubicBezTo>
                  <a:cubicBezTo>
                    <a:pt x="293" y="1962"/>
                    <a:pt x="337" y="2196"/>
                    <a:pt x="395" y="2460"/>
                  </a:cubicBezTo>
                  <a:cubicBezTo>
                    <a:pt x="483" y="2958"/>
                    <a:pt x="600" y="3543"/>
                    <a:pt x="761" y="4173"/>
                  </a:cubicBezTo>
                  <a:cubicBezTo>
                    <a:pt x="835" y="4509"/>
                    <a:pt x="908" y="4831"/>
                    <a:pt x="996" y="5183"/>
                  </a:cubicBezTo>
                  <a:cubicBezTo>
                    <a:pt x="1098" y="5534"/>
                    <a:pt x="1186" y="5900"/>
                    <a:pt x="1289" y="6266"/>
                  </a:cubicBezTo>
                  <a:cubicBezTo>
                    <a:pt x="1493" y="7013"/>
                    <a:pt x="1757" y="7803"/>
                    <a:pt x="2006" y="8623"/>
                  </a:cubicBezTo>
                  <a:cubicBezTo>
                    <a:pt x="2562" y="10277"/>
                    <a:pt x="3221" y="12049"/>
                    <a:pt x="3997" y="13893"/>
                  </a:cubicBezTo>
                  <a:cubicBezTo>
                    <a:pt x="4787" y="15723"/>
                    <a:pt x="5607" y="17451"/>
                    <a:pt x="6383" y="19002"/>
                  </a:cubicBezTo>
                  <a:cubicBezTo>
                    <a:pt x="7144" y="20554"/>
                    <a:pt x="7876" y="21930"/>
                    <a:pt x="8520" y="23087"/>
                  </a:cubicBezTo>
                  <a:cubicBezTo>
                    <a:pt x="9150" y="24229"/>
                    <a:pt x="9677" y="25151"/>
                    <a:pt x="10043" y="25795"/>
                  </a:cubicBezTo>
                  <a:cubicBezTo>
                    <a:pt x="10219" y="26103"/>
                    <a:pt x="10365" y="26351"/>
                    <a:pt x="10467" y="26527"/>
                  </a:cubicBezTo>
                  <a:cubicBezTo>
                    <a:pt x="10497" y="26600"/>
                    <a:pt x="10541" y="26644"/>
                    <a:pt x="10570" y="26703"/>
                  </a:cubicBezTo>
                  <a:cubicBezTo>
                    <a:pt x="10585" y="26747"/>
                    <a:pt x="10614" y="26761"/>
                    <a:pt x="10614" y="26761"/>
                  </a:cubicBezTo>
                  <a:cubicBezTo>
                    <a:pt x="10614" y="26761"/>
                    <a:pt x="10585" y="26747"/>
                    <a:pt x="10628" y="26688"/>
                  </a:cubicBezTo>
                  <a:cubicBezTo>
                    <a:pt x="10585" y="26630"/>
                    <a:pt x="10555" y="26556"/>
                    <a:pt x="10511" y="26483"/>
                  </a:cubicBezTo>
                  <a:cubicBezTo>
                    <a:pt x="10424" y="26322"/>
                    <a:pt x="10292" y="26059"/>
                    <a:pt x="10116" y="25751"/>
                  </a:cubicBezTo>
                  <a:cubicBezTo>
                    <a:pt x="9765" y="25107"/>
                    <a:pt x="9252" y="24185"/>
                    <a:pt x="8638" y="23028"/>
                  </a:cubicBezTo>
                  <a:cubicBezTo>
                    <a:pt x="8008" y="21872"/>
                    <a:pt x="7276" y="20496"/>
                    <a:pt x="6515" y="18944"/>
                  </a:cubicBezTo>
                  <a:cubicBezTo>
                    <a:pt x="5739" y="17392"/>
                    <a:pt x="4919" y="15665"/>
                    <a:pt x="4129" y="13835"/>
                  </a:cubicBezTo>
                  <a:cubicBezTo>
                    <a:pt x="3338" y="11990"/>
                    <a:pt x="2665" y="10219"/>
                    <a:pt x="2123" y="8564"/>
                  </a:cubicBezTo>
                  <a:cubicBezTo>
                    <a:pt x="1845" y="7745"/>
                    <a:pt x="1581" y="6983"/>
                    <a:pt x="1391" y="6222"/>
                  </a:cubicBezTo>
                  <a:cubicBezTo>
                    <a:pt x="1289" y="5842"/>
                    <a:pt x="1186" y="5490"/>
                    <a:pt x="1098" y="5153"/>
                  </a:cubicBezTo>
                  <a:cubicBezTo>
                    <a:pt x="996" y="4817"/>
                    <a:pt x="908" y="4465"/>
                    <a:pt x="835" y="4158"/>
                  </a:cubicBezTo>
                  <a:cubicBezTo>
                    <a:pt x="674" y="3543"/>
                    <a:pt x="557" y="2958"/>
                    <a:pt x="454" y="2445"/>
                  </a:cubicBezTo>
                  <a:cubicBezTo>
                    <a:pt x="395" y="2182"/>
                    <a:pt x="337" y="1947"/>
                    <a:pt x="308" y="1728"/>
                  </a:cubicBezTo>
                  <a:cubicBezTo>
                    <a:pt x="264" y="1508"/>
                    <a:pt x="234" y="1303"/>
                    <a:pt x="191" y="1128"/>
                  </a:cubicBezTo>
                  <a:cubicBezTo>
                    <a:pt x="147" y="776"/>
                    <a:pt x="88" y="498"/>
                    <a:pt x="44" y="293"/>
                  </a:cubicBezTo>
                  <a:cubicBezTo>
                    <a:pt x="30" y="205"/>
                    <a:pt x="30" y="132"/>
                    <a:pt x="15" y="74"/>
                  </a:cubicBezTo>
                  <a:cubicBezTo>
                    <a:pt x="0" y="30"/>
                    <a:pt x="0" y="0"/>
                    <a:pt x="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9">
              <a:extLst>
                <a:ext uri="{FF2B5EF4-FFF2-40B4-BE49-F238E27FC236}">
                  <a16:creationId xmlns:a16="http://schemas.microsoft.com/office/drawing/2014/main" id="{49007B88-04F0-C741-76F6-781B97E43E77}"/>
                </a:ext>
              </a:extLst>
            </p:cNvPr>
            <p:cNvSpPr/>
            <p:nvPr/>
          </p:nvSpPr>
          <p:spPr>
            <a:xfrm flipH="1">
              <a:off x="6258733" y="1720075"/>
              <a:ext cx="502270" cy="1441115"/>
            </a:xfrm>
            <a:custGeom>
              <a:avLst/>
              <a:gdLst/>
              <a:ahLst/>
              <a:cxnLst/>
              <a:rect l="l" t="t" r="r" b="b"/>
              <a:pathLst>
                <a:path w="7072" h="20291" extrusionOk="0">
                  <a:moveTo>
                    <a:pt x="3953" y="0"/>
                  </a:moveTo>
                  <a:cubicBezTo>
                    <a:pt x="3953" y="0"/>
                    <a:pt x="1948" y="5768"/>
                    <a:pt x="1172" y="9150"/>
                  </a:cubicBezTo>
                  <a:cubicBezTo>
                    <a:pt x="264" y="13117"/>
                    <a:pt x="1" y="18519"/>
                    <a:pt x="1" y="18519"/>
                  </a:cubicBezTo>
                  <a:lnTo>
                    <a:pt x="3046" y="20290"/>
                  </a:lnTo>
                  <a:cubicBezTo>
                    <a:pt x="3046" y="20290"/>
                    <a:pt x="4393" y="11638"/>
                    <a:pt x="4715" y="10453"/>
                  </a:cubicBezTo>
                  <a:cubicBezTo>
                    <a:pt x="4978" y="9486"/>
                    <a:pt x="5783" y="6807"/>
                    <a:pt x="6471" y="4538"/>
                  </a:cubicBezTo>
                  <a:cubicBezTo>
                    <a:pt x="7072" y="2591"/>
                    <a:pt x="5930" y="512"/>
                    <a:pt x="39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9">
              <a:extLst>
                <a:ext uri="{FF2B5EF4-FFF2-40B4-BE49-F238E27FC236}">
                  <a16:creationId xmlns:a16="http://schemas.microsoft.com/office/drawing/2014/main" id="{FD04E7FB-3478-8477-F4F7-50AE64CFD9A0}"/>
                </a:ext>
              </a:extLst>
            </p:cNvPr>
            <p:cNvSpPr/>
            <p:nvPr/>
          </p:nvSpPr>
          <p:spPr>
            <a:xfrm flipH="1">
              <a:off x="6305619" y="1714109"/>
              <a:ext cx="183096" cy="705749"/>
            </a:xfrm>
            <a:custGeom>
              <a:avLst/>
              <a:gdLst/>
              <a:ahLst/>
              <a:cxnLst/>
              <a:rect l="l" t="t" r="r" b="b"/>
              <a:pathLst>
                <a:path w="2578" h="9937" extrusionOk="0">
                  <a:moveTo>
                    <a:pt x="651" y="0"/>
                  </a:moveTo>
                  <a:cubicBezTo>
                    <a:pt x="574" y="0"/>
                    <a:pt x="503" y="5"/>
                    <a:pt x="440" y="11"/>
                  </a:cubicBezTo>
                  <a:cubicBezTo>
                    <a:pt x="147" y="55"/>
                    <a:pt x="1" y="143"/>
                    <a:pt x="1" y="143"/>
                  </a:cubicBezTo>
                  <a:cubicBezTo>
                    <a:pt x="2" y="144"/>
                    <a:pt x="4" y="145"/>
                    <a:pt x="8" y="145"/>
                  </a:cubicBezTo>
                  <a:cubicBezTo>
                    <a:pt x="43" y="145"/>
                    <a:pt x="188" y="81"/>
                    <a:pt x="455" y="55"/>
                  </a:cubicBezTo>
                  <a:cubicBezTo>
                    <a:pt x="492" y="53"/>
                    <a:pt x="532" y="52"/>
                    <a:pt x="574" y="52"/>
                  </a:cubicBezTo>
                  <a:cubicBezTo>
                    <a:pt x="860" y="52"/>
                    <a:pt x="1245" y="105"/>
                    <a:pt x="1640" y="348"/>
                  </a:cubicBezTo>
                  <a:cubicBezTo>
                    <a:pt x="1860" y="479"/>
                    <a:pt x="2080" y="670"/>
                    <a:pt x="2241" y="933"/>
                  </a:cubicBezTo>
                  <a:cubicBezTo>
                    <a:pt x="2416" y="1182"/>
                    <a:pt x="2504" y="1519"/>
                    <a:pt x="2504" y="1870"/>
                  </a:cubicBezTo>
                  <a:cubicBezTo>
                    <a:pt x="2519" y="2207"/>
                    <a:pt x="2446" y="2558"/>
                    <a:pt x="2372" y="2939"/>
                  </a:cubicBezTo>
                  <a:cubicBezTo>
                    <a:pt x="2299" y="3334"/>
                    <a:pt x="2226" y="3715"/>
                    <a:pt x="2153" y="4110"/>
                  </a:cubicBezTo>
                  <a:cubicBezTo>
                    <a:pt x="1845" y="5706"/>
                    <a:pt x="1567" y="7155"/>
                    <a:pt x="1362" y="8209"/>
                  </a:cubicBezTo>
                  <a:cubicBezTo>
                    <a:pt x="1274" y="8721"/>
                    <a:pt x="1201" y="9146"/>
                    <a:pt x="1143" y="9453"/>
                  </a:cubicBezTo>
                  <a:cubicBezTo>
                    <a:pt x="1133" y="9548"/>
                    <a:pt x="1124" y="9631"/>
                    <a:pt x="1114" y="9701"/>
                  </a:cubicBezTo>
                  <a:lnTo>
                    <a:pt x="1114" y="9701"/>
                  </a:lnTo>
                  <a:cubicBezTo>
                    <a:pt x="1126" y="9630"/>
                    <a:pt x="1142" y="9542"/>
                    <a:pt x="1172" y="9453"/>
                  </a:cubicBezTo>
                  <a:cubicBezTo>
                    <a:pt x="1216" y="9146"/>
                    <a:pt x="1318" y="8721"/>
                    <a:pt x="1421" y="8209"/>
                  </a:cubicBezTo>
                  <a:cubicBezTo>
                    <a:pt x="1626" y="7170"/>
                    <a:pt x="1919" y="5720"/>
                    <a:pt x="2226" y="4125"/>
                  </a:cubicBezTo>
                  <a:cubicBezTo>
                    <a:pt x="2299" y="3729"/>
                    <a:pt x="2372" y="3349"/>
                    <a:pt x="2446" y="2953"/>
                  </a:cubicBezTo>
                  <a:cubicBezTo>
                    <a:pt x="2519" y="2573"/>
                    <a:pt x="2577" y="2207"/>
                    <a:pt x="2577" y="1841"/>
                  </a:cubicBezTo>
                  <a:cubicBezTo>
                    <a:pt x="2577" y="1489"/>
                    <a:pt x="2489" y="1153"/>
                    <a:pt x="2299" y="875"/>
                  </a:cubicBezTo>
                  <a:cubicBezTo>
                    <a:pt x="2123" y="626"/>
                    <a:pt x="1904" y="421"/>
                    <a:pt x="1655" y="274"/>
                  </a:cubicBezTo>
                  <a:cubicBezTo>
                    <a:pt x="1288" y="56"/>
                    <a:pt x="930" y="0"/>
                    <a:pt x="651" y="0"/>
                  </a:cubicBezTo>
                  <a:close/>
                  <a:moveTo>
                    <a:pt x="1114" y="9701"/>
                  </a:moveTo>
                  <a:cubicBezTo>
                    <a:pt x="1108" y="9736"/>
                    <a:pt x="1104" y="9766"/>
                    <a:pt x="1099" y="9790"/>
                  </a:cubicBezTo>
                  <a:cubicBezTo>
                    <a:pt x="1099" y="9795"/>
                    <a:pt x="1099" y="9800"/>
                    <a:pt x="1099" y="9805"/>
                  </a:cubicBezTo>
                  <a:lnTo>
                    <a:pt x="1099" y="9805"/>
                  </a:lnTo>
                  <a:cubicBezTo>
                    <a:pt x="1099" y="9805"/>
                    <a:pt x="1099" y="9805"/>
                    <a:pt x="1099" y="9805"/>
                  </a:cubicBezTo>
                  <a:cubicBezTo>
                    <a:pt x="1104" y="9774"/>
                    <a:pt x="1109" y="9739"/>
                    <a:pt x="1114" y="9701"/>
                  </a:cubicBezTo>
                  <a:close/>
                  <a:moveTo>
                    <a:pt x="1099" y="9805"/>
                  </a:moveTo>
                  <a:lnTo>
                    <a:pt x="1099" y="9805"/>
                  </a:lnTo>
                  <a:cubicBezTo>
                    <a:pt x="1069" y="9893"/>
                    <a:pt x="1069" y="9936"/>
                    <a:pt x="1069" y="9936"/>
                  </a:cubicBezTo>
                  <a:cubicBezTo>
                    <a:pt x="1069" y="9936"/>
                    <a:pt x="1096" y="9897"/>
                    <a:pt x="1099" y="9805"/>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9">
              <a:extLst>
                <a:ext uri="{FF2B5EF4-FFF2-40B4-BE49-F238E27FC236}">
                  <a16:creationId xmlns:a16="http://schemas.microsoft.com/office/drawing/2014/main" id="{C2B3C4B3-D94A-A193-386F-6CD95D55D8EC}"/>
                </a:ext>
              </a:extLst>
            </p:cNvPr>
            <p:cNvSpPr/>
            <p:nvPr/>
          </p:nvSpPr>
          <p:spPr>
            <a:xfrm flipH="1">
              <a:off x="6129831" y="2465875"/>
              <a:ext cx="202769" cy="7457"/>
            </a:xfrm>
            <a:custGeom>
              <a:avLst/>
              <a:gdLst/>
              <a:ahLst/>
              <a:cxnLst/>
              <a:rect l="l" t="t" r="r" b="b"/>
              <a:pathLst>
                <a:path w="2855" h="105" extrusionOk="0">
                  <a:moveTo>
                    <a:pt x="2295" y="1"/>
                  </a:moveTo>
                  <a:cubicBezTo>
                    <a:pt x="2055" y="1"/>
                    <a:pt x="1756" y="4"/>
                    <a:pt x="1435" y="10"/>
                  </a:cubicBezTo>
                  <a:cubicBezTo>
                    <a:pt x="644" y="25"/>
                    <a:pt x="0" y="40"/>
                    <a:pt x="0" y="83"/>
                  </a:cubicBezTo>
                  <a:cubicBezTo>
                    <a:pt x="0" y="94"/>
                    <a:pt x="322" y="104"/>
                    <a:pt x="790" y="104"/>
                  </a:cubicBezTo>
                  <a:cubicBezTo>
                    <a:pt x="984" y="104"/>
                    <a:pt x="1203" y="102"/>
                    <a:pt x="1435" y="98"/>
                  </a:cubicBezTo>
                  <a:cubicBezTo>
                    <a:pt x="2211" y="83"/>
                    <a:pt x="2855" y="69"/>
                    <a:pt x="2855" y="25"/>
                  </a:cubicBezTo>
                  <a:cubicBezTo>
                    <a:pt x="2855" y="8"/>
                    <a:pt x="2634" y="1"/>
                    <a:pt x="229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9">
              <a:extLst>
                <a:ext uri="{FF2B5EF4-FFF2-40B4-BE49-F238E27FC236}">
                  <a16:creationId xmlns:a16="http://schemas.microsoft.com/office/drawing/2014/main" id="{1504666A-FDA8-A879-8144-1BFD991317E8}"/>
                </a:ext>
              </a:extLst>
            </p:cNvPr>
            <p:cNvSpPr/>
            <p:nvPr/>
          </p:nvSpPr>
          <p:spPr>
            <a:xfrm flipH="1">
              <a:off x="6015413" y="1069941"/>
              <a:ext cx="328620" cy="182527"/>
            </a:xfrm>
            <a:custGeom>
              <a:avLst/>
              <a:gdLst/>
              <a:ahLst/>
              <a:cxnLst/>
              <a:rect l="l" t="t" r="r" b="b"/>
              <a:pathLst>
                <a:path w="4627" h="2570" extrusionOk="0">
                  <a:moveTo>
                    <a:pt x="1851" y="0"/>
                  </a:moveTo>
                  <a:cubicBezTo>
                    <a:pt x="1795" y="0"/>
                    <a:pt x="1739" y="2"/>
                    <a:pt x="1684" y="4"/>
                  </a:cubicBezTo>
                  <a:cubicBezTo>
                    <a:pt x="1083" y="48"/>
                    <a:pt x="469" y="268"/>
                    <a:pt x="0" y="634"/>
                  </a:cubicBezTo>
                  <a:lnTo>
                    <a:pt x="59" y="692"/>
                  </a:lnTo>
                  <a:cubicBezTo>
                    <a:pt x="937" y="1717"/>
                    <a:pt x="2181" y="2391"/>
                    <a:pt x="3514" y="2552"/>
                  </a:cubicBezTo>
                  <a:cubicBezTo>
                    <a:pt x="3623" y="2559"/>
                    <a:pt x="3733" y="2570"/>
                    <a:pt x="3838" y="2570"/>
                  </a:cubicBezTo>
                  <a:cubicBezTo>
                    <a:pt x="3942" y="2570"/>
                    <a:pt x="4041" y="2559"/>
                    <a:pt x="4128" y="2522"/>
                  </a:cubicBezTo>
                  <a:cubicBezTo>
                    <a:pt x="4451" y="2391"/>
                    <a:pt x="4626" y="2083"/>
                    <a:pt x="4626" y="1746"/>
                  </a:cubicBezTo>
                  <a:cubicBezTo>
                    <a:pt x="4626" y="1424"/>
                    <a:pt x="4480" y="1102"/>
                    <a:pt x="4260" y="868"/>
                  </a:cubicBezTo>
                  <a:cubicBezTo>
                    <a:pt x="4041" y="634"/>
                    <a:pt x="3748" y="473"/>
                    <a:pt x="3455" y="341"/>
                  </a:cubicBezTo>
                  <a:cubicBezTo>
                    <a:pt x="2963" y="129"/>
                    <a:pt x="2400" y="0"/>
                    <a:pt x="18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9">
              <a:extLst>
                <a:ext uri="{FF2B5EF4-FFF2-40B4-BE49-F238E27FC236}">
                  <a16:creationId xmlns:a16="http://schemas.microsoft.com/office/drawing/2014/main" id="{C5A4EA69-5C84-CBA1-A727-D0103556A7F1}"/>
                </a:ext>
              </a:extLst>
            </p:cNvPr>
            <p:cNvSpPr/>
            <p:nvPr/>
          </p:nvSpPr>
          <p:spPr>
            <a:xfrm flipH="1">
              <a:off x="4940355" y="1858212"/>
              <a:ext cx="278692" cy="350353"/>
            </a:xfrm>
            <a:custGeom>
              <a:avLst/>
              <a:gdLst/>
              <a:ahLst/>
              <a:cxnLst/>
              <a:rect l="l" t="t" r="r" b="b"/>
              <a:pathLst>
                <a:path w="3924" h="4933" extrusionOk="0">
                  <a:moveTo>
                    <a:pt x="1484" y="1"/>
                  </a:moveTo>
                  <a:cubicBezTo>
                    <a:pt x="1264" y="1"/>
                    <a:pt x="0" y="1861"/>
                    <a:pt x="0" y="1861"/>
                  </a:cubicBezTo>
                  <a:cubicBezTo>
                    <a:pt x="0" y="1861"/>
                    <a:pt x="710" y="4933"/>
                    <a:pt x="1286" y="4933"/>
                  </a:cubicBezTo>
                  <a:cubicBezTo>
                    <a:pt x="1306" y="4933"/>
                    <a:pt x="1327" y="4929"/>
                    <a:pt x="1347" y="4921"/>
                  </a:cubicBezTo>
                  <a:cubicBezTo>
                    <a:pt x="1347" y="4921"/>
                    <a:pt x="3499" y="3647"/>
                    <a:pt x="3631" y="3384"/>
                  </a:cubicBezTo>
                  <a:cubicBezTo>
                    <a:pt x="3665" y="3301"/>
                    <a:pt x="3562" y="3273"/>
                    <a:pt x="3411" y="3273"/>
                  </a:cubicBezTo>
                  <a:cubicBezTo>
                    <a:pt x="3107" y="3273"/>
                    <a:pt x="2606" y="3384"/>
                    <a:pt x="2606" y="3384"/>
                  </a:cubicBezTo>
                  <a:cubicBezTo>
                    <a:pt x="2606" y="3384"/>
                    <a:pt x="3704" y="2959"/>
                    <a:pt x="3821" y="2710"/>
                  </a:cubicBezTo>
                  <a:cubicBezTo>
                    <a:pt x="3865" y="2618"/>
                    <a:pt x="3710" y="2587"/>
                    <a:pt x="3485" y="2587"/>
                  </a:cubicBezTo>
                  <a:cubicBezTo>
                    <a:pt x="3034" y="2587"/>
                    <a:pt x="2298" y="2710"/>
                    <a:pt x="2298" y="2710"/>
                  </a:cubicBezTo>
                  <a:cubicBezTo>
                    <a:pt x="2298" y="2710"/>
                    <a:pt x="3923" y="2344"/>
                    <a:pt x="3850" y="1993"/>
                  </a:cubicBezTo>
                  <a:cubicBezTo>
                    <a:pt x="3822" y="1857"/>
                    <a:pt x="3530" y="1815"/>
                    <a:pt x="3184" y="1815"/>
                  </a:cubicBezTo>
                  <a:cubicBezTo>
                    <a:pt x="2635" y="1815"/>
                    <a:pt x="1947" y="1920"/>
                    <a:pt x="1947" y="1920"/>
                  </a:cubicBezTo>
                  <a:cubicBezTo>
                    <a:pt x="1947" y="1920"/>
                    <a:pt x="3806" y="1481"/>
                    <a:pt x="3792" y="1085"/>
                  </a:cubicBezTo>
                  <a:cubicBezTo>
                    <a:pt x="3792" y="981"/>
                    <a:pt x="3631" y="942"/>
                    <a:pt x="3392" y="942"/>
                  </a:cubicBezTo>
                  <a:cubicBezTo>
                    <a:pt x="2692" y="942"/>
                    <a:pt x="1318" y="1276"/>
                    <a:pt x="1318" y="1276"/>
                  </a:cubicBezTo>
                  <a:cubicBezTo>
                    <a:pt x="1786" y="676"/>
                    <a:pt x="1669" y="61"/>
                    <a:pt x="1493" y="2"/>
                  </a:cubicBezTo>
                  <a:cubicBezTo>
                    <a:pt x="1490" y="1"/>
                    <a:pt x="1487" y="1"/>
                    <a:pt x="1484"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9">
              <a:extLst>
                <a:ext uri="{FF2B5EF4-FFF2-40B4-BE49-F238E27FC236}">
                  <a16:creationId xmlns:a16="http://schemas.microsoft.com/office/drawing/2014/main" id="{68810257-982F-6181-37D8-7713E22C9D6E}"/>
                </a:ext>
              </a:extLst>
            </p:cNvPr>
            <p:cNvSpPr/>
            <p:nvPr/>
          </p:nvSpPr>
          <p:spPr>
            <a:xfrm flipH="1">
              <a:off x="4975725" y="1579665"/>
              <a:ext cx="194459" cy="373365"/>
            </a:xfrm>
            <a:custGeom>
              <a:avLst/>
              <a:gdLst/>
              <a:ahLst/>
              <a:cxnLst/>
              <a:rect l="l" t="t" r="r" b="b"/>
              <a:pathLst>
                <a:path w="2738" h="5257" extrusionOk="0">
                  <a:moveTo>
                    <a:pt x="2211" y="1"/>
                  </a:moveTo>
                  <a:lnTo>
                    <a:pt x="2211" y="1"/>
                  </a:lnTo>
                  <a:cubicBezTo>
                    <a:pt x="1493" y="59"/>
                    <a:pt x="922" y="367"/>
                    <a:pt x="674" y="703"/>
                  </a:cubicBezTo>
                  <a:cubicBezTo>
                    <a:pt x="410" y="1026"/>
                    <a:pt x="161" y="1435"/>
                    <a:pt x="293" y="1831"/>
                  </a:cubicBezTo>
                  <a:cubicBezTo>
                    <a:pt x="439" y="2211"/>
                    <a:pt x="908" y="2460"/>
                    <a:pt x="952" y="2855"/>
                  </a:cubicBezTo>
                  <a:cubicBezTo>
                    <a:pt x="981" y="3324"/>
                    <a:pt x="483" y="3587"/>
                    <a:pt x="249" y="3953"/>
                  </a:cubicBezTo>
                  <a:cubicBezTo>
                    <a:pt x="0" y="4363"/>
                    <a:pt x="44" y="4934"/>
                    <a:pt x="381" y="5256"/>
                  </a:cubicBezTo>
                  <a:lnTo>
                    <a:pt x="2738" y="5256"/>
                  </a:lnTo>
                  <a:cubicBezTo>
                    <a:pt x="2533" y="5154"/>
                    <a:pt x="1991" y="4788"/>
                    <a:pt x="1815" y="4598"/>
                  </a:cubicBezTo>
                  <a:cubicBezTo>
                    <a:pt x="1654" y="4422"/>
                    <a:pt x="1567" y="4144"/>
                    <a:pt x="1654" y="3924"/>
                  </a:cubicBezTo>
                  <a:cubicBezTo>
                    <a:pt x="1742" y="3705"/>
                    <a:pt x="1991" y="3558"/>
                    <a:pt x="2167" y="3382"/>
                  </a:cubicBezTo>
                  <a:cubicBezTo>
                    <a:pt x="2621" y="2958"/>
                    <a:pt x="2679" y="2109"/>
                    <a:pt x="2196" y="1728"/>
                  </a:cubicBezTo>
                  <a:cubicBezTo>
                    <a:pt x="2006" y="1553"/>
                    <a:pt x="1757" y="1479"/>
                    <a:pt x="1567" y="1333"/>
                  </a:cubicBezTo>
                  <a:cubicBezTo>
                    <a:pt x="1069" y="952"/>
                    <a:pt x="1508" y="264"/>
                    <a:pt x="22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9">
              <a:extLst>
                <a:ext uri="{FF2B5EF4-FFF2-40B4-BE49-F238E27FC236}">
                  <a16:creationId xmlns:a16="http://schemas.microsoft.com/office/drawing/2014/main" id="{45EF4F08-5FBA-64D5-A7BA-7AAEACC78D70}"/>
                </a:ext>
              </a:extLst>
            </p:cNvPr>
            <p:cNvSpPr/>
            <p:nvPr/>
          </p:nvSpPr>
          <p:spPr>
            <a:xfrm flipH="1">
              <a:off x="4962231" y="1942515"/>
              <a:ext cx="199644" cy="233024"/>
            </a:xfrm>
            <a:custGeom>
              <a:avLst/>
              <a:gdLst/>
              <a:ahLst/>
              <a:cxnLst/>
              <a:rect l="l" t="t" r="r" b="b"/>
              <a:pathLst>
                <a:path w="2811" h="3281" extrusionOk="0">
                  <a:moveTo>
                    <a:pt x="0" y="1"/>
                  </a:moveTo>
                  <a:lnTo>
                    <a:pt x="498" y="3280"/>
                  </a:lnTo>
                  <a:lnTo>
                    <a:pt x="2343" y="3280"/>
                  </a:lnTo>
                  <a:cubicBezTo>
                    <a:pt x="2225" y="3280"/>
                    <a:pt x="2811" y="1"/>
                    <a:pt x="28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9">
              <a:extLst>
                <a:ext uri="{FF2B5EF4-FFF2-40B4-BE49-F238E27FC236}">
                  <a16:creationId xmlns:a16="http://schemas.microsoft.com/office/drawing/2014/main" id="{E1FFA42F-9FD1-65B7-C95A-82581DC75679}"/>
                </a:ext>
              </a:extLst>
            </p:cNvPr>
            <p:cNvSpPr/>
            <p:nvPr/>
          </p:nvSpPr>
          <p:spPr>
            <a:xfrm rot="-2004018">
              <a:off x="5670007" y="762306"/>
              <a:ext cx="66833" cy="167944"/>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9">
              <a:extLst>
                <a:ext uri="{FF2B5EF4-FFF2-40B4-BE49-F238E27FC236}">
                  <a16:creationId xmlns:a16="http://schemas.microsoft.com/office/drawing/2014/main" id="{38E110FE-19FA-78D6-BCD0-FF48557AD901}"/>
                </a:ext>
              </a:extLst>
            </p:cNvPr>
            <p:cNvSpPr/>
            <p:nvPr/>
          </p:nvSpPr>
          <p:spPr>
            <a:xfrm rot="-2004018">
              <a:off x="5727508" y="663832"/>
              <a:ext cx="84960" cy="205923"/>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9">
              <a:extLst>
                <a:ext uri="{FF2B5EF4-FFF2-40B4-BE49-F238E27FC236}">
                  <a16:creationId xmlns:a16="http://schemas.microsoft.com/office/drawing/2014/main" id="{900411AE-21B0-C031-E2A0-B28D9868B436}"/>
                </a:ext>
              </a:extLst>
            </p:cNvPr>
            <p:cNvSpPr/>
            <p:nvPr/>
          </p:nvSpPr>
          <p:spPr>
            <a:xfrm rot="-2004018">
              <a:off x="5790777" y="533046"/>
              <a:ext cx="112088" cy="270906"/>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0" name="Google Shape;1320;p49">
            <a:extLst>
              <a:ext uri="{FF2B5EF4-FFF2-40B4-BE49-F238E27FC236}">
                <a16:creationId xmlns:a16="http://schemas.microsoft.com/office/drawing/2014/main" id="{FA22ED2B-269A-03B3-7291-19E0979F4FD9}"/>
              </a:ext>
            </a:extLst>
          </p:cNvPr>
          <p:cNvSpPr txBox="1">
            <a:spLocks noGrp="1"/>
          </p:cNvSpPr>
          <p:nvPr>
            <p:ph type="title"/>
          </p:nvPr>
        </p:nvSpPr>
        <p:spPr>
          <a:xfrm>
            <a:off x="175990" y="155658"/>
            <a:ext cx="6803544" cy="5388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Relationship between variables</a:t>
            </a:r>
            <a:endParaRPr dirty="0"/>
          </a:p>
        </p:txBody>
      </p:sp>
      <p:grpSp>
        <p:nvGrpSpPr>
          <p:cNvPr id="1322" name="Google Shape;1322;p49">
            <a:extLst>
              <a:ext uri="{FF2B5EF4-FFF2-40B4-BE49-F238E27FC236}">
                <a16:creationId xmlns:a16="http://schemas.microsoft.com/office/drawing/2014/main" id="{51161DFC-3E10-2AA9-1567-F1AAF401B2F9}"/>
              </a:ext>
            </a:extLst>
          </p:cNvPr>
          <p:cNvGrpSpPr/>
          <p:nvPr/>
        </p:nvGrpSpPr>
        <p:grpSpPr>
          <a:xfrm>
            <a:off x="6976462" y="1398222"/>
            <a:ext cx="1827545" cy="3745275"/>
            <a:chOff x="6436355" y="780398"/>
            <a:chExt cx="1827545" cy="3745275"/>
          </a:xfrm>
        </p:grpSpPr>
        <p:sp>
          <p:nvSpPr>
            <p:cNvPr id="1323" name="Google Shape;1323;p49">
              <a:extLst>
                <a:ext uri="{FF2B5EF4-FFF2-40B4-BE49-F238E27FC236}">
                  <a16:creationId xmlns:a16="http://schemas.microsoft.com/office/drawing/2014/main" id="{BE31AACE-0C6D-42D9-31F8-D50FFF3ACCF1}"/>
                </a:ext>
              </a:extLst>
            </p:cNvPr>
            <p:cNvSpPr/>
            <p:nvPr/>
          </p:nvSpPr>
          <p:spPr>
            <a:xfrm flipH="1">
              <a:off x="7042725" y="797754"/>
              <a:ext cx="836365" cy="758661"/>
            </a:xfrm>
            <a:custGeom>
              <a:avLst/>
              <a:gdLst/>
              <a:ahLst/>
              <a:cxnLst/>
              <a:rect l="l" t="t" r="r" b="b"/>
              <a:pathLst>
                <a:path w="11517" h="10447" extrusionOk="0">
                  <a:moveTo>
                    <a:pt x="6630" y="1"/>
                  </a:moveTo>
                  <a:cubicBezTo>
                    <a:pt x="6265" y="1"/>
                    <a:pt x="5860" y="174"/>
                    <a:pt x="5564" y="409"/>
                  </a:cubicBezTo>
                  <a:cubicBezTo>
                    <a:pt x="5081" y="789"/>
                    <a:pt x="4627" y="1316"/>
                    <a:pt x="4012" y="1433"/>
                  </a:cubicBezTo>
                  <a:cubicBezTo>
                    <a:pt x="3937" y="1444"/>
                    <a:pt x="3861" y="1448"/>
                    <a:pt x="3784" y="1448"/>
                  </a:cubicBezTo>
                  <a:cubicBezTo>
                    <a:pt x="3599" y="1448"/>
                    <a:pt x="3409" y="1426"/>
                    <a:pt x="3225" y="1426"/>
                  </a:cubicBezTo>
                  <a:cubicBezTo>
                    <a:pt x="3170" y="1426"/>
                    <a:pt x="3115" y="1428"/>
                    <a:pt x="3061" y="1433"/>
                  </a:cubicBezTo>
                  <a:cubicBezTo>
                    <a:pt x="2372" y="1448"/>
                    <a:pt x="1684" y="1829"/>
                    <a:pt x="1318" y="2414"/>
                  </a:cubicBezTo>
                  <a:cubicBezTo>
                    <a:pt x="952" y="3000"/>
                    <a:pt x="909" y="3790"/>
                    <a:pt x="1201" y="4405"/>
                  </a:cubicBezTo>
                  <a:cubicBezTo>
                    <a:pt x="425" y="4669"/>
                    <a:pt x="1" y="5635"/>
                    <a:pt x="250" y="6396"/>
                  </a:cubicBezTo>
                  <a:cubicBezTo>
                    <a:pt x="484" y="7187"/>
                    <a:pt x="1245" y="7743"/>
                    <a:pt x="2080" y="7831"/>
                  </a:cubicBezTo>
                  <a:cubicBezTo>
                    <a:pt x="2563" y="7889"/>
                    <a:pt x="3104" y="7816"/>
                    <a:pt x="3558" y="8006"/>
                  </a:cubicBezTo>
                  <a:cubicBezTo>
                    <a:pt x="4158" y="8285"/>
                    <a:pt x="4451" y="8943"/>
                    <a:pt x="4890" y="9441"/>
                  </a:cubicBezTo>
                  <a:cubicBezTo>
                    <a:pt x="5461" y="10103"/>
                    <a:pt x="6340" y="10447"/>
                    <a:pt x="7213" y="10447"/>
                  </a:cubicBezTo>
                  <a:cubicBezTo>
                    <a:pt x="7885" y="10447"/>
                    <a:pt x="8555" y="10242"/>
                    <a:pt x="9077" y="9822"/>
                  </a:cubicBezTo>
                  <a:cubicBezTo>
                    <a:pt x="9443" y="9529"/>
                    <a:pt x="9736" y="9148"/>
                    <a:pt x="9839" y="8695"/>
                  </a:cubicBezTo>
                  <a:cubicBezTo>
                    <a:pt x="9926" y="8226"/>
                    <a:pt x="9780" y="7714"/>
                    <a:pt x="9399" y="7465"/>
                  </a:cubicBezTo>
                  <a:lnTo>
                    <a:pt x="9399" y="7465"/>
                  </a:lnTo>
                  <a:cubicBezTo>
                    <a:pt x="9530" y="7504"/>
                    <a:pt x="9663" y="7522"/>
                    <a:pt x="9795" y="7522"/>
                  </a:cubicBezTo>
                  <a:cubicBezTo>
                    <a:pt x="10662" y="7522"/>
                    <a:pt x="11516" y="6743"/>
                    <a:pt x="11478" y="5854"/>
                  </a:cubicBezTo>
                  <a:cubicBezTo>
                    <a:pt x="11464" y="5254"/>
                    <a:pt x="11098" y="4698"/>
                    <a:pt x="10688" y="4244"/>
                  </a:cubicBezTo>
                  <a:cubicBezTo>
                    <a:pt x="10292" y="3790"/>
                    <a:pt x="9839" y="3366"/>
                    <a:pt x="9517" y="2839"/>
                  </a:cubicBezTo>
                  <a:cubicBezTo>
                    <a:pt x="9224" y="2297"/>
                    <a:pt x="9107" y="1609"/>
                    <a:pt x="9429" y="1097"/>
                  </a:cubicBezTo>
                  <a:lnTo>
                    <a:pt x="7277" y="277"/>
                  </a:lnTo>
                  <a:cubicBezTo>
                    <a:pt x="7111" y="81"/>
                    <a:pt x="6879" y="1"/>
                    <a:pt x="6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9">
              <a:extLst>
                <a:ext uri="{FF2B5EF4-FFF2-40B4-BE49-F238E27FC236}">
                  <a16:creationId xmlns:a16="http://schemas.microsoft.com/office/drawing/2014/main" id="{236EAE7B-E46E-5B46-E19F-A1C4567C1B06}"/>
                </a:ext>
              </a:extLst>
            </p:cNvPr>
            <p:cNvSpPr/>
            <p:nvPr/>
          </p:nvSpPr>
          <p:spPr>
            <a:xfrm flipH="1">
              <a:off x="6436355" y="2242880"/>
              <a:ext cx="271163" cy="192298"/>
            </a:xfrm>
            <a:custGeom>
              <a:avLst/>
              <a:gdLst/>
              <a:ahLst/>
              <a:cxnLst/>
              <a:rect l="l" t="t" r="r" b="b"/>
              <a:pathLst>
                <a:path w="3734" h="2648" extrusionOk="0">
                  <a:moveTo>
                    <a:pt x="2666" y="0"/>
                  </a:moveTo>
                  <a:cubicBezTo>
                    <a:pt x="2180" y="0"/>
                    <a:pt x="1465" y="52"/>
                    <a:pt x="1465" y="52"/>
                  </a:cubicBezTo>
                  <a:cubicBezTo>
                    <a:pt x="1465" y="52"/>
                    <a:pt x="1" y="1853"/>
                    <a:pt x="367" y="2058"/>
                  </a:cubicBezTo>
                  <a:cubicBezTo>
                    <a:pt x="367" y="2058"/>
                    <a:pt x="1827" y="2647"/>
                    <a:pt x="2133" y="2647"/>
                  </a:cubicBezTo>
                  <a:cubicBezTo>
                    <a:pt x="2147" y="2647"/>
                    <a:pt x="2158" y="2646"/>
                    <a:pt x="2167" y="2644"/>
                  </a:cubicBezTo>
                  <a:cubicBezTo>
                    <a:pt x="2372" y="2600"/>
                    <a:pt x="1728" y="2087"/>
                    <a:pt x="1728" y="2087"/>
                  </a:cubicBezTo>
                  <a:lnTo>
                    <a:pt x="1728" y="2087"/>
                  </a:lnTo>
                  <a:cubicBezTo>
                    <a:pt x="1728" y="2087"/>
                    <a:pt x="2365" y="2486"/>
                    <a:pt x="2603" y="2486"/>
                  </a:cubicBezTo>
                  <a:cubicBezTo>
                    <a:pt x="2615" y="2486"/>
                    <a:pt x="2626" y="2485"/>
                    <a:pt x="2636" y="2482"/>
                  </a:cubicBezTo>
                  <a:cubicBezTo>
                    <a:pt x="2826" y="2424"/>
                    <a:pt x="1963" y="1634"/>
                    <a:pt x="1962" y="1633"/>
                  </a:cubicBezTo>
                  <a:lnTo>
                    <a:pt x="1962" y="1633"/>
                  </a:lnTo>
                  <a:cubicBezTo>
                    <a:pt x="1963" y="1634"/>
                    <a:pt x="2686" y="2217"/>
                    <a:pt x="2956" y="2217"/>
                  </a:cubicBezTo>
                  <a:cubicBezTo>
                    <a:pt x="2988" y="2217"/>
                    <a:pt x="3014" y="2209"/>
                    <a:pt x="3031" y="2190"/>
                  </a:cubicBezTo>
                  <a:cubicBezTo>
                    <a:pt x="3192" y="1999"/>
                    <a:pt x="2270" y="1121"/>
                    <a:pt x="2270" y="1121"/>
                  </a:cubicBezTo>
                  <a:lnTo>
                    <a:pt x="2270" y="1121"/>
                  </a:lnTo>
                  <a:cubicBezTo>
                    <a:pt x="2270" y="1121"/>
                    <a:pt x="3107" y="1793"/>
                    <a:pt x="3427" y="1793"/>
                  </a:cubicBezTo>
                  <a:cubicBezTo>
                    <a:pt x="3463" y="1793"/>
                    <a:pt x="3493" y="1785"/>
                    <a:pt x="3514" y="1765"/>
                  </a:cubicBezTo>
                  <a:cubicBezTo>
                    <a:pt x="3734" y="1589"/>
                    <a:pt x="2343" y="506"/>
                    <a:pt x="2343" y="506"/>
                  </a:cubicBezTo>
                  <a:cubicBezTo>
                    <a:pt x="2870" y="506"/>
                    <a:pt x="3163" y="169"/>
                    <a:pt x="3104" y="52"/>
                  </a:cubicBezTo>
                  <a:cubicBezTo>
                    <a:pt x="3094" y="13"/>
                    <a:pt x="2909" y="0"/>
                    <a:pt x="266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9">
              <a:extLst>
                <a:ext uri="{FF2B5EF4-FFF2-40B4-BE49-F238E27FC236}">
                  <a16:creationId xmlns:a16="http://schemas.microsoft.com/office/drawing/2014/main" id="{76A60DF2-39BA-C92C-87CA-1C50D70BEB91}"/>
                </a:ext>
              </a:extLst>
            </p:cNvPr>
            <p:cNvSpPr/>
            <p:nvPr/>
          </p:nvSpPr>
          <p:spPr>
            <a:xfrm flipH="1">
              <a:off x="6529887" y="1292002"/>
              <a:ext cx="607103" cy="1115225"/>
            </a:xfrm>
            <a:custGeom>
              <a:avLst/>
              <a:gdLst/>
              <a:ahLst/>
              <a:cxnLst/>
              <a:rect l="l" t="t" r="r" b="b"/>
              <a:pathLst>
                <a:path w="8360" h="15357" extrusionOk="0">
                  <a:moveTo>
                    <a:pt x="0" y="0"/>
                  </a:moveTo>
                  <a:lnTo>
                    <a:pt x="88" y="7159"/>
                  </a:lnTo>
                  <a:cubicBezTo>
                    <a:pt x="88" y="7159"/>
                    <a:pt x="103" y="9560"/>
                    <a:pt x="395" y="10189"/>
                  </a:cubicBezTo>
                  <a:cubicBezTo>
                    <a:pt x="688" y="10833"/>
                    <a:pt x="6588" y="15357"/>
                    <a:pt x="6588" y="15357"/>
                  </a:cubicBezTo>
                  <a:lnTo>
                    <a:pt x="8359" y="13102"/>
                  </a:lnTo>
                  <a:cubicBezTo>
                    <a:pt x="8359" y="13102"/>
                    <a:pt x="3470" y="8901"/>
                    <a:pt x="2870" y="8432"/>
                  </a:cubicBezTo>
                  <a:cubicBezTo>
                    <a:pt x="2269" y="7979"/>
                    <a:pt x="0" y="1"/>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9">
              <a:extLst>
                <a:ext uri="{FF2B5EF4-FFF2-40B4-BE49-F238E27FC236}">
                  <a16:creationId xmlns:a16="http://schemas.microsoft.com/office/drawing/2014/main" id="{882061F0-6F61-330B-8055-E70BC50CBA9C}"/>
                </a:ext>
              </a:extLst>
            </p:cNvPr>
            <p:cNvSpPr/>
            <p:nvPr/>
          </p:nvSpPr>
          <p:spPr>
            <a:xfrm flipH="1">
              <a:off x="6932856" y="1888353"/>
              <a:ext cx="84021" cy="121348"/>
            </a:xfrm>
            <a:custGeom>
              <a:avLst/>
              <a:gdLst/>
              <a:ahLst/>
              <a:cxnLst/>
              <a:rect l="l" t="t" r="r" b="b"/>
              <a:pathLst>
                <a:path w="1157" h="1671" extrusionOk="0">
                  <a:moveTo>
                    <a:pt x="1141" y="0"/>
                  </a:moveTo>
                  <a:cubicBezTo>
                    <a:pt x="1115" y="0"/>
                    <a:pt x="814" y="346"/>
                    <a:pt x="498" y="777"/>
                  </a:cubicBezTo>
                  <a:cubicBezTo>
                    <a:pt x="191" y="1245"/>
                    <a:pt x="0" y="1655"/>
                    <a:pt x="30" y="1670"/>
                  </a:cubicBezTo>
                  <a:cubicBezTo>
                    <a:pt x="30" y="1670"/>
                    <a:pt x="30" y="1670"/>
                    <a:pt x="31" y="1670"/>
                  </a:cubicBezTo>
                  <a:cubicBezTo>
                    <a:pt x="53" y="1670"/>
                    <a:pt x="285" y="1295"/>
                    <a:pt x="601" y="850"/>
                  </a:cubicBezTo>
                  <a:cubicBezTo>
                    <a:pt x="908" y="396"/>
                    <a:pt x="1157" y="30"/>
                    <a:pt x="1142" y="1"/>
                  </a:cubicBezTo>
                  <a:cubicBezTo>
                    <a:pt x="1142" y="1"/>
                    <a:pt x="1142" y="0"/>
                    <a:pt x="114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9">
              <a:extLst>
                <a:ext uri="{FF2B5EF4-FFF2-40B4-BE49-F238E27FC236}">
                  <a16:creationId xmlns:a16="http://schemas.microsoft.com/office/drawing/2014/main" id="{90F1D899-A226-5205-7FF2-425A63C92514}"/>
                </a:ext>
              </a:extLst>
            </p:cNvPr>
            <p:cNvSpPr/>
            <p:nvPr/>
          </p:nvSpPr>
          <p:spPr>
            <a:xfrm flipH="1">
              <a:off x="6939174" y="1898955"/>
              <a:ext cx="30936" cy="101087"/>
            </a:xfrm>
            <a:custGeom>
              <a:avLst/>
              <a:gdLst/>
              <a:ahLst/>
              <a:cxnLst/>
              <a:rect l="l" t="t" r="r" b="b"/>
              <a:pathLst>
                <a:path w="426" h="1392" extrusionOk="0">
                  <a:moveTo>
                    <a:pt x="394" y="1"/>
                  </a:moveTo>
                  <a:cubicBezTo>
                    <a:pt x="360" y="1"/>
                    <a:pt x="218" y="289"/>
                    <a:pt x="118" y="689"/>
                  </a:cubicBezTo>
                  <a:cubicBezTo>
                    <a:pt x="30" y="1070"/>
                    <a:pt x="1" y="1392"/>
                    <a:pt x="30" y="1392"/>
                  </a:cubicBezTo>
                  <a:cubicBezTo>
                    <a:pt x="59" y="1392"/>
                    <a:pt x="132" y="1085"/>
                    <a:pt x="220" y="704"/>
                  </a:cubicBezTo>
                  <a:cubicBezTo>
                    <a:pt x="337" y="323"/>
                    <a:pt x="425" y="30"/>
                    <a:pt x="396" y="1"/>
                  </a:cubicBezTo>
                  <a:cubicBezTo>
                    <a:pt x="395" y="1"/>
                    <a:pt x="394" y="1"/>
                    <a:pt x="394"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9">
              <a:extLst>
                <a:ext uri="{FF2B5EF4-FFF2-40B4-BE49-F238E27FC236}">
                  <a16:creationId xmlns:a16="http://schemas.microsoft.com/office/drawing/2014/main" id="{FAED41C7-A654-ED6B-22BC-058ADB1F3806}"/>
                </a:ext>
              </a:extLst>
            </p:cNvPr>
            <p:cNvSpPr/>
            <p:nvPr/>
          </p:nvSpPr>
          <p:spPr>
            <a:xfrm flipH="1">
              <a:off x="6971122" y="1275517"/>
              <a:ext cx="830337" cy="1161412"/>
            </a:xfrm>
            <a:custGeom>
              <a:avLst/>
              <a:gdLst/>
              <a:ahLst/>
              <a:cxnLst/>
              <a:rect l="l" t="t" r="r" b="b"/>
              <a:pathLst>
                <a:path w="11434" h="15993" extrusionOk="0">
                  <a:moveTo>
                    <a:pt x="6543" y="1"/>
                  </a:moveTo>
                  <a:cubicBezTo>
                    <a:pt x="4970" y="1"/>
                    <a:pt x="3042" y="152"/>
                    <a:pt x="2006" y="725"/>
                  </a:cubicBezTo>
                  <a:cubicBezTo>
                    <a:pt x="2006" y="725"/>
                    <a:pt x="308" y="1471"/>
                    <a:pt x="1" y="2482"/>
                  </a:cubicBezTo>
                  <a:lnTo>
                    <a:pt x="3324" y="9684"/>
                  </a:lnTo>
                  <a:cubicBezTo>
                    <a:pt x="2255" y="11368"/>
                    <a:pt x="1464" y="13271"/>
                    <a:pt x="820" y="15320"/>
                  </a:cubicBezTo>
                  <a:cubicBezTo>
                    <a:pt x="820" y="15320"/>
                    <a:pt x="4415" y="15993"/>
                    <a:pt x="7553" y="15993"/>
                  </a:cubicBezTo>
                  <a:cubicBezTo>
                    <a:pt x="9136" y="15993"/>
                    <a:pt x="10604" y="15821"/>
                    <a:pt x="11434" y="15306"/>
                  </a:cubicBezTo>
                  <a:lnTo>
                    <a:pt x="9487" y="9245"/>
                  </a:lnTo>
                  <a:cubicBezTo>
                    <a:pt x="10395" y="3316"/>
                    <a:pt x="10614" y="4721"/>
                    <a:pt x="9165" y="212"/>
                  </a:cubicBezTo>
                  <a:cubicBezTo>
                    <a:pt x="9150" y="139"/>
                    <a:pt x="9018" y="154"/>
                    <a:pt x="8945" y="139"/>
                  </a:cubicBezTo>
                  <a:cubicBezTo>
                    <a:pt x="8672" y="83"/>
                    <a:pt x="7704" y="1"/>
                    <a:pt x="65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9">
              <a:extLst>
                <a:ext uri="{FF2B5EF4-FFF2-40B4-BE49-F238E27FC236}">
                  <a16:creationId xmlns:a16="http://schemas.microsoft.com/office/drawing/2014/main" id="{BD2F2E00-CA3A-8B57-8AED-3D64DF2EA6DA}"/>
                </a:ext>
              </a:extLst>
            </p:cNvPr>
            <p:cNvSpPr/>
            <p:nvPr/>
          </p:nvSpPr>
          <p:spPr>
            <a:xfrm flipH="1">
              <a:off x="7274094" y="1274283"/>
              <a:ext cx="270074" cy="536589"/>
            </a:xfrm>
            <a:custGeom>
              <a:avLst/>
              <a:gdLst/>
              <a:ahLst/>
              <a:cxnLst/>
              <a:rect l="l" t="t" r="r" b="b"/>
              <a:pathLst>
                <a:path w="3719" h="7389" extrusionOk="0">
                  <a:moveTo>
                    <a:pt x="2527" y="0"/>
                  </a:moveTo>
                  <a:cubicBezTo>
                    <a:pt x="1638" y="0"/>
                    <a:pt x="494" y="43"/>
                    <a:pt x="0" y="244"/>
                  </a:cubicBezTo>
                  <a:lnTo>
                    <a:pt x="3719" y="7388"/>
                  </a:lnTo>
                  <a:lnTo>
                    <a:pt x="3719" y="24"/>
                  </a:lnTo>
                  <a:cubicBezTo>
                    <a:pt x="3719" y="24"/>
                    <a:pt x="3194" y="0"/>
                    <a:pt x="2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9">
              <a:extLst>
                <a:ext uri="{FF2B5EF4-FFF2-40B4-BE49-F238E27FC236}">
                  <a16:creationId xmlns:a16="http://schemas.microsoft.com/office/drawing/2014/main" id="{56535640-89C6-D59B-F6FA-D455379FADEA}"/>
                </a:ext>
              </a:extLst>
            </p:cNvPr>
            <p:cNvSpPr/>
            <p:nvPr/>
          </p:nvSpPr>
          <p:spPr>
            <a:xfrm flipH="1">
              <a:off x="7021083" y="2264739"/>
              <a:ext cx="1029171" cy="2175187"/>
            </a:xfrm>
            <a:custGeom>
              <a:avLst/>
              <a:gdLst/>
              <a:ahLst/>
              <a:cxnLst/>
              <a:rect l="l" t="t" r="r" b="b"/>
              <a:pathLst>
                <a:path w="14172" h="29953" extrusionOk="0">
                  <a:moveTo>
                    <a:pt x="14172" y="0"/>
                  </a:moveTo>
                  <a:lnTo>
                    <a:pt x="9604" y="864"/>
                  </a:lnTo>
                  <a:cubicBezTo>
                    <a:pt x="7043" y="12590"/>
                    <a:pt x="1" y="27581"/>
                    <a:pt x="1" y="27581"/>
                  </a:cubicBezTo>
                  <a:lnTo>
                    <a:pt x="3895" y="29953"/>
                  </a:lnTo>
                  <a:cubicBezTo>
                    <a:pt x="12971" y="12019"/>
                    <a:pt x="14172" y="0"/>
                    <a:pt x="14172"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9">
              <a:extLst>
                <a:ext uri="{FF2B5EF4-FFF2-40B4-BE49-F238E27FC236}">
                  <a16:creationId xmlns:a16="http://schemas.microsoft.com/office/drawing/2014/main" id="{5B32A053-0C4D-5355-C22D-7AD204830251}"/>
                </a:ext>
              </a:extLst>
            </p:cNvPr>
            <p:cNvSpPr/>
            <p:nvPr/>
          </p:nvSpPr>
          <p:spPr>
            <a:xfrm flipH="1">
              <a:off x="6626613" y="2238160"/>
              <a:ext cx="1094020" cy="2254924"/>
            </a:xfrm>
            <a:custGeom>
              <a:avLst/>
              <a:gdLst/>
              <a:ahLst/>
              <a:cxnLst/>
              <a:rect l="l" t="t" r="r" b="b"/>
              <a:pathLst>
                <a:path w="15065" h="31051" extrusionOk="0">
                  <a:moveTo>
                    <a:pt x="6076" y="0"/>
                  </a:moveTo>
                  <a:lnTo>
                    <a:pt x="0" y="2050"/>
                  </a:lnTo>
                  <a:cubicBezTo>
                    <a:pt x="0" y="2050"/>
                    <a:pt x="3367" y="17699"/>
                    <a:pt x="11551" y="31051"/>
                  </a:cubicBezTo>
                  <a:lnTo>
                    <a:pt x="15064" y="29147"/>
                  </a:lnTo>
                  <a:cubicBezTo>
                    <a:pt x="15064" y="29147"/>
                    <a:pt x="5783" y="9706"/>
                    <a:pt x="607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9">
              <a:extLst>
                <a:ext uri="{FF2B5EF4-FFF2-40B4-BE49-F238E27FC236}">
                  <a16:creationId xmlns:a16="http://schemas.microsoft.com/office/drawing/2014/main" id="{52CB899E-F85A-32BA-5593-A2839E6B4DA8}"/>
                </a:ext>
              </a:extLst>
            </p:cNvPr>
            <p:cNvSpPr/>
            <p:nvPr/>
          </p:nvSpPr>
          <p:spPr>
            <a:xfrm flipH="1">
              <a:off x="7114621" y="817652"/>
              <a:ext cx="431653" cy="546030"/>
            </a:xfrm>
            <a:custGeom>
              <a:avLst/>
              <a:gdLst/>
              <a:ahLst/>
              <a:cxnLst/>
              <a:rect l="l" t="t" r="r" b="b"/>
              <a:pathLst>
                <a:path w="5944" h="7519" extrusionOk="0">
                  <a:moveTo>
                    <a:pt x="3086" y="1"/>
                  </a:moveTo>
                  <a:cubicBezTo>
                    <a:pt x="1665" y="1"/>
                    <a:pt x="1596" y="676"/>
                    <a:pt x="1596" y="676"/>
                  </a:cubicBezTo>
                  <a:lnTo>
                    <a:pt x="1596" y="1862"/>
                  </a:lnTo>
                  <a:cubicBezTo>
                    <a:pt x="1596" y="1862"/>
                    <a:pt x="1204" y="1594"/>
                    <a:pt x="827" y="1594"/>
                  </a:cubicBezTo>
                  <a:cubicBezTo>
                    <a:pt x="544" y="1594"/>
                    <a:pt x="270" y="1745"/>
                    <a:pt x="176" y="2272"/>
                  </a:cubicBezTo>
                  <a:cubicBezTo>
                    <a:pt x="0" y="3238"/>
                    <a:pt x="937" y="3428"/>
                    <a:pt x="937" y="3428"/>
                  </a:cubicBezTo>
                  <a:lnTo>
                    <a:pt x="717" y="6225"/>
                  </a:lnTo>
                  <a:cubicBezTo>
                    <a:pt x="673" y="6591"/>
                    <a:pt x="805" y="6957"/>
                    <a:pt x="1054" y="7205"/>
                  </a:cubicBezTo>
                  <a:cubicBezTo>
                    <a:pt x="1296" y="7436"/>
                    <a:pt x="1567" y="7519"/>
                    <a:pt x="1835" y="7519"/>
                  </a:cubicBezTo>
                  <a:cubicBezTo>
                    <a:pt x="2248" y="7519"/>
                    <a:pt x="2653" y="7321"/>
                    <a:pt x="2928" y="7162"/>
                  </a:cubicBezTo>
                  <a:cubicBezTo>
                    <a:pt x="3148" y="7015"/>
                    <a:pt x="3279" y="6796"/>
                    <a:pt x="3279" y="6532"/>
                  </a:cubicBezTo>
                  <a:lnTo>
                    <a:pt x="3279" y="5785"/>
                  </a:lnTo>
                  <a:lnTo>
                    <a:pt x="4275" y="5785"/>
                  </a:lnTo>
                  <a:cubicBezTo>
                    <a:pt x="5944" y="5712"/>
                    <a:pt x="5651" y="457"/>
                    <a:pt x="5651" y="457"/>
                  </a:cubicBezTo>
                  <a:cubicBezTo>
                    <a:pt x="5651" y="32"/>
                    <a:pt x="4772" y="32"/>
                    <a:pt x="4772" y="32"/>
                  </a:cubicBezTo>
                  <a:lnTo>
                    <a:pt x="3221" y="3"/>
                  </a:lnTo>
                  <a:cubicBezTo>
                    <a:pt x="3175" y="2"/>
                    <a:pt x="3130" y="1"/>
                    <a:pt x="3086"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9">
              <a:extLst>
                <a:ext uri="{FF2B5EF4-FFF2-40B4-BE49-F238E27FC236}">
                  <a16:creationId xmlns:a16="http://schemas.microsoft.com/office/drawing/2014/main" id="{4D4C7676-96D4-C98B-D49B-FE042B76B51B}"/>
                </a:ext>
              </a:extLst>
            </p:cNvPr>
            <p:cNvSpPr/>
            <p:nvPr/>
          </p:nvSpPr>
          <p:spPr>
            <a:xfrm flipH="1">
              <a:off x="7203945" y="995352"/>
              <a:ext cx="23456" cy="111690"/>
            </a:xfrm>
            <a:custGeom>
              <a:avLst/>
              <a:gdLst/>
              <a:ahLst/>
              <a:cxnLst/>
              <a:rect l="l" t="t" r="r" b="b"/>
              <a:pathLst>
                <a:path w="323" h="1538" extrusionOk="0">
                  <a:moveTo>
                    <a:pt x="250" y="1"/>
                  </a:moveTo>
                  <a:cubicBezTo>
                    <a:pt x="235" y="1"/>
                    <a:pt x="220" y="381"/>
                    <a:pt x="177" y="820"/>
                  </a:cubicBezTo>
                  <a:cubicBezTo>
                    <a:pt x="177" y="1055"/>
                    <a:pt x="220" y="1289"/>
                    <a:pt x="162" y="1391"/>
                  </a:cubicBezTo>
                  <a:cubicBezTo>
                    <a:pt x="147" y="1450"/>
                    <a:pt x="89" y="1465"/>
                    <a:pt x="59" y="1479"/>
                  </a:cubicBezTo>
                  <a:cubicBezTo>
                    <a:pt x="16" y="1508"/>
                    <a:pt x="1" y="1508"/>
                    <a:pt x="1" y="1508"/>
                  </a:cubicBezTo>
                  <a:cubicBezTo>
                    <a:pt x="1" y="1523"/>
                    <a:pt x="16" y="1538"/>
                    <a:pt x="74" y="1538"/>
                  </a:cubicBezTo>
                  <a:cubicBezTo>
                    <a:pt x="133" y="1538"/>
                    <a:pt x="206" y="1523"/>
                    <a:pt x="250" y="1450"/>
                  </a:cubicBezTo>
                  <a:cubicBezTo>
                    <a:pt x="308" y="1377"/>
                    <a:pt x="323" y="1289"/>
                    <a:pt x="323" y="1172"/>
                  </a:cubicBezTo>
                  <a:lnTo>
                    <a:pt x="323" y="850"/>
                  </a:lnTo>
                  <a:cubicBezTo>
                    <a:pt x="308" y="396"/>
                    <a:pt x="294" y="1"/>
                    <a:pt x="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9">
              <a:extLst>
                <a:ext uri="{FF2B5EF4-FFF2-40B4-BE49-F238E27FC236}">
                  <a16:creationId xmlns:a16="http://schemas.microsoft.com/office/drawing/2014/main" id="{5DF19A83-9143-2F1E-F9E5-C0699A2620B9}"/>
                </a:ext>
              </a:extLst>
            </p:cNvPr>
            <p:cNvSpPr/>
            <p:nvPr/>
          </p:nvSpPr>
          <p:spPr>
            <a:xfrm flipH="1">
              <a:off x="7285788" y="999636"/>
              <a:ext cx="6463" cy="27668"/>
            </a:xfrm>
            <a:custGeom>
              <a:avLst/>
              <a:gdLst/>
              <a:ahLst/>
              <a:cxnLst/>
              <a:rect l="l" t="t" r="r" b="b"/>
              <a:pathLst>
                <a:path w="89" h="381" extrusionOk="0">
                  <a:moveTo>
                    <a:pt x="30" y="0"/>
                  </a:moveTo>
                  <a:cubicBezTo>
                    <a:pt x="16" y="0"/>
                    <a:pt x="1" y="88"/>
                    <a:pt x="1" y="205"/>
                  </a:cubicBezTo>
                  <a:cubicBezTo>
                    <a:pt x="1" y="293"/>
                    <a:pt x="16" y="381"/>
                    <a:pt x="45" y="381"/>
                  </a:cubicBezTo>
                  <a:cubicBezTo>
                    <a:pt x="59" y="366"/>
                    <a:pt x="89" y="293"/>
                    <a:pt x="89" y="191"/>
                  </a:cubicBezTo>
                  <a:cubicBezTo>
                    <a:pt x="89" y="88"/>
                    <a:pt x="59" y="0"/>
                    <a:pt x="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9">
              <a:extLst>
                <a:ext uri="{FF2B5EF4-FFF2-40B4-BE49-F238E27FC236}">
                  <a16:creationId xmlns:a16="http://schemas.microsoft.com/office/drawing/2014/main" id="{8B0E81DE-DE06-9C65-E6FC-3D1695DE141F}"/>
                </a:ext>
              </a:extLst>
            </p:cNvPr>
            <p:cNvSpPr/>
            <p:nvPr/>
          </p:nvSpPr>
          <p:spPr>
            <a:xfrm flipH="1">
              <a:off x="7162480" y="996441"/>
              <a:ext cx="8569" cy="28758"/>
            </a:xfrm>
            <a:custGeom>
              <a:avLst/>
              <a:gdLst/>
              <a:ahLst/>
              <a:cxnLst/>
              <a:rect l="l" t="t" r="r" b="b"/>
              <a:pathLst>
                <a:path w="118" h="396" extrusionOk="0">
                  <a:moveTo>
                    <a:pt x="59" y="0"/>
                  </a:moveTo>
                  <a:cubicBezTo>
                    <a:pt x="30" y="0"/>
                    <a:pt x="1" y="103"/>
                    <a:pt x="30" y="205"/>
                  </a:cubicBezTo>
                  <a:cubicBezTo>
                    <a:pt x="30" y="308"/>
                    <a:pt x="45" y="396"/>
                    <a:pt x="89" y="396"/>
                  </a:cubicBezTo>
                  <a:cubicBezTo>
                    <a:pt x="103" y="366"/>
                    <a:pt x="118" y="308"/>
                    <a:pt x="118" y="191"/>
                  </a:cubicBezTo>
                  <a:cubicBezTo>
                    <a:pt x="118" y="103"/>
                    <a:pt x="103"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9">
              <a:extLst>
                <a:ext uri="{FF2B5EF4-FFF2-40B4-BE49-F238E27FC236}">
                  <a16:creationId xmlns:a16="http://schemas.microsoft.com/office/drawing/2014/main" id="{0EEA1A2B-B945-5CE6-3091-4EFC370B9EA8}"/>
                </a:ext>
              </a:extLst>
            </p:cNvPr>
            <p:cNvSpPr/>
            <p:nvPr/>
          </p:nvSpPr>
          <p:spPr>
            <a:xfrm flipH="1">
              <a:off x="7302780" y="1196290"/>
              <a:ext cx="69207" cy="120186"/>
            </a:xfrm>
            <a:custGeom>
              <a:avLst/>
              <a:gdLst/>
              <a:ahLst/>
              <a:cxnLst/>
              <a:rect l="l" t="t" r="r" b="b"/>
              <a:pathLst>
                <a:path w="953" h="1655" extrusionOk="0">
                  <a:moveTo>
                    <a:pt x="16" y="0"/>
                  </a:moveTo>
                  <a:cubicBezTo>
                    <a:pt x="1" y="293"/>
                    <a:pt x="1" y="586"/>
                    <a:pt x="89" y="864"/>
                  </a:cubicBezTo>
                  <a:cubicBezTo>
                    <a:pt x="162" y="1142"/>
                    <a:pt x="338" y="1391"/>
                    <a:pt x="601" y="1538"/>
                  </a:cubicBezTo>
                  <a:cubicBezTo>
                    <a:pt x="689" y="1596"/>
                    <a:pt x="835" y="1655"/>
                    <a:pt x="835" y="1655"/>
                  </a:cubicBezTo>
                  <a:cubicBezTo>
                    <a:pt x="835" y="1625"/>
                    <a:pt x="894" y="1450"/>
                    <a:pt x="894" y="1435"/>
                  </a:cubicBezTo>
                  <a:cubicBezTo>
                    <a:pt x="952" y="1113"/>
                    <a:pt x="923" y="894"/>
                    <a:pt x="909" y="586"/>
                  </a:cubicBezTo>
                  <a:lnTo>
                    <a:pt x="879" y="571"/>
                  </a:lnTo>
                  <a:cubicBezTo>
                    <a:pt x="528" y="484"/>
                    <a:pt x="235" y="279"/>
                    <a:pt x="16"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9">
              <a:extLst>
                <a:ext uri="{FF2B5EF4-FFF2-40B4-BE49-F238E27FC236}">
                  <a16:creationId xmlns:a16="http://schemas.microsoft.com/office/drawing/2014/main" id="{BE31E797-270E-287D-2089-53ED7E81CF1D}"/>
                </a:ext>
              </a:extLst>
            </p:cNvPr>
            <p:cNvSpPr/>
            <p:nvPr/>
          </p:nvSpPr>
          <p:spPr>
            <a:xfrm flipH="1">
              <a:off x="7439958" y="967321"/>
              <a:ext cx="56353" cy="75961"/>
            </a:xfrm>
            <a:custGeom>
              <a:avLst/>
              <a:gdLst/>
              <a:ahLst/>
              <a:cxnLst/>
              <a:rect l="l" t="t" r="r" b="b"/>
              <a:pathLst>
                <a:path w="776" h="1046" extrusionOk="0">
                  <a:moveTo>
                    <a:pt x="87" y="1"/>
                  </a:moveTo>
                  <a:cubicBezTo>
                    <a:pt x="78" y="1"/>
                    <a:pt x="73" y="3"/>
                    <a:pt x="73" y="6"/>
                  </a:cubicBezTo>
                  <a:cubicBezTo>
                    <a:pt x="73" y="21"/>
                    <a:pt x="146" y="35"/>
                    <a:pt x="264" y="108"/>
                  </a:cubicBezTo>
                  <a:cubicBezTo>
                    <a:pt x="334" y="149"/>
                    <a:pt x="419" y="224"/>
                    <a:pt x="494" y="325"/>
                  </a:cubicBezTo>
                  <a:lnTo>
                    <a:pt x="494" y="325"/>
                  </a:lnTo>
                  <a:cubicBezTo>
                    <a:pt x="468" y="312"/>
                    <a:pt x="440" y="303"/>
                    <a:pt x="410" y="299"/>
                  </a:cubicBezTo>
                  <a:cubicBezTo>
                    <a:pt x="386" y="294"/>
                    <a:pt x="358" y="291"/>
                    <a:pt x="329" y="291"/>
                  </a:cubicBezTo>
                  <a:cubicBezTo>
                    <a:pt x="272" y="291"/>
                    <a:pt x="210" y="304"/>
                    <a:pt x="161" y="343"/>
                  </a:cubicBezTo>
                  <a:cubicBezTo>
                    <a:pt x="88" y="387"/>
                    <a:pt x="59" y="445"/>
                    <a:pt x="44" y="518"/>
                  </a:cubicBezTo>
                  <a:cubicBezTo>
                    <a:pt x="0" y="665"/>
                    <a:pt x="44" y="797"/>
                    <a:pt x="88" y="870"/>
                  </a:cubicBezTo>
                  <a:cubicBezTo>
                    <a:pt x="205" y="1016"/>
                    <a:pt x="337" y="1045"/>
                    <a:pt x="337" y="1045"/>
                  </a:cubicBezTo>
                  <a:cubicBezTo>
                    <a:pt x="351" y="1031"/>
                    <a:pt x="249" y="972"/>
                    <a:pt x="146" y="811"/>
                  </a:cubicBezTo>
                  <a:cubicBezTo>
                    <a:pt x="117" y="738"/>
                    <a:pt x="103" y="621"/>
                    <a:pt x="132" y="533"/>
                  </a:cubicBezTo>
                  <a:cubicBezTo>
                    <a:pt x="170" y="457"/>
                    <a:pt x="252" y="381"/>
                    <a:pt x="349" y="381"/>
                  </a:cubicBezTo>
                  <a:cubicBezTo>
                    <a:pt x="364" y="381"/>
                    <a:pt x="380" y="383"/>
                    <a:pt x="395" y="387"/>
                  </a:cubicBezTo>
                  <a:cubicBezTo>
                    <a:pt x="454" y="401"/>
                    <a:pt x="542" y="445"/>
                    <a:pt x="615" y="504"/>
                  </a:cubicBezTo>
                  <a:lnTo>
                    <a:pt x="776" y="606"/>
                  </a:lnTo>
                  <a:lnTo>
                    <a:pt x="673" y="445"/>
                  </a:lnTo>
                  <a:cubicBezTo>
                    <a:pt x="586" y="240"/>
                    <a:pt x="425" y="108"/>
                    <a:pt x="293" y="65"/>
                  </a:cubicBezTo>
                  <a:cubicBezTo>
                    <a:pt x="192" y="20"/>
                    <a:pt x="117" y="1"/>
                    <a:pt x="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9">
              <a:extLst>
                <a:ext uri="{FF2B5EF4-FFF2-40B4-BE49-F238E27FC236}">
                  <a16:creationId xmlns:a16="http://schemas.microsoft.com/office/drawing/2014/main" id="{65CEF463-03F5-F996-0550-7DAF1297B7A2}"/>
                </a:ext>
              </a:extLst>
            </p:cNvPr>
            <p:cNvSpPr/>
            <p:nvPr/>
          </p:nvSpPr>
          <p:spPr>
            <a:xfrm flipH="1">
              <a:off x="7215637" y="1101666"/>
              <a:ext cx="65939" cy="53521"/>
            </a:xfrm>
            <a:custGeom>
              <a:avLst/>
              <a:gdLst/>
              <a:ahLst/>
              <a:cxnLst/>
              <a:rect l="l" t="t" r="r" b="b"/>
              <a:pathLst>
                <a:path w="908" h="737" extrusionOk="0">
                  <a:moveTo>
                    <a:pt x="30" y="1"/>
                  </a:moveTo>
                  <a:cubicBezTo>
                    <a:pt x="15" y="1"/>
                    <a:pt x="0" y="74"/>
                    <a:pt x="15" y="206"/>
                  </a:cubicBezTo>
                  <a:cubicBezTo>
                    <a:pt x="30" y="337"/>
                    <a:pt x="117" y="498"/>
                    <a:pt x="264" y="601"/>
                  </a:cubicBezTo>
                  <a:cubicBezTo>
                    <a:pt x="400" y="700"/>
                    <a:pt x="546" y="736"/>
                    <a:pt x="668" y="736"/>
                  </a:cubicBezTo>
                  <a:cubicBezTo>
                    <a:pt x="690" y="736"/>
                    <a:pt x="712" y="735"/>
                    <a:pt x="732" y="733"/>
                  </a:cubicBezTo>
                  <a:cubicBezTo>
                    <a:pt x="849" y="718"/>
                    <a:pt x="908" y="689"/>
                    <a:pt x="908" y="659"/>
                  </a:cubicBezTo>
                  <a:cubicBezTo>
                    <a:pt x="901" y="652"/>
                    <a:pt x="879" y="652"/>
                    <a:pt x="844" y="652"/>
                  </a:cubicBezTo>
                  <a:cubicBezTo>
                    <a:pt x="809" y="652"/>
                    <a:pt x="762" y="652"/>
                    <a:pt x="703" y="645"/>
                  </a:cubicBezTo>
                  <a:cubicBezTo>
                    <a:pt x="600" y="645"/>
                    <a:pt x="454" y="601"/>
                    <a:pt x="322" y="513"/>
                  </a:cubicBezTo>
                  <a:cubicBezTo>
                    <a:pt x="191" y="425"/>
                    <a:pt x="117" y="293"/>
                    <a:pt x="88" y="191"/>
                  </a:cubicBezTo>
                  <a:cubicBezTo>
                    <a:pt x="44" y="74"/>
                    <a:pt x="44" y="1"/>
                    <a:pt x="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9">
              <a:extLst>
                <a:ext uri="{FF2B5EF4-FFF2-40B4-BE49-F238E27FC236}">
                  <a16:creationId xmlns:a16="http://schemas.microsoft.com/office/drawing/2014/main" id="{E9C9B5F7-7C09-1345-8BBD-32BE2DA80769}"/>
                </a:ext>
              </a:extLst>
            </p:cNvPr>
            <p:cNvSpPr/>
            <p:nvPr/>
          </p:nvSpPr>
          <p:spPr>
            <a:xfrm flipH="1">
              <a:off x="7263421" y="1095930"/>
              <a:ext cx="35148" cy="22076"/>
            </a:xfrm>
            <a:custGeom>
              <a:avLst/>
              <a:gdLst/>
              <a:ahLst/>
              <a:cxnLst/>
              <a:rect l="l" t="t" r="r" b="b"/>
              <a:pathLst>
                <a:path w="484" h="304" extrusionOk="0">
                  <a:moveTo>
                    <a:pt x="347" y="1"/>
                  </a:moveTo>
                  <a:cubicBezTo>
                    <a:pt x="294" y="1"/>
                    <a:pt x="231" y="17"/>
                    <a:pt x="176" y="50"/>
                  </a:cubicBezTo>
                  <a:cubicBezTo>
                    <a:pt x="103" y="80"/>
                    <a:pt x="44" y="153"/>
                    <a:pt x="29" y="211"/>
                  </a:cubicBezTo>
                  <a:cubicBezTo>
                    <a:pt x="0" y="270"/>
                    <a:pt x="0" y="299"/>
                    <a:pt x="29" y="299"/>
                  </a:cubicBezTo>
                  <a:cubicBezTo>
                    <a:pt x="32" y="302"/>
                    <a:pt x="36" y="304"/>
                    <a:pt x="39" y="304"/>
                  </a:cubicBezTo>
                  <a:cubicBezTo>
                    <a:pt x="69" y="304"/>
                    <a:pt x="117" y="203"/>
                    <a:pt x="234" y="138"/>
                  </a:cubicBezTo>
                  <a:cubicBezTo>
                    <a:pt x="351" y="65"/>
                    <a:pt x="483" y="80"/>
                    <a:pt x="483" y="50"/>
                  </a:cubicBezTo>
                  <a:cubicBezTo>
                    <a:pt x="483" y="36"/>
                    <a:pt x="454" y="6"/>
                    <a:pt x="395" y="6"/>
                  </a:cubicBezTo>
                  <a:cubicBezTo>
                    <a:pt x="381" y="3"/>
                    <a:pt x="364"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9">
              <a:extLst>
                <a:ext uri="{FF2B5EF4-FFF2-40B4-BE49-F238E27FC236}">
                  <a16:creationId xmlns:a16="http://schemas.microsoft.com/office/drawing/2014/main" id="{E6E0A581-B35E-F6E5-568E-50F8A12274DA}"/>
                </a:ext>
              </a:extLst>
            </p:cNvPr>
            <p:cNvSpPr/>
            <p:nvPr/>
          </p:nvSpPr>
          <p:spPr>
            <a:xfrm flipH="1">
              <a:off x="6977440" y="2071208"/>
              <a:ext cx="764471" cy="1453925"/>
            </a:xfrm>
            <a:custGeom>
              <a:avLst/>
              <a:gdLst/>
              <a:ahLst/>
              <a:cxnLst/>
              <a:rect l="l" t="t" r="r" b="b"/>
              <a:pathLst>
                <a:path w="10527" h="20021" extrusionOk="0">
                  <a:moveTo>
                    <a:pt x="9209" y="1"/>
                  </a:moveTo>
                  <a:lnTo>
                    <a:pt x="0" y="4188"/>
                  </a:lnTo>
                  <a:cubicBezTo>
                    <a:pt x="0" y="4188"/>
                    <a:pt x="937" y="7584"/>
                    <a:pt x="2328" y="11830"/>
                  </a:cubicBezTo>
                  <a:cubicBezTo>
                    <a:pt x="2474" y="14260"/>
                    <a:pt x="1479" y="16500"/>
                    <a:pt x="293" y="18695"/>
                  </a:cubicBezTo>
                  <a:lnTo>
                    <a:pt x="1816" y="19281"/>
                  </a:lnTo>
                  <a:cubicBezTo>
                    <a:pt x="3093" y="19772"/>
                    <a:pt x="4444" y="20021"/>
                    <a:pt x="5797" y="20021"/>
                  </a:cubicBezTo>
                  <a:cubicBezTo>
                    <a:pt x="7189" y="20021"/>
                    <a:pt x="8583" y="19757"/>
                    <a:pt x="9897" y="19223"/>
                  </a:cubicBezTo>
                  <a:cubicBezTo>
                    <a:pt x="10292" y="19076"/>
                    <a:pt x="10526" y="18959"/>
                    <a:pt x="10497" y="18900"/>
                  </a:cubicBezTo>
                  <a:cubicBezTo>
                    <a:pt x="10438" y="18695"/>
                    <a:pt x="10482" y="10248"/>
                    <a:pt x="10307" y="3953"/>
                  </a:cubicBezTo>
                  <a:cubicBezTo>
                    <a:pt x="10263" y="2826"/>
                    <a:pt x="9267" y="894"/>
                    <a:pt x="92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9">
              <a:extLst>
                <a:ext uri="{FF2B5EF4-FFF2-40B4-BE49-F238E27FC236}">
                  <a16:creationId xmlns:a16="http://schemas.microsoft.com/office/drawing/2014/main" id="{D680E7F3-A967-ACB5-AA5D-A97AE576316C}"/>
                </a:ext>
              </a:extLst>
            </p:cNvPr>
            <p:cNvSpPr/>
            <p:nvPr/>
          </p:nvSpPr>
          <p:spPr>
            <a:xfrm flipH="1">
              <a:off x="6961536" y="2352971"/>
              <a:ext cx="780375" cy="84094"/>
            </a:xfrm>
            <a:custGeom>
              <a:avLst/>
              <a:gdLst/>
              <a:ahLst/>
              <a:cxnLst/>
              <a:rect l="l" t="t" r="r" b="b"/>
              <a:pathLst>
                <a:path w="10746" h="1158" extrusionOk="0">
                  <a:moveTo>
                    <a:pt x="7262" y="0"/>
                  </a:moveTo>
                  <a:lnTo>
                    <a:pt x="7247" y="15"/>
                  </a:lnTo>
                  <a:cubicBezTo>
                    <a:pt x="6808" y="439"/>
                    <a:pt x="6193" y="703"/>
                    <a:pt x="5505" y="879"/>
                  </a:cubicBezTo>
                  <a:cubicBezTo>
                    <a:pt x="4918" y="1005"/>
                    <a:pt x="4332" y="1068"/>
                    <a:pt x="3788" y="1068"/>
                  </a:cubicBezTo>
                  <a:cubicBezTo>
                    <a:pt x="3639" y="1068"/>
                    <a:pt x="3494" y="1064"/>
                    <a:pt x="3353" y="1054"/>
                  </a:cubicBezTo>
                  <a:cubicBezTo>
                    <a:pt x="2679" y="1025"/>
                    <a:pt x="2094" y="908"/>
                    <a:pt x="1596" y="805"/>
                  </a:cubicBezTo>
                  <a:cubicBezTo>
                    <a:pt x="1098" y="674"/>
                    <a:pt x="703" y="557"/>
                    <a:pt x="425" y="483"/>
                  </a:cubicBezTo>
                  <a:cubicBezTo>
                    <a:pt x="293" y="454"/>
                    <a:pt x="205" y="410"/>
                    <a:pt x="117" y="396"/>
                  </a:cubicBezTo>
                  <a:cubicBezTo>
                    <a:pt x="44" y="381"/>
                    <a:pt x="0" y="381"/>
                    <a:pt x="0" y="381"/>
                  </a:cubicBezTo>
                  <a:lnTo>
                    <a:pt x="0" y="381"/>
                  </a:lnTo>
                  <a:cubicBezTo>
                    <a:pt x="0" y="381"/>
                    <a:pt x="44" y="396"/>
                    <a:pt x="117" y="410"/>
                  </a:cubicBezTo>
                  <a:cubicBezTo>
                    <a:pt x="205" y="454"/>
                    <a:pt x="293" y="483"/>
                    <a:pt x="425" y="527"/>
                  </a:cubicBezTo>
                  <a:cubicBezTo>
                    <a:pt x="703" y="615"/>
                    <a:pt x="1084" y="732"/>
                    <a:pt x="1581" y="849"/>
                  </a:cubicBezTo>
                  <a:cubicBezTo>
                    <a:pt x="2065" y="981"/>
                    <a:pt x="2679" y="1113"/>
                    <a:pt x="3353" y="1142"/>
                  </a:cubicBezTo>
                  <a:cubicBezTo>
                    <a:pt x="3508" y="1153"/>
                    <a:pt x="3669" y="1158"/>
                    <a:pt x="3833" y="1158"/>
                  </a:cubicBezTo>
                  <a:cubicBezTo>
                    <a:pt x="4366" y="1158"/>
                    <a:pt x="4941" y="1101"/>
                    <a:pt x="5534" y="966"/>
                  </a:cubicBezTo>
                  <a:cubicBezTo>
                    <a:pt x="6193" y="809"/>
                    <a:pt x="6824" y="539"/>
                    <a:pt x="7276" y="116"/>
                  </a:cubicBezTo>
                  <a:lnTo>
                    <a:pt x="7276" y="116"/>
                  </a:lnTo>
                  <a:cubicBezTo>
                    <a:pt x="8174" y="521"/>
                    <a:pt x="9020" y="735"/>
                    <a:pt x="9660" y="735"/>
                  </a:cubicBezTo>
                  <a:cubicBezTo>
                    <a:pt x="9701" y="735"/>
                    <a:pt x="9741" y="734"/>
                    <a:pt x="9780" y="732"/>
                  </a:cubicBezTo>
                  <a:cubicBezTo>
                    <a:pt x="10102" y="688"/>
                    <a:pt x="10336" y="586"/>
                    <a:pt x="10512" y="513"/>
                  </a:cubicBezTo>
                  <a:cubicBezTo>
                    <a:pt x="10599" y="469"/>
                    <a:pt x="10658" y="439"/>
                    <a:pt x="10687" y="410"/>
                  </a:cubicBezTo>
                  <a:cubicBezTo>
                    <a:pt x="10731" y="396"/>
                    <a:pt x="10746" y="381"/>
                    <a:pt x="10746" y="381"/>
                  </a:cubicBezTo>
                  <a:lnTo>
                    <a:pt x="10746" y="381"/>
                  </a:lnTo>
                  <a:cubicBezTo>
                    <a:pt x="10746" y="381"/>
                    <a:pt x="10658" y="410"/>
                    <a:pt x="10512" y="469"/>
                  </a:cubicBezTo>
                  <a:cubicBezTo>
                    <a:pt x="10336" y="542"/>
                    <a:pt x="10102" y="630"/>
                    <a:pt x="9794" y="659"/>
                  </a:cubicBezTo>
                  <a:cubicBezTo>
                    <a:pt x="9758" y="661"/>
                    <a:pt x="9721" y="662"/>
                    <a:pt x="9684" y="662"/>
                  </a:cubicBezTo>
                  <a:cubicBezTo>
                    <a:pt x="9052" y="662"/>
                    <a:pt x="8218" y="430"/>
                    <a:pt x="7305" y="15"/>
                  </a:cubicBezTo>
                  <a:lnTo>
                    <a:pt x="7262"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9">
              <a:extLst>
                <a:ext uri="{FF2B5EF4-FFF2-40B4-BE49-F238E27FC236}">
                  <a16:creationId xmlns:a16="http://schemas.microsoft.com/office/drawing/2014/main" id="{1BEED009-6E61-63EE-498A-5B37619E679A}"/>
                </a:ext>
              </a:extLst>
            </p:cNvPr>
            <p:cNvSpPr/>
            <p:nvPr/>
          </p:nvSpPr>
          <p:spPr>
            <a:xfrm flipH="1">
              <a:off x="7214547" y="1794819"/>
              <a:ext cx="59621" cy="563531"/>
            </a:xfrm>
            <a:custGeom>
              <a:avLst/>
              <a:gdLst/>
              <a:ahLst/>
              <a:cxnLst/>
              <a:rect l="l" t="t" r="r" b="b"/>
              <a:pathLst>
                <a:path w="821" h="7760" extrusionOk="0">
                  <a:moveTo>
                    <a:pt x="15" y="1"/>
                  </a:moveTo>
                  <a:cubicBezTo>
                    <a:pt x="1" y="1"/>
                    <a:pt x="15" y="103"/>
                    <a:pt x="45" y="308"/>
                  </a:cubicBezTo>
                  <a:cubicBezTo>
                    <a:pt x="59" y="513"/>
                    <a:pt x="89" y="806"/>
                    <a:pt x="132" y="1128"/>
                  </a:cubicBezTo>
                  <a:cubicBezTo>
                    <a:pt x="220" y="1845"/>
                    <a:pt x="337" y="2811"/>
                    <a:pt x="440" y="3880"/>
                  </a:cubicBezTo>
                  <a:cubicBezTo>
                    <a:pt x="572" y="4949"/>
                    <a:pt x="660" y="5930"/>
                    <a:pt x="718" y="6618"/>
                  </a:cubicBezTo>
                  <a:cubicBezTo>
                    <a:pt x="733" y="6954"/>
                    <a:pt x="777" y="7218"/>
                    <a:pt x="791" y="7437"/>
                  </a:cubicBezTo>
                  <a:cubicBezTo>
                    <a:pt x="806" y="7642"/>
                    <a:pt x="821" y="7759"/>
                    <a:pt x="821" y="7759"/>
                  </a:cubicBezTo>
                  <a:lnTo>
                    <a:pt x="821" y="7437"/>
                  </a:lnTo>
                  <a:cubicBezTo>
                    <a:pt x="821" y="7247"/>
                    <a:pt x="806" y="6954"/>
                    <a:pt x="791" y="6603"/>
                  </a:cubicBezTo>
                  <a:cubicBezTo>
                    <a:pt x="733" y="5900"/>
                    <a:pt x="660" y="4934"/>
                    <a:pt x="557" y="3851"/>
                  </a:cubicBezTo>
                  <a:cubicBezTo>
                    <a:pt x="425" y="2782"/>
                    <a:pt x="308" y="1801"/>
                    <a:pt x="206" y="1113"/>
                  </a:cubicBezTo>
                  <a:cubicBezTo>
                    <a:pt x="147" y="762"/>
                    <a:pt x="118" y="484"/>
                    <a:pt x="74" y="293"/>
                  </a:cubicBezTo>
                  <a:cubicBezTo>
                    <a:pt x="59" y="103"/>
                    <a:pt x="15" y="1"/>
                    <a:pt x="1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9">
              <a:extLst>
                <a:ext uri="{FF2B5EF4-FFF2-40B4-BE49-F238E27FC236}">
                  <a16:creationId xmlns:a16="http://schemas.microsoft.com/office/drawing/2014/main" id="{F34D5C75-E0AB-3994-971A-24A48DF54D52}"/>
                </a:ext>
              </a:extLst>
            </p:cNvPr>
            <p:cNvSpPr/>
            <p:nvPr/>
          </p:nvSpPr>
          <p:spPr>
            <a:xfrm flipH="1">
              <a:off x="7453755" y="2090380"/>
              <a:ext cx="164847" cy="179589"/>
            </a:xfrm>
            <a:custGeom>
              <a:avLst/>
              <a:gdLst/>
              <a:ahLst/>
              <a:cxnLst/>
              <a:rect l="l" t="t" r="r" b="b"/>
              <a:pathLst>
                <a:path w="2270" h="2473" extrusionOk="0">
                  <a:moveTo>
                    <a:pt x="132" y="0"/>
                  </a:moveTo>
                  <a:cubicBezTo>
                    <a:pt x="132" y="0"/>
                    <a:pt x="249" y="30"/>
                    <a:pt x="440" y="44"/>
                  </a:cubicBezTo>
                  <a:cubicBezTo>
                    <a:pt x="659" y="59"/>
                    <a:pt x="937" y="74"/>
                    <a:pt x="1289" y="117"/>
                  </a:cubicBezTo>
                  <a:cubicBezTo>
                    <a:pt x="1464" y="132"/>
                    <a:pt x="1669" y="147"/>
                    <a:pt x="1874" y="176"/>
                  </a:cubicBezTo>
                  <a:cubicBezTo>
                    <a:pt x="1962" y="191"/>
                    <a:pt x="2079" y="191"/>
                    <a:pt x="2123" y="264"/>
                  </a:cubicBezTo>
                  <a:cubicBezTo>
                    <a:pt x="2182" y="337"/>
                    <a:pt x="2182" y="469"/>
                    <a:pt x="2182" y="571"/>
                  </a:cubicBezTo>
                  <a:cubicBezTo>
                    <a:pt x="2182" y="806"/>
                    <a:pt x="2182" y="1069"/>
                    <a:pt x="2123" y="1303"/>
                  </a:cubicBezTo>
                  <a:cubicBezTo>
                    <a:pt x="2094" y="1567"/>
                    <a:pt x="1977" y="1801"/>
                    <a:pt x="1801" y="1977"/>
                  </a:cubicBezTo>
                  <a:cubicBezTo>
                    <a:pt x="1611" y="2167"/>
                    <a:pt x="1377" y="2299"/>
                    <a:pt x="1142" y="2343"/>
                  </a:cubicBezTo>
                  <a:cubicBezTo>
                    <a:pt x="1025" y="2372"/>
                    <a:pt x="901" y="2390"/>
                    <a:pt x="780" y="2390"/>
                  </a:cubicBezTo>
                  <a:cubicBezTo>
                    <a:pt x="659" y="2390"/>
                    <a:pt x="542" y="2372"/>
                    <a:pt x="440" y="2328"/>
                  </a:cubicBezTo>
                  <a:cubicBezTo>
                    <a:pt x="264" y="2240"/>
                    <a:pt x="176" y="2021"/>
                    <a:pt x="132" y="1816"/>
                  </a:cubicBezTo>
                  <a:cubicBezTo>
                    <a:pt x="103" y="1611"/>
                    <a:pt x="118" y="1435"/>
                    <a:pt x="118" y="1245"/>
                  </a:cubicBezTo>
                  <a:cubicBezTo>
                    <a:pt x="132" y="908"/>
                    <a:pt x="191" y="630"/>
                    <a:pt x="220" y="425"/>
                  </a:cubicBezTo>
                  <a:cubicBezTo>
                    <a:pt x="279" y="220"/>
                    <a:pt x="293" y="117"/>
                    <a:pt x="293" y="117"/>
                  </a:cubicBezTo>
                  <a:lnTo>
                    <a:pt x="293" y="117"/>
                  </a:lnTo>
                  <a:lnTo>
                    <a:pt x="264" y="147"/>
                  </a:lnTo>
                  <a:cubicBezTo>
                    <a:pt x="249" y="205"/>
                    <a:pt x="205" y="278"/>
                    <a:pt x="191" y="366"/>
                  </a:cubicBezTo>
                  <a:cubicBezTo>
                    <a:pt x="132" y="571"/>
                    <a:pt x="74" y="849"/>
                    <a:pt x="44" y="1215"/>
                  </a:cubicBezTo>
                  <a:cubicBezTo>
                    <a:pt x="30" y="1376"/>
                    <a:pt x="1" y="1581"/>
                    <a:pt x="44" y="1801"/>
                  </a:cubicBezTo>
                  <a:cubicBezTo>
                    <a:pt x="44" y="1903"/>
                    <a:pt x="74" y="2021"/>
                    <a:pt x="132" y="2123"/>
                  </a:cubicBezTo>
                  <a:cubicBezTo>
                    <a:pt x="191" y="2240"/>
                    <a:pt x="279" y="2328"/>
                    <a:pt x="396" y="2387"/>
                  </a:cubicBezTo>
                  <a:cubicBezTo>
                    <a:pt x="501" y="2450"/>
                    <a:pt x="617" y="2473"/>
                    <a:pt x="738" y="2473"/>
                  </a:cubicBezTo>
                  <a:cubicBezTo>
                    <a:pt x="869" y="2473"/>
                    <a:pt x="1006" y="2446"/>
                    <a:pt x="1142" y="2416"/>
                  </a:cubicBezTo>
                  <a:cubicBezTo>
                    <a:pt x="1391" y="2372"/>
                    <a:pt x="1655" y="2240"/>
                    <a:pt x="1860" y="2035"/>
                  </a:cubicBezTo>
                  <a:cubicBezTo>
                    <a:pt x="2050" y="1830"/>
                    <a:pt x="2167" y="1567"/>
                    <a:pt x="2226" y="1303"/>
                  </a:cubicBezTo>
                  <a:cubicBezTo>
                    <a:pt x="2270" y="1054"/>
                    <a:pt x="2270" y="791"/>
                    <a:pt x="2270" y="557"/>
                  </a:cubicBezTo>
                  <a:cubicBezTo>
                    <a:pt x="2270" y="425"/>
                    <a:pt x="2270" y="293"/>
                    <a:pt x="2196" y="191"/>
                  </a:cubicBezTo>
                  <a:cubicBezTo>
                    <a:pt x="2167" y="132"/>
                    <a:pt x="2094" y="117"/>
                    <a:pt x="2035" y="103"/>
                  </a:cubicBezTo>
                  <a:cubicBezTo>
                    <a:pt x="1977" y="74"/>
                    <a:pt x="1933" y="74"/>
                    <a:pt x="1874" y="74"/>
                  </a:cubicBezTo>
                  <a:cubicBezTo>
                    <a:pt x="1655" y="59"/>
                    <a:pt x="1464" y="59"/>
                    <a:pt x="1289" y="44"/>
                  </a:cubicBezTo>
                  <a:cubicBezTo>
                    <a:pt x="937" y="30"/>
                    <a:pt x="659" y="30"/>
                    <a:pt x="44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9">
              <a:extLst>
                <a:ext uri="{FF2B5EF4-FFF2-40B4-BE49-F238E27FC236}">
                  <a16:creationId xmlns:a16="http://schemas.microsoft.com/office/drawing/2014/main" id="{58D65269-06A6-0A70-8E68-09061079C118}"/>
                </a:ext>
              </a:extLst>
            </p:cNvPr>
            <p:cNvSpPr/>
            <p:nvPr/>
          </p:nvSpPr>
          <p:spPr>
            <a:xfrm flipH="1">
              <a:off x="7190074" y="1276026"/>
              <a:ext cx="84094" cy="430637"/>
            </a:xfrm>
            <a:custGeom>
              <a:avLst/>
              <a:gdLst/>
              <a:ahLst/>
              <a:cxnLst/>
              <a:rect l="l" t="t" r="r" b="b"/>
              <a:pathLst>
                <a:path w="1158" h="5930" extrusionOk="0">
                  <a:moveTo>
                    <a:pt x="1" y="0"/>
                  </a:moveTo>
                  <a:lnTo>
                    <a:pt x="1" y="5929"/>
                  </a:lnTo>
                  <a:cubicBezTo>
                    <a:pt x="1" y="5929"/>
                    <a:pt x="1157" y="2460"/>
                    <a:pt x="923" y="1830"/>
                  </a:cubicBezTo>
                  <a:cubicBezTo>
                    <a:pt x="674" y="1216"/>
                    <a:pt x="1" y="0"/>
                    <a:pt x="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9">
              <a:extLst>
                <a:ext uri="{FF2B5EF4-FFF2-40B4-BE49-F238E27FC236}">
                  <a16:creationId xmlns:a16="http://schemas.microsoft.com/office/drawing/2014/main" id="{E48C7FBB-87F6-21FD-22A6-6AEE6BFD6536}"/>
                </a:ext>
              </a:extLst>
            </p:cNvPr>
            <p:cNvSpPr/>
            <p:nvPr/>
          </p:nvSpPr>
          <p:spPr>
            <a:xfrm flipH="1">
              <a:off x="7384622" y="2990788"/>
              <a:ext cx="171238" cy="436010"/>
            </a:xfrm>
            <a:custGeom>
              <a:avLst/>
              <a:gdLst/>
              <a:ahLst/>
              <a:cxnLst/>
              <a:rect l="l" t="t" r="r" b="b"/>
              <a:pathLst>
                <a:path w="2358" h="6004" extrusionOk="0">
                  <a:moveTo>
                    <a:pt x="31" y="1"/>
                  </a:moveTo>
                  <a:cubicBezTo>
                    <a:pt x="30" y="1"/>
                    <a:pt x="30" y="1"/>
                    <a:pt x="30" y="1"/>
                  </a:cubicBezTo>
                  <a:cubicBezTo>
                    <a:pt x="0" y="16"/>
                    <a:pt x="498" y="1362"/>
                    <a:pt x="1128" y="3017"/>
                  </a:cubicBezTo>
                  <a:cubicBezTo>
                    <a:pt x="1768" y="4677"/>
                    <a:pt x="2322" y="6003"/>
                    <a:pt x="2342" y="6003"/>
                  </a:cubicBezTo>
                  <a:cubicBezTo>
                    <a:pt x="2342" y="6003"/>
                    <a:pt x="2343" y="6003"/>
                    <a:pt x="2343" y="6003"/>
                  </a:cubicBezTo>
                  <a:cubicBezTo>
                    <a:pt x="2357" y="6003"/>
                    <a:pt x="1874" y="4642"/>
                    <a:pt x="1245" y="2973"/>
                  </a:cubicBezTo>
                  <a:cubicBezTo>
                    <a:pt x="607" y="1336"/>
                    <a:pt x="70" y="1"/>
                    <a:pt x="3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9">
              <a:extLst>
                <a:ext uri="{FF2B5EF4-FFF2-40B4-BE49-F238E27FC236}">
                  <a16:creationId xmlns:a16="http://schemas.microsoft.com/office/drawing/2014/main" id="{5B71322F-77F0-110F-E009-7B441103E066}"/>
                </a:ext>
              </a:extLst>
            </p:cNvPr>
            <p:cNvSpPr/>
            <p:nvPr/>
          </p:nvSpPr>
          <p:spPr>
            <a:xfrm flipH="1">
              <a:off x="7478229" y="3059921"/>
              <a:ext cx="53230" cy="303043"/>
            </a:xfrm>
            <a:custGeom>
              <a:avLst/>
              <a:gdLst/>
              <a:ahLst/>
              <a:cxnLst/>
              <a:rect l="l" t="t" r="r" b="b"/>
              <a:pathLst>
                <a:path w="733" h="4173" extrusionOk="0">
                  <a:moveTo>
                    <a:pt x="1" y="1"/>
                  </a:moveTo>
                  <a:cubicBezTo>
                    <a:pt x="1" y="1"/>
                    <a:pt x="45" y="235"/>
                    <a:pt x="118" y="601"/>
                  </a:cubicBezTo>
                  <a:cubicBezTo>
                    <a:pt x="206" y="967"/>
                    <a:pt x="323" y="1494"/>
                    <a:pt x="411" y="2065"/>
                  </a:cubicBezTo>
                  <a:cubicBezTo>
                    <a:pt x="513" y="2650"/>
                    <a:pt x="572" y="3163"/>
                    <a:pt x="630" y="3543"/>
                  </a:cubicBezTo>
                  <a:cubicBezTo>
                    <a:pt x="689" y="3924"/>
                    <a:pt x="704" y="4173"/>
                    <a:pt x="733" y="4173"/>
                  </a:cubicBezTo>
                  <a:cubicBezTo>
                    <a:pt x="733" y="4173"/>
                    <a:pt x="733" y="3924"/>
                    <a:pt x="689" y="3529"/>
                  </a:cubicBezTo>
                  <a:cubicBezTo>
                    <a:pt x="674" y="3148"/>
                    <a:pt x="601" y="2636"/>
                    <a:pt x="513" y="2050"/>
                  </a:cubicBezTo>
                  <a:cubicBezTo>
                    <a:pt x="396" y="1479"/>
                    <a:pt x="294" y="952"/>
                    <a:pt x="177" y="586"/>
                  </a:cubicBezTo>
                  <a:cubicBezTo>
                    <a:pt x="89" y="220"/>
                    <a:pt x="16" y="1"/>
                    <a:pt x="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9">
              <a:extLst>
                <a:ext uri="{FF2B5EF4-FFF2-40B4-BE49-F238E27FC236}">
                  <a16:creationId xmlns:a16="http://schemas.microsoft.com/office/drawing/2014/main" id="{2A019F1D-C5A7-EE3F-CD2E-75EA609AC436}"/>
                </a:ext>
              </a:extLst>
            </p:cNvPr>
            <p:cNvSpPr/>
            <p:nvPr/>
          </p:nvSpPr>
          <p:spPr>
            <a:xfrm flipH="1">
              <a:off x="6496620" y="4346308"/>
              <a:ext cx="389171" cy="146765"/>
            </a:xfrm>
            <a:custGeom>
              <a:avLst/>
              <a:gdLst/>
              <a:ahLst/>
              <a:cxnLst/>
              <a:rect l="l" t="t" r="r" b="b"/>
              <a:pathLst>
                <a:path w="5359" h="2021" extrusionOk="0">
                  <a:moveTo>
                    <a:pt x="4791" y="1"/>
                  </a:moveTo>
                  <a:cubicBezTo>
                    <a:pt x="4271" y="1"/>
                    <a:pt x="3529" y="118"/>
                    <a:pt x="3529" y="118"/>
                  </a:cubicBezTo>
                  <a:lnTo>
                    <a:pt x="1" y="2021"/>
                  </a:lnTo>
                  <a:cubicBezTo>
                    <a:pt x="1" y="2021"/>
                    <a:pt x="5359" y="352"/>
                    <a:pt x="5286" y="118"/>
                  </a:cubicBezTo>
                  <a:cubicBezTo>
                    <a:pt x="5256" y="30"/>
                    <a:pt x="5051" y="1"/>
                    <a:pt x="47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9">
              <a:extLst>
                <a:ext uri="{FF2B5EF4-FFF2-40B4-BE49-F238E27FC236}">
                  <a16:creationId xmlns:a16="http://schemas.microsoft.com/office/drawing/2014/main" id="{5D5E41AD-55EC-1D1C-4487-FDA0A6362BD4}"/>
                </a:ext>
              </a:extLst>
            </p:cNvPr>
            <p:cNvSpPr/>
            <p:nvPr/>
          </p:nvSpPr>
          <p:spPr>
            <a:xfrm flipH="1">
              <a:off x="7712062" y="4255963"/>
              <a:ext cx="338191" cy="269711"/>
            </a:xfrm>
            <a:custGeom>
              <a:avLst/>
              <a:gdLst/>
              <a:ahLst/>
              <a:cxnLst/>
              <a:rect l="l" t="t" r="r" b="b"/>
              <a:pathLst>
                <a:path w="4657" h="3714" extrusionOk="0">
                  <a:moveTo>
                    <a:pt x="1" y="0"/>
                  </a:moveTo>
                  <a:lnTo>
                    <a:pt x="1" y="146"/>
                  </a:lnTo>
                  <a:cubicBezTo>
                    <a:pt x="1" y="146"/>
                    <a:pt x="4035" y="3713"/>
                    <a:pt x="4498" y="3713"/>
                  </a:cubicBezTo>
                  <a:cubicBezTo>
                    <a:pt x="4520" y="3713"/>
                    <a:pt x="4534" y="3706"/>
                    <a:pt x="4539" y="3689"/>
                  </a:cubicBezTo>
                  <a:cubicBezTo>
                    <a:pt x="4656" y="3323"/>
                    <a:pt x="3895" y="2518"/>
                    <a:pt x="3895" y="2518"/>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9">
              <a:extLst>
                <a:ext uri="{FF2B5EF4-FFF2-40B4-BE49-F238E27FC236}">
                  <a16:creationId xmlns:a16="http://schemas.microsoft.com/office/drawing/2014/main" id="{127970B0-B671-823C-D8BC-93F07E760289}"/>
                </a:ext>
              </a:extLst>
            </p:cNvPr>
            <p:cNvSpPr/>
            <p:nvPr/>
          </p:nvSpPr>
          <p:spPr>
            <a:xfrm flipH="1">
              <a:off x="7103946" y="780398"/>
              <a:ext cx="351989" cy="187069"/>
            </a:xfrm>
            <a:custGeom>
              <a:avLst/>
              <a:gdLst/>
              <a:ahLst/>
              <a:cxnLst/>
              <a:rect l="l" t="t" r="r" b="b"/>
              <a:pathLst>
                <a:path w="4847" h="2576" extrusionOk="0">
                  <a:moveTo>
                    <a:pt x="2637" y="1"/>
                  </a:moveTo>
                  <a:cubicBezTo>
                    <a:pt x="2578" y="1"/>
                    <a:pt x="2519" y="2"/>
                    <a:pt x="2460" y="3"/>
                  </a:cubicBezTo>
                  <a:cubicBezTo>
                    <a:pt x="2035" y="3"/>
                    <a:pt x="1567" y="33"/>
                    <a:pt x="1172" y="179"/>
                  </a:cubicBezTo>
                  <a:cubicBezTo>
                    <a:pt x="747" y="326"/>
                    <a:pt x="381" y="618"/>
                    <a:pt x="176" y="1028"/>
                  </a:cubicBezTo>
                  <a:cubicBezTo>
                    <a:pt x="0" y="1423"/>
                    <a:pt x="30" y="1936"/>
                    <a:pt x="322" y="2273"/>
                  </a:cubicBezTo>
                  <a:lnTo>
                    <a:pt x="308" y="2331"/>
                  </a:lnTo>
                  <a:cubicBezTo>
                    <a:pt x="425" y="2419"/>
                    <a:pt x="527" y="2521"/>
                    <a:pt x="659" y="2565"/>
                  </a:cubicBezTo>
                  <a:cubicBezTo>
                    <a:pt x="693" y="2572"/>
                    <a:pt x="727" y="2576"/>
                    <a:pt x="761" y="2576"/>
                  </a:cubicBezTo>
                  <a:cubicBezTo>
                    <a:pt x="875" y="2576"/>
                    <a:pt x="983" y="2535"/>
                    <a:pt x="1040" y="2434"/>
                  </a:cubicBezTo>
                  <a:cubicBezTo>
                    <a:pt x="1098" y="2302"/>
                    <a:pt x="1040" y="2155"/>
                    <a:pt x="981" y="2009"/>
                  </a:cubicBezTo>
                  <a:cubicBezTo>
                    <a:pt x="908" y="1775"/>
                    <a:pt x="908" y="1497"/>
                    <a:pt x="1011" y="1262"/>
                  </a:cubicBezTo>
                  <a:cubicBezTo>
                    <a:pt x="1259" y="1570"/>
                    <a:pt x="1596" y="1833"/>
                    <a:pt x="1991" y="1907"/>
                  </a:cubicBezTo>
                  <a:cubicBezTo>
                    <a:pt x="2056" y="1918"/>
                    <a:pt x="2122" y="1924"/>
                    <a:pt x="2187" y="1924"/>
                  </a:cubicBezTo>
                  <a:cubicBezTo>
                    <a:pt x="2534" y="1924"/>
                    <a:pt x="2871" y="1763"/>
                    <a:pt x="3031" y="1467"/>
                  </a:cubicBezTo>
                  <a:cubicBezTo>
                    <a:pt x="3075" y="1833"/>
                    <a:pt x="3397" y="2082"/>
                    <a:pt x="3748" y="2199"/>
                  </a:cubicBezTo>
                  <a:cubicBezTo>
                    <a:pt x="3866" y="2230"/>
                    <a:pt x="3989" y="2251"/>
                    <a:pt x="4108" y="2251"/>
                  </a:cubicBezTo>
                  <a:cubicBezTo>
                    <a:pt x="4271" y="2251"/>
                    <a:pt x="4427" y="2213"/>
                    <a:pt x="4553" y="2112"/>
                  </a:cubicBezTo>
                  <a:cubicBezTo>
                    <a:pt x="4758" y="1965"/>
                    <a:pt x="4846" y="1687"/>
                    <a:pt x="4831" y="1423"/>
                  </a:cubicBezTo>
                  <a:cubicBezTo>
                    <a:pt x="4802" y="911"/>
                    <a:pt x="4422" y="472"/>
                    <a:pt x="3968" y="252"/>
                  </a:cubicBezTo>
                  <a:cubicBezTo>
                    <a:pt x="3565" y="57"/>
                    <a:pt x="3104" y="1"/>
                    <a:pt x="2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9">
              <a:extLst>
                <a:ext uri="{FF2B5EF4-FFF2-40B4-BE49-F238E27FC236}">
                  <a16:creationId xmlns:a16="http://schemas.microsoft.com/office/drawing/2014/main" id="{AF1D3169-5D5D-B7C6-0D64-7CDAB0A534B9}"/>
                </a:ext>
              </a:extLst>
            </p:cNvPr>
            <p:cNvSpPr/>
            <p:nvPr/>
          </p:nvSpPr>
          <p:spPr>
            <a:xfrm flipH="1">
              <a:off x="7469660" y="1043208"/>
              <a:ext cx="46913" cy="55772"/>
            </a:xfrm>
            <a:custGeom>
              <a:avLst/>
              <a:gdLst/>
              <a:ahLst/>
              <a:cxnLst/>
              <a:rect l="l" t="t" r="r" b="b"/>
              <a:pathLst>
                <a:path w="646" h="768" extrusionOk="0">
                  <a:moveTo>
                    <a:pt x="425" y="0"/>
                  </a:moveTo>
                  <a:cubicBezTo>
                    <a:pt x="382" y="0"/>
                    <a:pt x="352" y="30"/>
                    <a:pt x="352" y="30"/>
                  </a:cubicBezTo>
                  <a:cubicBezTo>
                    <a:pt x="352" y="44"/>
                    <a:pt x="469" y="30"/>
                    <a:pt x="543" y="147"/>
                  </a:cubicBezTo>
                  <a:cubicBezTo>
                    <a:pt x="557" y="205"/>
                    <a:pt x="557" y="293"/>
                    <a:pt x="543" y="396"/>
                  </a:cubicBezTo>
                  <a:cubicBezTo>
                    <a:pt x="513" y="484"/>
                    <a:pt x="469" y="586"/>
                    <a:pt x="396" y="645"/>
                  </a:cubicBezTo>
                  <a:cubicBezTo>
                    <a:pt x="363" y="663"/>
                    <a:pt x="332" y="672"/>
                    <a:pt x="302" y="672"/>
                  </a:cubicBezTo>
                  <a:cubicBezTo>
                    <a:pt x="240" y="672"/>
                    <a:pt x="187" y="636"/>
                    <a:pt x="147" y="586"/>
                  </a:cubicBezTo>
                  <a:cubicBezTo>
                    <a:pt x="103" y="513"/>
                    <a:pt x="74" y="425"/>
                    <a:pt x="74" y="352"/>
                  </a:cubicBezTo>
                  <a:cubicBezTo>
                    <a:pt x="74" y="205"/>
                    <a:pt x="118" y="103"/>
                    <a:pt x="103" y="103"/>
                  </a:cubicBezTo>
                  <a:cubicBezTo>
                    <a:pt x="74" y="103"/>
                    <a:pt x="45" y="191"/>
                    <a:pt x="1" y="352"/>
                  </a:cubicBezTo>
                  <a:cubicBezTo>
                    <a:pt x="1" y="425"/>
                    <a:pt x="1" y="557"/>
                    <a:pt x="74" y="645"/>
                  </a:cubicBezTo>
                  <a:cubicBezTo>
                    <a:pt x="118" y="688"/>
                    <a:pt x="162" y="732"/>
                    <a:pt x="221" y="762"/>
                  </a:cubicBezTo>
                  <a:cubicBezTo>
                    <a:pt x="239" y="765"/>
                    <a:pt x="259" y="767"/>
                    <a:pt x="280" y="767"/>
                  </a:cubicBezTo>
                  <a:cubicBezTo>
                    <a:pt x="341" y="767"/>
                    <a:pt x="407" y="751"/>
                    <a:pt x="440" y="718"/>
                  </a:cubicBezTo>
                  <a:cubicBezTo>
                    <a:pt x="557" y="645"/>
                    <a:pt x="616" y="513"/>
                    <a:pt x="630" y="410"/>
                  </a:cubicBezTo>
                  <a:cubicBezTo>
                    <a:pt x="645" y="293"/>
                    <a:pt x="645" y="191"/>
                    <a:pt x="587" y="118"/>
                  </a:cubicBezTo>
                  <a:cubicBezTo>
                    <a:pt x="557" y="44"/>
                    <a:pt x="484" y="0"/>
                    <a:pt x="4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9">
              <a:extLst>
                <a:ext uri="{FF2B5EF4-FFF2-40B4-BE49-F238E27FC236}">
                  <a16:creationId xmlns:a16="http://schemas.microsoft.com/office/drawing/2014/main" id="{511367DF-1353-B11C-9A9E-A7740419CE82}"/>
                </a:ext>
              </a:extLst>
            </p:cNvPr>
            <p:cNvSpPr/>
            <p:nvPr/>
          </p:nvSpPr>
          <p:spPr>
            <a:xfrm flipH="1">
              <a:off x="7318755" y="1292002"/>
              <a:ext cx="273269" cy="430637"/>
            </a:xfrm>
            <a:custGeom>
              <a:avLst/>
              <a:gdLst/>
              <a:ahLst/>
              <a:cxnLst/>
              <a:rect l="l" t="t" r="r" b="b"/>
              <a:pathLst>
                <a:path w="3763" h="5930" extrusionOk="0">
                  <a:moveTo>
                    <a:pt x="659" y="0"/>
                  </a:moveTo>
                  <a:cubicBezTo>
                    <a:pt x="542" y="15"/>
                    <a:pt x="1" y="2123"/>
                    <a:pt x="557" y="2752"/>
                  </a:cubicBezTo>
                  <a:cubicBezTo>
                    <a:pt x="1157" y="3440"/>
                    <a:pt x="3763" y="5929"/>
                    <a:pt x="3763" y="5929"/>
                  </a:cubicBezTo>
                  <a:lnTo>
                    <a:pt x="659"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9">
              <a:extLst>
                <a:ext uri="{FF2B5EF4-FFF2-40B4-BE49-F238E27FC236}">
                  <a16:creationId xmlns:a16="http://schemas.microsoft.com/office/drawing/2014/main" id="{BBA55DB8-5F41-7AEE-58DF-B5C315705B97}"/>
                </a:ext>
              </a:extLst>
            </p:cNvPr>
            <p:cNvSpPr/>
            <p:nvPr/>
          </p:nvSpPr>
          <p:spPr>
            <a:xfrm flipH="1">
              <a:off x="7547289" y="1976585"/>
              <a:ext cx="191426" cy="398756"/>
            </a:xfrm>
            <a:custGeom>
              <a:avLst/>
              <a:gdLst/>
              <a:ahLst/>
              <a:cxnLst/>
              <a:rect l="l" t="t" r="r" b="b"/>
              <a:pathLst>
                <a:path w="2636" h="5491" extrusionOk="0">
                  <a:moveTo>
                    <a:pt x="2635" y="1"/>
                  </a:moveTo>
                  <a:cubicBezTo>
                    <a:pt x="2606" y="1"/>
                    <a:pt x="2562" y="74"/>
                    <a:pt x="2489" y="133"/>
                  </a:cubicBezTo>
                  <a:cubicBezTo>
                    <a:pt x="2372" y="250"/>
                    <a:pt x="2240" y="440"/>
                    <a:pt x="2094" y="674"/>
                  </a:cubicBezTo>
                  <a:cubicBezTo>
                    <a:pt x="1786" y="1157"/>
                    <a:pt x="1406" y="1816"/>
                    <a:pt x="1040" y="2577"/>
                  </a:cubicBezTo>
                  <a:cubicBezTo>
                    <a:pt x="674" y="3353"/>
                    <a:pt x="396" y="4085"/>
                    <a:pt x="235" y="4612"/>
                  </a:cubicBezTo>
                  <a:cubicBezTo>
                    <a:pt x="147" y="4891"/>
                    <a:pt x="88" y="5110"/>
                    <a:pt x="44" y="5256"/>
                  </a:cubicBezTo>
                  <a:cubicBezTo>
                    <a:pt x="15" y="5403"/>
                    <a:pt x="0" y="5491"/>
                    <a:pt x="0" y="5491"/>
                  </a:cubicBezTo>
                  <a:cubicBezTo>
                    <a:pt x="15" y="5491"/>
                    <a:pt x="30" y="5418"/>
                    <a:pt x="88" y="5271"/>
                  </a:cubicBezTo>
                  <a:cubicBezTo>
                    <a:pt x="147" y="5125"/>
                    <a:pt x="220" y="4905"/>
                    <a:pt x="308" y="4642"/>
                  </a:cubicBezTo>
                  <a:cubicBezTo>
                    <a:pt x="483" y="4129"/>
                    <a:pt x="762" y="3427"/>
                    <a:pt x="1128" y="2651"/>
                  </a:cubicBezTo>
                  <a:cubicBezTo>
                    <a:pt x="1479" y="1889"/>
                    <a:pt x="1859" y="1231"/>
                    <a:pt x="2152" y="748"/>
                  </a:cubicBezTo>
                  <a:cubicBezTo>
                    <a:pt x="2299" y="528"/>
                    <a:pt x="2416" y="323"/>
                    <a:pt x="2504" y="206"/>
                  </a:cubicBezTo>
                  <a:cubicBezTo>
                    <a:pt x="2591" y="74"/>
                    <a:pt x="2635" y="1"/>
                    <a:pt x="263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9">
              <a:extLst>
                <a:ext uri="{FF2B5EF4-FFF2-40B4-BE49-F238E27FC236}">
                  <a16:creationId xmlns:a16="http://schemas.microsoft.com/office/drawing/2014/main" id="{2981E528-480C-BFDC-05C1-2F63E3255B86}"/>
                </a:ext>
              </a:extLst>
            </p:cNvPr>
            <p:cNvSpPr/>
            <p:nvPr/>
          </p:nvSpPr>
          <p:spPr>
            <a:xfrm flipH="1">
              <a:off x="7230522" y="2207805"/>
              <a:ext cx="321126" cy="245746"/>
            </a:xfrm>
            <a:custGeom>
              <a:avLst/>
              <a:gdLst/>
              <a:ahLst/>
              <a:cxnLst/>
              <a:rect l="l" t="t" r="r" b="b"/>
              <a:pathLst>
                <a:path w="4422" h="3384" extrusionOk="0">
                  <a:moveTo>
                    <a:pt x="3225" y="1"/>
                  </a:moveTo>
                  <a:cubicBezTo>
                    <a:pt x="2820" y="1"/>
                    <a:pt x="1348" y="389"/>
                    <a:pt x="1348" y="389"/>
                  </a:cubicBezTo>
                  <a:cubicBezTo>
                    <a:pt x="1348" y="389"/>
                    <a:pt x="1" y="2892"/>
                    <a:pt x="528" y="3097"/>
                  </a:cubicBezTo>
                  <a:cubicBezTo>
                    <a:pt x="528" y="3097"/>
                    <a:pt x="2100" y="3383"/>
                    <a:pt x="2663" y="3383"/>
                  </a:cubicBezTo>
                  <a:cubicBezTo>
                    <a:pt x="2749" y="3383"/>
                    <a:pt x="2812" y="3376"/>
                    <a:pt x="2841" y="3361"/>
                  </a:cubicBezTo>
                  <a:cubicBezTo>
                    <a:pt x="3075" y="3258"/>
                    <a:pt x="2197" y="2805"/>
                    <a:pt x="2197" y="2804"/>
                  </a:cubicBezTo>
                  <a:lnTo>
                    <a:pt x="2197" y="2804"/>
                  </a:lnTo>
                  <a:cubicBezTo>
                    <a:pt x="2197" y="2805"/>
                    <a:pt x="2893" y="3076"/>
                    <a:pt x="3226" y="3076"/>
                  </a:cubicBezTo>
                  <a:cubicBezTo>
                    <a:pt x="3279" y="3076"/>
                    <a:pt x="3323" y="3069"/>
                    <a:pt x="3353" y="3053"/>
                  </a:cubicBezTo>
                  <a:cubicBezTo>
                    <a:pt x="3573" y="2966"/>
                    <a:pt x="2358" y="2204"/>
                    <a:pt x="2358" y="2204"/>
                  </a:cubicBezTo>
                  <a:lnTo>
                    <a:pt x="2358" y="2204"/>
                  </a:lnTo>
                  <a:cubicBezTo>
                    <a:pt x="2358" y="2204"/>
                    <a:pt x="3219" y="2680"/>
                    <a:pt x="3593" y="2680"/>
                  </a:cubicBezTo>
                  <a:cubicBezTo>
                    <a:pt x="3668" y="2680"/>
                    <a:pt x="3724" y="2661"/>
                    <a:pt x="3749" y="2614"/>
                  </a:cubicBezTo>
                  <a:cubicBezTo>
                    <a:pt x="3895" y="2336"/>
                    <a:pt x="2578" y="1516"/>
                    <a:pt x="2577" y="1516"/>
                  </a:cubicBezTo>
                  <a:lnTo>
                    <a:pt x="2577" y="1516"/>
                  </a:lnTo>
                  <a:cubicBezTo>
                    <a:pt x="2578" y="1516"/>
                    <a:pt x="3625" y="2051"/>
                    <a:pt x="4049" y="2051"/>
                  </a:cubicBezTo>
                  <a:cubicBezTo>
                    <a:pt x="4121" y="2051"/>
                    <a:pt x="4175" y="2035"/>
                    <a:pt x="4202" y="1999"/>
                  </a:cubicBezTo>
                  <a:cubicBezTo>
                    <a:pt x="4422" y="1721"/>
                    <a:pt x="2519" y="755"/>
                    <a:pt x="2519" y="755"/>
                  </a:cubicBezTo>
                  <a:cubicBezTo>
                    <a:pt x="3148" y="623"/>
                    <a:pt x="3426" y="140"/>
                    <a:pt x="3324" y="23"/>
                  </a:cubicBezTo>
                  <a:cubicBezTo>
                    <a:pt x="3314" y="8"/>
                    <a:pt x="3279" y="1"/>
                    <a:pt x="3225"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9">
              <a:extLst>
                <a:ext uri="{FF2B5EF4-FFF2-40B4-BE49-F238E27FC236}">
                  <a16:creationId xmlns:a16="http://schemas.microsoft.com/office/drawing/2014/main" id="{0E177AEC-011C-5D9B-A4D2-E13430902EB0}"/>
                </a:ext>
              </a:extLst>
            </p:cNvPr>
            <p:cNvSpPr/>
            <p:nvPr/>
          </p:nvSpPr>
          <p:spPr>
            <a:xfrm flipH="1">
              <a:off x="7428189" y="1383430"/>
              <a:ext cx="835711" cy="1055750"/>
            </a:xfrm>
            <a:custGeom>
              <a:avLst/>
              <a:gdLst/>
              <a:ahLst/>
              <a:cxnLst/>
              <a:rect l="l" t="t" r="r" b="b"/>
              <a:pathLst>
                <a:path w="11508" h="14538" extrusionOk="0">
                  <a:moveTo>
                    <a:pt x="7101" y="0"/>
                  </a:moveTo>
                  <a:cubicBezTo>
                    <a:pt x="7101" y="0"/>
                    <a:pt x="4758" y="2079"/>
                    <a:pt x="2372" y="6193"/>
                  </a:cubicBezTo>
                  <a:cubicBezTo>
                    <a:pt x="0" y="10292"/>
                    <a:pt x="4041" y="12034"/>
                    <a:pt x="5124" y="12444"/>
                  </a:cubicBezTo>
                  <a:cubicBezTo>
                    <a:pt x="6208" y="12883"/>
                    <a:pt x="10541" y="14537"/>
                    <a:pt x="10541" y="14537"/>
                  </a:cubicBezTo>
                  <a:lnTo>
                    <a:pt x="11507" y="11404"/>
                  </a:lnTo>
                  <a:cubicBezTo>
                    <a:pt x="11507" y="11404"/>
                    <a:pt x="8872" y="10379"/>
                    <a:pt x="6164" y="8886"/>
                  </a:cubicBezTo>
                  <a:cubicBezTo>
                    <a:pt x="4934" y="8184"/>
                    <a:pt x="9282" y="3177"/>
                    <a:pt x="9282" y="3177"/>
                  </a:cubicBezTo>
                  <a:lnTo>
                    <a:pt x="71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9">
              <a:extLst>
                <a:ext uri="{FF2B5EF4-FFF2-40B4-BE49-F238E27FC236}">
                  <a16:creationId xmlns:a16="http://schemas.microsoft.com/office/drawing/2014/main" id="{C56F4D5B-5D97-B6F9-978B-E869BC5F0ADC}"/>
                </a:ext>
              </a:extLst>
            </p:cNvPr>
            <p:cNvSpPr/>
            <p:nvPr/>
          </p:nvSpPr>
          <p:spPr>
            <a:xfrm flipH="1">
              <a:off x="7598341" y="1408701"/>
              <a:ext cx="186125" cy="320254"/>
            </a:xfrm>
            <a:custGeom>
              <a:avLst/>
              <a:gdLst/>
              <a:ahLst/>
              <a:cxnLst/>
              <a:rect l="l" t="t" r="r" b="b"/>
              <a:pathLst>
                <a:path w="2563" h="4410" extrusionOk="0">
                  <a:moveTo>
                    <a:pt x="793" y="1"/>
                  </a:moveTo>
                  <a:cubicBezTo>
                    <a:pt x="542" y="1"/>
                    <a:pt x="348" y="42"/>
                    <a:pt x="220" y="106"/>
                  </a:cubicBezTo>
                  <a:cubicBezTo>
                    <a:pt x="147" y="150"/>
                    <a:pt x="89" y="179"/>
                    <a:pt x="59" y="208"/>
                  </a:cubicBezTo>
                  <a:cubicBezTo>
                    <a:pt x="15" y="223"/>
                    <a:pt x="1" y="238"/>
                    <a:pt x="1" y="238"/>
                  </a:cubicBezTo>
                  <a:cubicBezTo>
                    <a:pt x="3" y="240"/>
                    <a:pt x="6" y="240"/>
                    <a:pt x="10" y="240"/>
                  </a:cubicBezTo>
                  <a:cubicBezTo>
                    <a:pt x="36" y="240"/>
                    <a:pt x="108" y="201"/>
                    <a:pt x="235" y="150"/>
                  </a:cubicBezTo>
                  <a:cubicBezTo>
                    <a:pt x="346" y="106"/>
                    <a:pt x="507" y="61"/>
                    <a:pt x="699" y="61"/>
                  </a:cubicBezTo>
                  <a:cubicBezTo>
                    <a:pt x="761" y="61"/>
                    <a:pt x="826" y="66"/>
                    <a:pt x="894" y="77"/>
                  </a:cubicBezTo>
                  <a:cubicBezTo>
                    <a:pt x="1187" y="106"/>
                    <a:pt x="1523" y="223"/>
                    <a:pt x="1787" y="472"/>
                  </a:cubicBezTo>
                  <a:cubicBezTo>
                    <a:pt x="2065" y="721"/>
                    <a:pt x="2270" y="1101"/>
                    <a:pt x="2358" y="1526"/>
                  </a:cubicBezTo>
                  <a:cubicBezTo>
                    <a:pt x="2446" y="1950"/>
                    <a:pt x="2416" y="2360"/>
                    <a:pt x="2299" y="2726"/>
                  </a:cubicBezTo>
                  <a:cubicBezTo>
                    <a:pt x="2197" y="3092"/>
                    <a:pt x="2050" y="3385"/>
                    <a:pt x="1904" y="3649"/>
                  </a:cubicBezTo>
                  <a:cubicBezTo>
                    <a:pt x="1596" y="4146"/>
                    <a:pt x="1348" y="4395"/>
                    <a:pt x="1377" y="4410"/>
                  </a:cubicBezTo>
                  <a:cubicBezTo>
                    <a:pt x="1377" y="4410"/>
                    <a:pt x="1450" y="4366"/>
                    <a:pt x="1553" y="4249"/>
                  </a:cubicBezTo>
                  <a:cubicBezTo>
                    <a:pt x="1655" y="4132"/>
                    <a:pt x="1801" y="3941"/>
                    <a:pt x="1962" y="3693"/>
                  </a:cubicBezTo>
                  <a:cubicBezTo>
                    <a:pt x="2124" y="3458"/>
                    <a:pt x="2285" y="3136"/>
                    <a:pt x="2402" y="2770"/>
                  </a:cubicBezTo>
                  <a:cubicBezTo>
                    <a:pt x="2519" y="2375"/>
                    <a:pt x="2563" y="1936"/>
                    <a:pt x="2475" y="1497"/>
                  </a:cubicBezTo>
                  <a:cubicBezTo>
                    <a:pt x="2372" y="1057"/>
                    <a:pt x="2182" y="662"/>
                    <a:pt x="1860" y="399"/>
                  </a:cubicBezTo>
                  <a:cubicBezTo>
                    <a:pt x="1553" y="150"/>
                    <a:pt x="1201" y="18"/>
                    <a:pt x="908" y="3"/>
                  </a:cubicBezTo>
                  <a:cubicBezTo>
                    <a:pt x="869" y="2"/>
                    <a:pt x="830" y="1"/>
                    <a:pt x="793"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9">
              <a:extLst>
                <a:ext uri="{FF2B5EF4-FFF2-40B4-BE49-F238E27FC236}">
                  <a16:creationId xmlns:a16="http://schemas.microsoft.com/office/drawing/2014/main" id="{3E740BFA-915E-DC7A-AF21-01934A4131AB}"/>
                </a:ext>
              </a:extLst>
            </p:cNvPr>
            <p:cNvSpPr/>
            <p:nvPr/>
          </p:nvSpPr>
          <p:spPr>
            <a:xfrm flipH="1">
              <a:off x="7823680" y="2003019"/>
              <a:ext cx="72402" cy="23601"/>
            </a:xfrm>
            <a:custGeom>
              <a:avLst/>
              <a:gdLst/>
              <a:ahLst/>
              <a:cxnLst/>
              <a:rect l="l" t="t" r="r" b="b"/>
              <a:pathLst>
                <a:path w="997" h="325" extrusionOk="0">
                  <a:moveTo>
                    <a:pt x="975" y="0"/>
                  </a:moveTo>
                  <a:cubicBezTo>
                    <a:pt x="906" y="0"/>
                    <a:pt x="700" y="42"/>
                    <a:pt x="484" y="105"/>
                  </a:cubicBezTo>
                  <a:cubicBezTo>
                    <a:pt x="295" y="159"/>
                    <a:pt x="156" y="226"/>
                    <a:pt x="67" y="270"/>
                  </a:cubicBezTo>
                  <a:lnTo>
                    <a:pt x="67" y="270"/>
                  </a:lnTo>
                  <a:cubicBezTo>
                    <a:pt x="54" y="233"/>
                    <a:pt x="40" y="222"/>
                    <a:pt x="15" y="222"/>
                  </a:cubicBezTo>
                  <a:cubicBezTo>
                    <a:pt x="1" y="222"/>
                    <a:pt x="1" y="252"/>
                    <a:pt x="15" y="310"/>
                  </a:cubicBezTo>
                  <a:lnTo>
                    <a:pt x="15" y="325"/>
                  </a:lnTo>
                  <a:lnTo>
                    <a:pt x="59" y="325"/>
                  </a:lnTo>
                  <a:cubicBezTo>
                    <a:pt x="147" y="325"/>
                    <a:pt x="308" y="281"/>
                    <a:pt x="498" y="222"/>
                  </a:cubicBezTo>
                  <a:cubicBezTo>
                    <a:pt x="777" y="135"/>
                    <a:pt x="996" y="18"/>
                    <a:pt x="996" y="3"/>
                  </a:cubicBezTo>
                  <a:cubicBezTo>
                    <a:pt x="992" y="1"/>
                    <a:pt x="985" y="0"/>
                    <a:pt x="97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9">
              <a:extLst>
                <a:ext uri="{FF2B5EF4-FFF2-40B4-BE49-F238E27FC236}">
                  <a16:creationId xmlns:a16="http://schemas.microsoft.com/office/drawing/2014/main" id="{81713696-9815-AC70-F3DF-E872EEB8DA0A}"/>
                </a:ext>
              </a:extLst>
            </p:cNvPr>
            <p:cNvSpPr/>
            <p:nvPr/>
          </p:nvSpPr>
          <p:spPr>
            <a:xfrm flipH="1">
              <a:off x="7818379" y="2015872"/>
              <a:ext cx="71313" cy="53594"/>
            </a:xfrm>
            <a:custGeom>
              <a:avLst/>
              <a:gdLst/>
              <a:ahLst/>
              <a:cxnLst/>
              <a:rect l="l" t="t" r="r" b="b"/>
              <a:pathLst>
                <a:path w="982" h="738" extrusionOk="0">
                  <a:moveTo>
                    <a:pt x="949" y="1"/>
                  </a:moveTo>
                  <a:cubicBezTo>
                    <a:pt x="917" y="1"/>
                    <a:pt x="706" y="143"/>
                    <a:pt x="469" y="338"/>
                  </a:cubicBezTo>
                  <a:cubicBezTo>
                    <a:pt x="205" y="543"/>
                    <a:pt x="0" y="719"/>
                    <a:pt x="30" y="734"/>
                  </a:cubicBezTo>
                  <a:cubicBezTo>
                    <a:pt x="31" y="736"/>
                    <a:pt x="34" y="737"/>
                    <a:pt x="38" y="737"/>
                  </a:cubicBezTo>
                  <a:cubicBezTo>
                    <a:pt x="82" y="737"/>
                    <a:pt x="285" y="599"/>
                    <a:pt x="513" y="411"/>
                  </a:cubicBezTo>
                  <a:cubicBezTo>
                    <a:pt x="776" y="207"/>
                    <a:pt x="981" y="31"/>
                    <a:pt x="952" y="2"/>
                  </a:cubicBezTo>
                  <a:cubicBezTo>
                    <a:pt x="951" y="1"/>
                    <a:pt x="950" y="1"/>
                    <a:pt x="949"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9">
              <a:extLst>
                <a:ext uri="{FF2B5EF4-FFF2-40B4-BE49-F238E27FC236}">
                  <a16:creationId xmlns:a16="http://schemas.microsoft.com/office/drawing/2014/main" id="{93023C15-7450-398A-1CA2-AF0D1EDA5CD1}"/>
                </a:ext>
              </a:extLst>
            </p:cNvPr>
            <p:cNvSpPr/>
            <p:nvPr/>
          </p:nvSpPr>
          <p:spPr>
            <a:xfrm flipH="1">
              <a:off x="7406988" y="2115724"/>
              <a:ext cx="244584" cy="115175"/>
            </a:xfrm>
            <a:custGeom>
              <a:avLst/>
              <a:gdLst/>
              <a:ahLst/>
              <a:cxnLst/>
              <a:rect l="l" t="t" r="r" b="b"/>
              <a:pathLst>
                <a:path w="3368" h="1586" extrusionOk="0">
                  <a:moveTo>
                    <a:pt x="5" y="1"/>
                  </a:moveTo>
                  <a:cubicBezTo>
                    <a:pt x="2" y="1"/>
                    <a:pt x="1" y="1"/>
                    <a:pt x="1" y="3"/>
                  </a:cubicBezTo>
                  <a:cubicBezTo>
                    <a:pt x="1" y="3"/>
                    <a:pt x="191" y="120"/>
                    <a:pt x="484" y="266"/>
                  </a:cubicBezTo>
                  <a:cubicBezTo>
                    <a:pt x="762" y="413"/>
                    <a:pt x="1187" y="603"/>
                    <a:pt x="1655" y="822"/>
                  </a:cubicBezTo>
                  <a:cubicBezTo>
                    <a:pt x="2109" y="1042"/>
                    <a:pt x="2533" y="1247"/>
                    <a:pt x="2841" y="1379"/>
                  </a:cubicBezTo>
                  <a:cubicBezTo>
                    <a:pt x="3122" y="1513"/>
                    <a:pt x="3318" y="1586"/>
                    <a:pt x="3349" y="1586"/>
                  </a:cubicBezTo>
                  <a:cubicBezTo>
                    <a:pt x="3352" y="1586"/>
                    <a:pt x="3353" y="1585"/>
                    <a:pt x="3353" y="1584"/>
                  </a:cubicBezTo>
                  <a:cubicBezTo>
                    <a:pt x="3368" y="1554"/>
                    <a:pt x="3192" y="1467"/>
                    <a:pt x="2870" y="1320"/>
                  </a:cubicBezTo>
                  <a:cubicBezTo>
                    <a:pt x="2577" y="1174"/>
                    <a:pt x="2167" y="969"/>
                    <a:pt x="1699" y="749"/>
                  </a:cubicBezTo>
                  <a:cubicBezTo>
                    <a:pt x="1245" y="530"/>
                    <a:pt x="821" y="339"/>
                    <a:pt x="513" y="208"/>
                  </a:cubicBezTo>
                  <a:cubicBezTo>
                    <a:pt x="231" y="74"/>
                    <a:pt x="36" y="1"/>
                    <a:pt x="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9" name="Google Shape;1359;p49">
            <a:extLst>
              <a:ext uri="{FF2B5EF4-FFF2-40B4-BE49-F238E27FC236}">
                <a16:creationId xmlns:a16="http://schemas.microsoft.com/office/drawing/2014/main" id="{66E9A33C-5B2A-890D-3ED4-C28C882E5A95}"/>
              </a:ext>
            </a:extLst>
          </p:cNvPr>
          <p:cNvGrpSpPr/>
          <p:nvPr/>
        </p:nvGrpSpPr>
        <p:grpSpPr>
          <a:xfrm>
            <a:off x="8674107" y="3432681"/>
            <a:ext cx="727535" cy="1710819"/>
            <a:chOff x="8416475" y="3483007"/>
            <a:chExt cx="727535" cy="1710819"/>
          </a:xfrm>
        </p:grpSpPr>
        <p:sp>
          <p:nvSpPr>
            <p:cNvPr id="1360" name="Google Shape;1360;p49">
              <a:extLst>
                <a:ext uri="{FF2B5EF4-FFF2-40B4-BE49-F238E27FC236}">
                  <a16:creationId xmlns:a16="http://schemas.microsoft.com/office/drawing/2014/main" id="{9C139190-1407-3417-0BC4-7FB4E80448DE}"/>
                </a:ext>
              </a:extLst>
            </p:cNvPr>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9">
              <a:extLst>
                <a:ext uri="{FF2B5EF4-FFF2-40B4-BE49-F238E27FC236}">
                  <a16:creationId xmlns:a16="http://schemas.microsoft.com/office/drawing/2014/main" id="{1DD0E108-BE4D-5F60-693A-8B0C32CAA0D0}"/>
                </a:ext>
              </a:extLst>
            </p:cNvPr>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9">
              <a:extLst>
                <a:ext uri="{FF2B5EF4-FFF2-40B4-BE49-F238E27FC236}">
                  <a16:creationId xmlns:a16="http://schemas.microsoft.com/office/drawing/2014/main" id="{6F7656DD-441F-4E57-4F5E-057FDA351E59}"/>
                </a:ext>
              </a:extLst>
            </p:cNvPr>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49">
            <a:extLst>
              <a:ext uri="{FF2B5EF4-FFF2-40B4-BE49-F238E27FC236}">
                <a16:creationId xmlns:a16="http://schemas.microsoft.com/office/drawing/2014/main" id="{2570734F-292B-7118-B575-B5D1BFBBDBB6}"/>
              </a:ext>
            </a:extLst>
          </p:cNvPr>
          <p:cNvGrpSpPr/>
          <p:nvPr/>
        </p:nvGrpSpPr>
        <p:grpSpPr>
          <a:xfrm>
            <a:off x="4" y="916552"/>
            <a:ext cx="622800" cy="619500"/>
            <a:chOff x="-43146" y="1139477"/>
            <a:chExt cx="622800" cy="619500"/>
          </a:xfrm>
        </p:grpSpPr>
        <p:sp>
          <p:nvSpPr>
            <p:cNvPr id="1364" name="Google Shape;1364;p49">
              <a:extLst>
                <a:ext uri="{FF2B5EF4-FFF2-40B4-BE49-F238E27FC236}">
                  <a16:creationId xmlns:a16="http://schemas.microsoft.com/office/drawing/2014/main" id="{2858A915-8BBB-0960-06CC-0DF34163BEAE}"/>
                </a:ext>
              </a:extLst>
            </p:cNvPr>
            <p:cNvSpPr/>
            <p:nvPr/>
          </p:nvSpPr>
          <p:spPr>
            <a:xfrm rot="2517580">
              <a:off x="36280" y="1241357"/>
              <a:ext cx="463949" cy="415739"/>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9">
              <a:extLst>
                <a:ext uri="{FF2B5EF4-FFF2-40B4-BE49-F238E27FC236}">
                  <a16:creationId xmlns:a16="http://schemas.microsoft.com/office/drawing/2014/main" id="{916C6707-EF93-4FCB-E3A1-8C17F66AB888}"/>
                </a:ext>
              </a:extLst>
            </p:cNvPr>
            <p:cNvSpPr/>
            <p:nvPr/>
          </p:nvSpPr>
          <p:spPr>
            <a:xfrm rot="1928195">
              <a:off x="205388" y="1337374"/>
              <a:ext cx="166963" cy="223526"/>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204149C2-A221-CB6C-CB42-1DB3CD1671FC}"/>
              </a:ext>
            </a:extLst>
          </p:cNvPr>
          <p:cNvPicPr>
            <a:picLocks noChangeAspect="1"/>
          </p:cNvPicPr>
          <p:nvPr/>
        </p:nvPicPr>
        <p:blipFill>
          <a:blip r:embed="rId3"/>
          <a:stretch>
            <a:fillRect/>
          </a:stretch>
        </p:blipFill>
        <p:spPr>
          <a:xfrm>
            <a:off x="762875" y="894080"/>
            <a:ext cx="4469525" cy="4015740"/>
          </a:xfrm>
          <a:prstGeom prst="rect">
            <a:avLst/>
          </a:prstGeom>
        </p:spPr>
      </p:pic>
    </p:spTree>
    <p:extLst>
      <p:ext uri="{BB962C8B-B14F-4D97-AF65-F5344CB8AC3E}">
        <p14:creationId xmlns:p14="http://schemas.microsoft.com/office/powerpoint/2010/main" val="1679672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23" name="Google Shape;923;p42"/>
          <p:cNvSpPr>
            <a:spLocks/>
          </p:cNvSpPr>
          <p:nvPr/>
        </p:nvSpPr>
        <p:spPr>
          <a:xfrm>
            <a:off x="459889" y="991559"/>
            <a:ext cx="876095" cy="905863"/>
          </a:xfrm>
          <a:prstGeom prst="donut">
            <a:avLst>
              <a:gd name="adj" fmla="val 8295"/>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2"/>
          <p:cNvSpPr>
            <a:spLocks/>
          </p:cNvSpPr>
          <p:nvPr/>
        </p:nvSpPr>
        <p:spPr>
          <a:xfrm>
            <a:off x="459889" y="991559"/>
            <a:ext cx="876095" cy="905863"/>
          </a:xfrm>
          <a:prstGeom prst="blockArc">
            <a:avLst>
              <a:gd name="adj1" fmla="val 16201188"/>
              <a:gd name="adj2" fmla="val 10786799"/>
              <a:gd name="adj3" fmla="val 8332"/>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2"/>
          <p:cNvSpPr/>
          <p:nvPr/>
        </p:nvSpPr>
        <p:spPr>
          <a:xfrm>
            <a:off x="-199545" y="1897422"/>
            <a:ext cx="881775" cy="909016"/>
          </a:xfrm>
          <a:prstGeom prst="donut">
            <a:avLst>
              <a:gd name="adj" fmla="val 8295"/>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2"/>
          <p:cNvSpPr/>
          <p:nvPr/>
        </p:nvSpPr>
        <p:spPr>
          <a:xfrm>
            <a:off x="-199545" y="1897422"/>
            <a:ext cx="881775" cy="909016"/>
          </a:xfrm>
          <a:prstGeom prst="blockArc">
            <a:avLst>
              <a:gd name="adj1" fmla="val 16201188"/>
              <a:gd name="adj2" fmla="val 82239"/>
              <a:gd name="adj3" fmla="val 8281"/>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2"/>
          <p:cNvSpPr/>
          <p:nvPr/>
        </p:nvSpPr>
        <p:spPr>
          <a:xfrm>
            <a:off x="360386" y="2806438"/>
            <a:ext cx="876095" cy="905863"/>
          </a:xfrm>
          <a:prstGeom prst="donut">
            <a:avLst>
              <a:gd name="adj" fmla="val 8295"/>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2"/>
          <p:cNvSpPr/>
          <p:nvPr/>
        </p:nvSpPr>
        <p:spPr>
          <a:xfrm>
            <a:off x="360386" y="2806438"/>
            <a:ext cx="876095" cy="905863"/>
          </a:xfrm>
          <a:prstGeom prst="blockArc">
            <a:avLst>
              <a:gd name="adj1" fmla="val 16201188"/>
              <a:gd name="adj2" fmla="val 5465064"/>
              <a:gd name="adj3" fmla="val 7974"/>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2"/>
          <p:cNvSpPr txBox="1"/>
          <p:nvPr/>
        </p:nvSpPr>
        <p:spPr>
          <a:xfrm>
            <a:off x="459889" y="1238759"/>
            <a:ext cx="876095" cy="45210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dirty="0">
                <a:solidFill>
                  <a:schemeClr val="lt2"/>
                </a:solidFill>
                <a:latin typeface="Archivo Black"/>
                <a:ea typeface="Archivo Black"/>
                <a:cs typeface="Archivo Black"/>
                <a:sym typeface="Archivo Black"/>
              </a:rPr>
              <a:t>75%</a:t>
            </a:r>
            <a:endParaRPr sz="2100" dirty="0">
              <a:solidFill>
                <a:schemeClr val="lt2"/>
              </a:solidFill>
              <a:latin typeface="Archivo Black"/>
              <a:ea typeface="Archivo Black"/>
              <a:cs typeface="Archivo Black"/>
              <a:sym typeface="Archivo Black"/>
            </a:endParaRPr>
          </a:p>
        </p:txBody>
      </p:sp>
      <p:sp>
        <p:nvSpPr>
          <p:cNvPr id="930" name="Google Shape;930;p42"/>
          <p:cNvSpPr txBox="1"/>
          <p:nvPr/>
        </p:nvSpPr>
        <p:spPr>
          <a:xfrm>
            <a:off x="-199545" y="2144622"/>
            <a:ext cx="881775" cy="45367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chemeClr val="accent5"/>
                </a:solidFill>
                <a:latin typeface="Archivo Black"/>
                <a:ea typeface="Archivo Black"/>
                <a:cs typeface="Archivo Black"/>
                <a:sym typeface="Archivo Black"/>
              </a:rPr>
              <a:t>25%</a:t>
            </a:r>
            <a:endParaRPr sz="2100">
              <a:solidFill>
                <a:schemeClr val="accent5"/>
              </a:solidFill>
              <a:latin typeface="Archivo Black"/>
              <a:ea typeface="Archivo Black"/>
              <a:cs typeface="Archivo Black"/>
              <a:sym typeface="Archivo Black"/>
            </a:endParaRPr>
          </a:p>
        </p:txBody>
      </p:sp>
      <p:sp>
        <p:nvSpPr>
          <p:cNvPr id="931" name="Google Shape;931;p42"/>
          <p:cNvSpPr txBox="1"/>
          <p:nvPr/>
        </p:nvSpPr>
        <p:spPr>
          <a:xfrm>
            <a:off x="360386" y="3053638"/>
            <a:ext cx="876095" cy="45210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a:solidFill>
                  <a:schemeClr val="accent2"/>
                </a:solidFill>
                <a:latin typeface="Archivo Black"/>
                <a:ea typeface="Archivo Black"/>
                <a:cs typeface="Archivo Black"/>
                <a:sym typeface="Archivo Black"/>
              </a:rPr>
              <a:t>50%</a:t>
            </a:r>
            <a:endParaRPr sz="2100">
              <a:solidFill>
                <a:schemeClr val="accent2"/>
              </a:solidFill>
              <a:latin typeface="Archivo Black"/>
              <a:ea typeface="Archivo Black"/>
              <a:cs typeface="Archivo Black"/>
              <a:sym typeface="Archivo Black"/>
            </a:endParaRPr>
          </a:p>
        </p:txBody>
      </p:sp>
      <p:sp>
        <p:nvSpPr>
          <p:cNvPr id="4" name="Google Shape;949;p43">
            <a:extLst>
              <a:ext uri="{FF2B5EF4-FFF2-40B4-BE49-F238E27FC236}">
                <a16:creationId xmlns:a16="http://schemas.microsoft.com/office/drawing/2014/main" id="{81387E22-0FFF-2787-ECE9-ECB82F00671F}"/>
              </a:ext>
            </a:extLst>
          </p:cNvPr>
          <p:cNvSpPr txBox="1">
            <a:spLocks noGrp="1"/>
          </p:cNvSpPr>
          <p:nvPr>
            <p:ph type="title"/>
          </p:nvPr>
        </p:nvSpPr>
        <p:spPr>
          <a:xfrm>
            <a:off x="798433" y="28441"/>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Visualization</a:t>
            </a:r>
            <a:endParaRPr dirty="0"/>
          </a:p>
        </p:txBody>
      </p:sp>
      <p:sp>
        <p:nvSpPr>
          <p:cNvPr id="5" name="Text Placeholder 1">
            <a:extLst>
              <a:ext uri="{FF2B5EF4-FFF2-40B4-BE49-F238E27FC236}">
                <a16:creationId xmlns:a16="http://schemas.microsoft.com/office/drawing/2014/main" id="{0B8D75DE-16CF-811B-608E-C769D849D21C}"/>
              </a:ext>
            </a:extLst>
          </p:cNvPr>
          <p:cNvSpPr txBox="1">
            <a:spLocks noChangeArrowheads="1"/>
          </p:cNvSpPr>
          <p:nvPr/>
        </p:nvSpPr>
        <p:spPr bwMode="auto">
          <a:xfrm>
            <a:off x="1564640" y="685654"/>
            <a:ext cx="7477760" cy="4408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eaLnBrk="0" fontAlgn="base" hangingPunct="0">
              <a:spcBef>
                <a:spcPct val="0"/>
              </a:spcBef>
              <a:spcAft>
                <a:spcPct val="0"/>
              </a:spcAft>
              <a:buClrTx/>
            </a:pPr>
            <a:r>
              <a:rPr lang="en-US" sz="1650" b="1" dirty="0">
                <a:latin typeface="Karla" pitchFamily="2" charset="0"/>
              </a:rPr>
              <a:t>Introduction:</a:t>
            </a:r>
            <a:br>
              <a:rPr lang="en-US" sz="1650" dirty="0">
                <a:latin typeface="Karla" pitchFamily="2" charset="0"/>
              </a:rPr>
            </a:br>
            <a:r>
              <a:rPr lang="en-US" sz="1650" dirty="0">
                <a:latin typeface="Karla" pitchFamily="2" charset="0"/>
              </a:rPr>
              <a:t>Data visualization plays a crucial role in understanding patterns, trends, and anomalies in the dataset. It transforms raw data into visual insights, making it easier to interpret and communicate findings to stakeholders.</a:t>
            </a:r>
          </a:p>
          <a:p>
            <a:pPr eaLnBrk="0" fontAlgn="base" hangingPunct="0">
              <a:spcBef>
                <a:spcPct val="0"/>
              </a:spcBef>
              <a:spcAft>
                <a:spcPct val="0"/>
              </a:spcAft>
              <a:buClrTx/>
            </a:pPr>
            <a:endParaRPr lang="en-US" altLang="en-US" sz="1650" dirty="0">
              <a:solidFill>
                <a:schemeClr val="tx1"/>
              </a:solidFill>
              <a:latin typeface="Karla" pitchFamily="2" charset="0"/>
            </a:endParaRPr>
          </a:p>
          <a:p>
            <a:r>
              <a:rPr lang="en-US" sz="1650" b="1" dirty="0">
                <a:latin typeface="Karla" pitchFamily="2" charset="0"/>
              </a:rPr>
              <a:t>Importance:</a:t>
            </a:r>
            <a:endParaRPr lang="en-US" sz="1650" dirty="0">
              <a:latin typeface="Karla" pitchFamily="2" charset="0"/>
            </a:endParaRPr>
          </a:p>
          <a:p>
            <a:r>
              <a:rPr lang="en-US" sz="1650" dirty="0">
                <a:latin typeface="Karla" pitchFamily="2" charset="0"/>
              </a:rPr>
              <a:t>Helps in </a:t>
            </a:r>
            <a:r>
              <a:rPr lang="en-US" sz="1650" b="1" dirty="0">
                <a:latin typeface="Karla" pitchFamily="2" charset="0"/>
              </a:rPr>
              <a:t>quickly spotting patterns</a:t>
            </a:r>
            <a:r>
              <a:rPr lang="en-US" sz="1650" dirty="0">
                <a:latin typeface="Karla" pitchFamily="2" charset="0"/>
              </a:rPr>
              <a:t> and key trends.</a:t>
            </a:r>
          </a:p>
          <a:p>
            <a:r>
              <a:rPr lang="en-US" sz="1650" dirty="0">
                <a:latin typeface="Karla" pitchFamily="2" charset="0"/>
              </a:rPr>
              <a:t>Simplifies </a:t>
            </a:r>
            <a:r>
              <a:rPr lang="en-US" sz="1650" b="1" dirty="0">
                <a:latin typeface="Karla" pitchFamily="2" charset="0"/>
              </a:rPr>
              <a:t>complex data relationships</a:t>
            </a:r>
            <a:r>
              <a:rPr lang="en-US" sz="1650" dirty="0">
                <a:latin typeface="Karla" pitchFamily="2" charset="0"/>
              </a:rPr>
              <a:t> for decision-making.</a:t>
            </a:r>
          </a:p>
          <a:p>
            <a:r>
              <a:rPr lang="en-US" sz="1650" dirty="0">
                <a:latin typeface="Karla" pitchFamily="2" charset="0"/>
              </a:rPr>
              <a:t>Enhances </a:t>
            </a:r>
            <a:r>
              <a:rPr lang="en-US" sz="1650" b="1" dirty="0">
                <a:latin typeface="Karla" pitchFamily="2" charset="0"/>
              </a:rPr>
              <a:t>stakeholder communication</a:t>
            </a:r>
            <a:r>
              <a:rPr lang="en-US" sz="1650" dirty="0">
                <a:latin typeface="Karla" pitchFamily="2" charset="0"/>
              </a:rPr>
              <a:t> by presenting insights visually.</a:t>
            </a:r>
          </a:p>
          <a:p>
            <a:pPr eaLnBrk="0" fontAlgn="base" hangingPunct="0">
              <a:spcBef>
                <a:spcPct val="0"/>
              </a:spcBef>
              <a:spcAft>
                <a:spcPct val="0"/>
              </a:spcAft>
              <a:buClrTx/>
            </a:pPr>
            <a:endParaRPr lang="en-US" altLang="en-US" sz="1650" dirty="0">
              <a:solidFill>
                <a:schemeClr val="tx1"/>
              </a:solidFill>
              <a:latin typeface="Karla" pitchFamily="2" charset="0"/>
            </a:endParaRPr>
          </a:p>
          <a:p>
            <a:pPr eaLnBrk="0" fontAlgn="base" hangingPunct="0">
              <a:spcBef>
                <a:spcPct val="0"/>
              </a:spcBef>
              <a:spcAft>
                <a:spcPct val="0"/>
              </a:spcAft>
              <a:buClrTx/>
            </a:pPr>
            <a:r>
              <a:rPr lang="en-US" sz="1650" b="1" dirty="0">
                <a:latin typeface="Karla" pitchFamily="2" charset="0"/>
                <a:cs typeface="Arial" panose="020B0604020202020204" pitchFamily="34" charset="0"/>
              </a:rPr>
              <a:t>Types of Visualizations Used:</a:t>
            </a:r>
          </a:p>
          <a:p>
            <a:pPr eaLnBrk="0" fontAlgn="base" hangingPunct="0">
              <a:spcBef>
                <a:spcPct val="0"/>
              </a:spcBef>
              <a:spcAft>
                <a:spcPct val="0"/>
              </a:spcAft>
              <a:buClrTx/>
            </a:pPr>
            <a:endParaRPr lang="en-US" sz="1650" b="1" dirty="0">
              <a:latin typeface="Karla" pitchFamily="2" charset="0"/>
              <a:cs typeface="Arial" panose="020B0604020202020204" pitchFamily="34" charset="0"/>
            </a:endParaRPr>
          </a:p>
          <a:p>
            <a:pPr marL="285750" indent="-285750" eaLnBrk="0" fontAlgn="base" hangingPunct="0">
              <a:spcBef>
                <a:spcPct val="0"/>
              </a:spcBef>
              <a:spcAft>
                <a:spcPct val="0"/>
              </a:spcAft>
              <a:buClrTx/>
              <a:buFont typeface="Arial" panose="020B0604020202020204" pitchFamily="34" charset="0"/>
              <a:buChar char="•"/>
            </a:pPr>
            <a:r>
              <a:rPr lang="en-US" sz="1650" dirty="0">
                <a:latin typeface="Karla" pitchFamily="2" charset="0"/>
              </a:rPr>
              <a:t>Histograms &amp; KDE Plots</a:t>
            </a:r>
          </a:p>
          <a:p>
            <a:pPr marL="285750" indent="-285750" eaLnBrk="0" fontAlgn="base" hangingPunct="0">
              <a:spcBef>
                <a:spcPct val="0"/>
              </a:spcBef>
              <a:spcAft>
                <a:spcPct val="0"/>
              </a:spcAft>
              <a:buClrTx/>
              <a:buFont typeface="Arial" panose="020B0604020202020204" pitchFamily="34" charset="0"/>
              <a:buChar char="•"/>
            </a:pPr>
            <a:r>
              <a:rPr lang="en-US" sz="1650" dirty="0">
                <a:latin typeface="Karla" pitchFamily="2" charset="0"/>
              </a:rPr>
              <a:t>Bar Charts</a:t>
            </a:r>
          </a:p>
          <a:p>
            <a:pPr marL="285750" indent="-285750" eaLnBrk="0" fontAlgn="base" hangingPunct="0">
              <a:spcBef>
                <a:spcPct val="0"/>
              </a:spcBef>
              <a:spcAft>
                <a:spcPct val="0"/>
              </a:spcAft>
              <a:buClrTx/>
              <a:buFont typeface="Arial" panose="020B0604020202020204" pitchFamily="34" charset="0"/>
              <a:buChar char="•"/>
            </a:pPr>
            <a:r>
              <a:rPr lang="en-US" sz="1650" dirty="0">
                <a:latin typeface="Karla" pitchFamily="2" charset="0"/>
              </a:rPr>
              <a:t>Boxplots</a:t>
            </a:r>
          </a:p>
          <a:p>
            <a:pPr marL="285750" indent="-285750" eaLnBrk="0" fontAlgn="base" hangingPunct="0">
              <a:spcBef>
                <a:spcPct val="0"/>
              </a:spcBef>
              <a:spcAft>
                <a:spcPct val="0"/>
              </a:spcAft>
              <a:buClrTx/>
              <a:buFont typeface="Arial" panose="020B0604020202020204" pitchFamily="34" charset="0"/>
              <a:buChar char="•"/>
            </a:pPr>
            <a:r>
              <a:rPr lang="en-US" sz="1650" dirty="0">
                <a:latin typeface="Karla" pitchFamily="2" charset="0"/>
              </a:rPr>
              <a:t>Heatmaps</a:t>
            </a:r>
          </a:p>
          <a:p>
            <a:pPr marL="285750" indent="-285750" eaLnBrk="0" fontAlgn="base" hangingPunct="0">
              <a:spcBef>
                <a:spcPct val="0"/>
              </a:spcBef>
              <a:spcAft>
                <a:spcPct val="0"/>
              </a:spcAft>
              <a:buClrTx/>
              <a:buFont typeface="Arial" panose="020B0604020202020204" pitchFamily="34" charset="0"/>
              <a:buChar char="•"/>
            </a:pPr>
            <a:r>
              <a:rPr lang="en-US" sz="1650" dirty="0">
                <a:latin typeface="Karla" pitchFamily="2" charset="0"/>
              </a:rPr>
              <a:t>Pie Charts</a:t>
            </a:r>
            <a:endParaRPr lang="en-US" altLang="en-US" sz="1650" b="1" dirty="0">
              <a:solidFill>
                <a:schemeClr val="tx1"/>
              </a:solidFill>
              <a:latin typeface="Karla" pitchFamily="2"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15">
          <a:extLst>
            <a:ext uri="{FF2B5EF4-FFF2-40B4-BE49-F238E27FC236}">
              <a16:creationId xmlns:a16="http://schemas.microsoft.com/office/drawing/2014/main" id="{B53E845C-A3BA-67B3-7D04-BBFF9442C3C4}"/>
            </a:ext>
          </a:extLst>
        </p:cNvPr>
        <p:cNvGrpSpPr/>
        <p:nvPr/>
      </p:nvGrpSpPr>
      <p:grpSpPr>
        <a:xfrm>
          <a:off x="0" y="0"/>
          <a:ext cx="0" cy="0"/>
          <a:chOff x="0" y="0"/>
          <a:chExt cx="0" cy="0"/>
        </a:xfrm>
      </p:grpSpPr>
      <p:sp>
        <p:nvSpPr>
          <p:cNvPr id="4" name="Google Shape;949;p43">
            <a:extLst>
              <a:ext uri="{FF2B5EF4-FFF2-40B4-BE49-F238E27FC236}">
                <a16:creationId xmlns:a16="http://schemas.microsoft.com/office/drawing/2014/main" id="{D621474F-BDEC-1D28-FF95-35DECB9A10A8}"/>
              </a:ext>
            </a:extLst>
          </p:cNvPr>
          <p:cNvSpPr txBox="1">
            <a:spLocks noGrp="1"/>
          </p:cNvSpPr>
          <p:nvPr>
            <p:ph type="title"/>
          </p:nvPr>
        </p:nvSpPr>
        <p:spPr>
          <a:xfrm>
            <a:off x="2487096" y="-60960"/>
            <a:ext cx="4169807" cy="48126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Visualization</a:t>
            </a:r>
            <a:endParaRPr dirty="0"/>
          </a:p>
        </p:txBody>
      </p:sp>
      <p:pic>
        <p:nvPicPr>
          <p:cNvPr id="3" name="Picture 2">
            <a:extLst>
              <a:ext uri="{FF2B5EF4-FFF2-40B4-BE49-F238E27FC236}">
                <a16:creationId xmlns:a16="http://schemas.microsoft.com/office/drawing/2014/main" id="{9FD4CBFE-B04B-8441-B831-706D351E9935}"/>
              </a:ext>
            </a:extLst>
          </p:cNvPr>
          <p:cNvPicPr>
            <a:picLocks noChangeAspect="1"/>
          </p:cNvPicPr>
          <p:nvPr/>
        </p:nvPicPr>
        <p:blipFill>
          <a:blip r:embed="rId3"/>
          <a:stretch>
            <a:fillRect/>
          </a:stretch>
        </p:blipFill>
        <p:spPr>
          <a:xfrm>
            <a:off x="3600190" y="529901"/>
            <a:ext cx="3959721" cy="2498643"/>
          </a:xfrm>
          <a:prstGeom prst="roundRect">
            <a:avLst/>
          </a:prstGeom>
        </p:spPr>
      </p:pic>
      <p:pic>
        <p:nvPicPr>
          <p:cNvPr id="7" name="Picture 6">
            <a:extLst>
              <a:ext uri="{FF2B5EF4-FFF2-40B4-BE49-F238E27FC236}">
                <a16:creationId xmlns:a16="http://schemas.microsoft.com/office/drawing/2014/main" id="{89A7CC32-81A0-47BD-C9FB-D818F1BE81E0}"/>
              </a:ext>
            </a:extLst>
          </p:cNvPr>
          <p:cNvPicPr>
            <a:picLocks noChangeAspect="1"/>
          </p:cNvPicPr>
          <p:nvPr/>
        </p:nvPicPr>
        <p:blipFill>
          <a:blip r:embed="rId4"/>
          <a:stretch>
            <a:fillRect/>
          </a:stretch>
        </p:blipFill>
        <p:spPr>
          <a:xfrm>
            <a:off x="6165866" y="3138145"/>
            <a:ext cx="2788091" cy="2005355"/>
          </a:xfrm>
          <a:prstGeom prst="roundRect">
            <a:avLst/>
          </a:prstGeom>
        </p:spPr>
      </p:pic>
      <p:pic>
        <p:nvPicPr>
          <p:cNvPr id="11" name="Picture 10">
            <a:extLst>
              <a:ext uri="{FF2B5EF4-FFF2-40B4-BE49-F238E27FC236}">
                <a16:creationId xmlns:a16="http://schemas.microsoft.com/office/drawing/2014/main" id="{79A79EA9-7257-E316-6485-197823A39E51}"/>
              </a:ext>
            </a:extLst>
          </p:cNvPr>
          <p:cNvPicPr>
            <a:picLocks noChangeAspect="1"/>
          </p:cNvPicPr>
          <p:nvPr/>
        </p:nvPicPr>
        <p:blipFill>
          <a:blip r:embed="rId5"/>
          <a:stretch>
            <a:fillRect/>
          </a:stretch>
        </p:blipFill>
        <p:spPr>
          <a:xfrm>
            <a:off x="49228" y="629920"/>
            <a:ext cx="3313732" cy="4513579"/>
          </a:xfrm>
          <a:prstGeom prst="roundRect">
            <a:avLst/>
          </a:prstGeom>
        </p:spPr>
      </p:pic>
    </p:spTree>
    <p:extLst>
      <p:ext uri="{BB962C8B-B14F-4D97-AF65-F5344CB8AC3E}">
        <p14:creationId xmlns:p14="http://schemas.microsoft.com/office/powerpoint/2010/main" val="1871220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88" name="Google Shape;888;p41"/>
          <p:cNvSpPr txBox="1">
            <a:spLocks noGrp="1"/>
          </p:cNvSpPr>
          <p:nvPr>
            <p:ph type="title"/>
          </p:nvPr>
        </p:nvSpPr>
        <p:spPr>
          <a:xfrm>
            <a:off x="850047" y="118287"/>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Univariate Analysis</a:t>
            </a:r>
            <a:endParaRPr dirty="0"/>
          </a:p>
        </p:txBody>
      </p:sp>
      <p:sp>
        <p:nvSpPr>
          <p:cNvPr id="893" name="Google Shape;893;p41"/>
          <p:cNvSpPr txBox="1"/>
          <p:nvPr/>
        </p:nvSpPr>
        <p:spPr>
          <a:xfrm>
            <a:off x="344353" y="907921"/>
            <a:ext cx="8202194" cy="3916926"/>
          </a:xfrm>
          <a:prstGeom prst="rect">
            <a:avLst/>
          </a:prstGeom>
          <a:noFill/>
          <a:ln>
            <a:noFill/>
          </a:ln>
        </p:spPr>
        <p:txBody>
          <a:bodyPr spcFirstLastPara="1" wrap="square" lIns="0" tIns="6700" rIns="0" bIns="0" anchor="b" anchorCtr="0">
            <a:noAutofit/>
          </a:bodyPr>
          <a:lstStyle/>
          <a:p>
            <a:pPr marL="12700" lvl="0">
              <a:spcBef>
                <a:spcPts val="800"/>
              </a:spcBef>
            </a:pPr>
            <a:r>
              <a:rPr lang="en-US" sz="1600" b="1" dirty="0"/>
              <a:t>Objective: </a:t>
            </a:r>
            <a:r>
              <a:rPr lang="en-US" sz="1600" dirty="0"/>
              <a:t>To explore and understand the distribution, central tendency, and spread of </a:t>
            </a:r>
            <a:r>
              <a:rPr lang="en-US" sz="1600" b="1" dirty="0"/>
              <a:t>individual variables</a:t>
            </a:r>
            <a:r>
              <a:rPr lang="en-US" sz="1600" dirty="0"/>
              <a:t> in the dataset.</a:t>
            </a:r>
          </a:p>
          <a:p>
            <a:pPr marL="12700" lvl="0">
              <a:spcBef>
                <a:spcPts val="800"/>
              </a:spcBef>
            </a:pPr>
            <a:endParaRPr lang="en-US" sz="1600" dirty="0"/>
          </a:p>
          <a:p>
            <a:r>
              <a:rPr lang="en-US" sz="1600" b="1" dirty="0"/>
              <a:t>Key Insights:</a:t>
            </a:r>
          </a:p>
          <a:p>
            <a:endParaRPr lang="en-US" sz="1600" dirty="0"/>
          </a:p>
          <a:p>
            <a:r>
              <a:rPr lang="en-US" sz="1600" b="1" dirty="0"/>
              <a:t>Total Spent:</a:t>
            </a:r>
            <a:r>
              <a:rPr lang="en-US" sz="1600" dirty="0"/>
              <a:t> Right-skewed distribution with few high-value transactions.</a:t>
            </a:r>
          </a:p>
          <a:p>
            <a:r>
              <a:rPr lang="en-US" sz="1600" b="1" dirty="0"/>
              <a:t>Quantity:</a:t>
            </a:r>
            <a:r>
              <a:rPr lang="en-US" sz="1600" dirty="0"/>
              <a:t> Most transactions involve low to moderate quantities (majority &lt; 10).</a:t>
            </a:r>
          </a:p>
          <a:p>
            <a:r>
              <a:rPr lang="en-US" sz="1600" b="1" dirty="0"/>
              <a:t>Price/Unit:</a:t>
            </a:r>
            <a:r>
              <a:rPr lang="en-US" sz="1600" dirty="0"/>
              <a:t> Majority of products fall in a mid-price range; extreme high prices are rare.</a:t>
            </a:r>
          </a:p>
          <a:p>
            <a:r>
              <a:rPr lang="en-US" sz="1600" b="1" dirty="0"/>
              <a:t>Payment Method:</a:t>
            </a:r>
            <a:r>
              <a:rPr lang="en-US" sz="1600" dirty="0"/>
              <a:t> Digital Wallet and Credit Card are the most preferred modes.</a:t>
            </a:r>
          </a:p>
          <a:p>
            <a:r>
              <a:rPr lang="en-US" sz="1600" b="1" dirty="0"/>
              <a:t>Purchase Mode:</a:t>
            </a:r>
            <a:r>
              <a:rPr lang="en-US" sz="1600" dirty="0"/>
              <a:t> Online transactions slightly dominate over In-store purchases.</a:t>
            </a:r>
          </a:p>
          <a:p>
            <a:endParaRPr lang="en-US" sz="1600" dirty="0"/>
          </a:p>
          <a:p>
            <a:r>
              <a:rPr lang="en-US" sz="1600" b="1" dirty="0"/>
              <a:t>Visualizations Used:</a:t>
            </a:r>
          </a:p>
          <a:p>
            <a:endParaRPr lang="en-US" sz="1600" dirty="0"/>
          </a:p>
          <a:p>
            <a:pPr marL="285750" indent="-285750">
              <a:buFont typeface="Arial" panose="020B0604020202020204" pitchFamily="34" charset="0"/>
              <a:buChar char="•"/>
            </a:pPr>
            <a:r>
              <a:rPr lang="en-US" sz="1600" dirty="0"/>
              <a:t>Histograms &amp; KDE Plots</a:t>
            </a:r>
          </a:p>
          <a:p>
            <a:pPr marL="285750" indent="-285750">
              <a:buFont typeface="Arial" panose="020B0604020202020204" pitchFamily="34" charset="0"/>
              <a:buChar char="•"/>
            </a:pPr>
            <a:r>
              <a:rPr lang="en-US" sz="1600" dirty="0"/>
              <a:t>Boxplots</a:t>
            </a:r>
          </a:p>
          <a:p>
            <a:pPr marL="285750" indent="-285750">
              <a:buFont typeface="Arial" panose="020B0604020202020204" pitchFamily="34" charset="0"/>
              <a:buChar char="•"/>
            </a:pPr>
            <a:r>
              <a:rPr lang="en-US" sz="1600" dirty="0"/>
              <a:t>Pie chart</a:t>
            </a:r>
          </a:p>
        </p:txBody>
      </p:sp>
      <p:sp>
        <p:nvSpPr>
          <p:cNvPr id="904" name="Google Shape;904;p41"/>
          <p:cNvSpPr/>
          <p:nvPr/>
        </p:nvSpPr>
        <p:spPr>
          <a:xfrm rot="-5323106" flipH="1">
            <a:off x="7359901" y="-1474033"/>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1"/>
          <p:cNvSpPr/>
          <p:nvPr/>
        </p:nvSpPr>
        <p:spPr>
          <a:xfrm rot="-5323106" flipH="1">
            <a:off x="7618211" y="-1627954"/>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1"/>
          <p:cNvSpPr/>
          <p:nvPr/>
        </p:nvSpPr>
        <p:spPr>
          <a:xfrm rot="-5323106" flipH="1">
            <a:off x="7840749" y="-1748479"/>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1"/>
          <p:cNvSpPr/>
          <p:nvPr/>
        </p:nvSpPr>
        <p:spPr>
          <a:xfrm rot="1783380">
            <a:off x="8721400" y="500223"/>
            <a:ext cx="292251" cy="26188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8" name="Google Shape;908;p41"/>
          <p:cNvGrpSpPr/>
          <p:nvPr/>
        </p:nvGrpSpPr>
        <p:grpSpPr>
          <a:xfrm>
            <a:off x="8416475" y="3483007"/>
            <a:ext cx="727535" cy="1710819"/>
            <a:chOff x="8416475" y="3483007"/>
            <a:chExt cx="727535" cy="1710819"/>
          </a:xfrm>
        </p:grpSpPr>
        <p:sp>
          <p:nvSpPr>
            <p:cNvPr id="909" name="Google Shape;909;p41"/>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1"/>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1"/>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9" name="Google Shape;949;p43"/>
          <p:cNvSpPr txBox="1">
            <a:spLocks noGrp="1"/>
          </p:cNvSpPr>
          <p:nvPr>
            <p:ph type="title"/>
          </p:nvPr>
        </p:nvSpPr>
        <p:spPr>
          <a:xfrm>
            <a:off x="746813" y="-69793"/>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Univariate Data Visualization</a:t>
            </a:r>
            <a:endParaRPr dirty="0"/>
          </a:p>
        </p:txBody>
      </p:sp>
      <p:pic>
        <p:nvPicPr>
          <p:cNvPr id="3" name="Picture 2">
            <a:extLst>
              <a:ext uri="{FF2B5EF4-FFF2-40B4-BE49-F238E27FC236}">
                <a16:creationId xmlns:a16="http://schemas.microsoft.com/office/drawing/2014/main" id="{4F3CDD6D-3CAE-7767-05D9-781AE7B37A81}"/>
              </a:ext>
            </a:extLst>
          </p:cNvPr>
          <p:cNvPicPr>
            <a:picLocks noChangeAspect="1"/>
          </p:cNvPicPr>
          <p:nvPr/>
        </p:nvPicPr>
        <p:blipFill>
          <a:blip r:embed="rId3"/>
          <a:stretch>
            <a:fillRect/>
          </a:stretch>
        </p:blipFill>
        <p:spPr>
          <a:xfrm>
            <a:off x="1127760" y="611450"/>
            <a:ext cx="6664960" cy="4386594"/>
          </a:xfrm>
          <a:prstGeom prst="round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C4E2D2B8-93F4-C601-FFD8-305109DBEBC2}"/>
            </a:ext>
          </a:extLst>
        </p:cNvPr>
        <p:cNvGrpSpPr/>
        <p:nvPr/>
      </p:nvGrpSpPr>
      <p:grpSpPr>
        <a:xfrm>
          <a:off x="0" y="0"/>
          <a:ext cx="0" cy="0"/>
          <a:chOff x="0" y="0"/>
          <a:chExt cx="0" cy="0"/>
        </a:xfrm>
      </p:grpSpPr>
      <p:sp>
        <p:nvSpPr>
          <p:cNvPr id="888" name="Google Shape;888;p41">
            <a:extLst>
              <a:ext uri="{FF2B5EF4-FFF2-40B4-BE49-F238E27FC236}">
                <a16:creationId xmlns:a16="http://schemas.microsoft.com/office/drawing/2014/main" id="{24BD0D41-6581-2AF4-0B2F-B3C8B4D60480}"/>
              </a:ext>
            </a:extLst>
          </p:cNvPr>
          <p:cNvSpPr txBox="1">
            <a:spLocks noGrp="1"/>
          </p:cNvSpPr>
          <p:nvPr>
            <p:ph type="title"/>
          </p:nvPr>
        </p:nvSpPr>
        <p:spPr>
          <a:xfrm>
            <a:off x="850047" y="118287"/>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Bi-variate Analysis</a:t>
            </a:r>
            <a:endParaRPr dirty="0"/>
          </a:p>
        </p:txBody>
      </p:sp>
      <p:sp>
        <p:nvSpPr>
          <p:cNvPr id="893" name="Google Shape;893;p41">
            <a:extLst>
              <a:ext uri="{FF2B5EF4-FFF2-40B4-BE49-F238E27FC236}">
                <a16:creationId xmlns:a16="http://schemas.microsoft.com/office/drawing/2014/main" id="{9114E16E-39B5-0B27-273C-F8D7479E65CD}"/>
              </a:ext>
            </a:extLst>
          </p:cNvPr>
          <p:cNvSpPr txBox="1"/>
          <p:nvPr/>
        </p:nvSpPr>
        <p:spPr>
          <a:xfrm>
            <a:off x="325120" y="633474"/>
            <a:ext cx="8221427" cy="4191373"/>
          </a:xfrm>
          <a:prstGeom prst="rect">
            <a:avLst/>
          </a:prstGeom>
          <a:noFill/>
          <a:ln>
            <a:noFill/>
          </a:ln>
        </p:spPr>
        <p:txBody>
          <a:bodyPr spcFirstLastPara="1" wrap="square" lIns="0" tIns="6700" rIns="0" bIns="0" anchor="b" anchorCtr="0">
            <a:noAutofit/>
          </a:bodyPr>
          <a:lstStyle/>
          <a:p>
            <a:pPr marL="12700">
              <a:spcBef>
                <a:spcPts val="800"/>
              </a:spcBef>
            </a:pPr>
            <a:r>
              <a:rPr lang="en-US" sz="1600" b="1" dirty="0"/>
              <a:t>Objective: </a:t>
            </a:r>
            <a:r>
              <a:rPr lang="en-US" sz="1600" dirty="0"/>
              <a:t>Bivariate analysis helps reveal </a:t>
            </a:r>
            <a:r>
              <a:rPr lang="en-US" sz="1600" b="1" dirty="0"/>
              <a:t>pairwise relationships</a:t>
            </a:r>
            <a:r>
              <a:rPr lang="en-US" sz="1600" dirty="0"/>
              <a:t>, supporting data-driven decision-making (e.g., marketing strategy based on payment modes).</a:t>
            </a:r>
          </a:p>
          <a:p>
            <a:pPr marL="12700">
              <a:spcBef>
                <a:spcPts val="800"/>
              </a:spcBef>
            </a:pPr>
            <a:endParaRPr lang="en-US" sz="1600" dirty="0"/>
          </a:p>
          <a:p>
            <a:r>
              <a:rPr lang="en-US" sz="1600" b="1" dirty="0"/>
              <a:t>Key Insights:</a:t>
            </a:r>
          </a:p>
          <a:p>
            <a:endParaRPr lang="en-US" sz="1600" b="1" dirty="0"/>
          </a:p>
          <a:p>
            <a:pPr lvl="0" eaLnBrk="0" fontAlgn="base" hangingPunct="0">
              <a:spcBef>
                <a:spcPct val="0"/>
              </a:spcBef>
              <a:spcAft>
                <a:spcPct val="0"/>
              </a:spcAft>
              <a:buClrTx/>
              <a:buFontTx/>
              <a:buChar char="•"/>
            </a:pPr>
            <a:r>
              <a:rPr lang="en-US" altLang="en-US" sz="1600" b="1" dirty="0">
                <a:solidFill>
                  <a:schemeClr val="tx1"/>
                </a:solidFill>
                <a:latin typeface="Arial" panose="020B0604020202020204" pitchFamily="34" charset="0"/>
              </a:rPr>
              <a:t>Payment Method has a slight influence</a:t>
            </a:r>
            <a:r>
              <a:rPr lang="en-US" altLang="en-US" sz="1600" dirty="0">
                <a:solidFill>
                  <a:schemeClr val="tx1"/>
                </a:solidFill>
                <a:latin typeface="Arial" panose="020B0604020202020204" pitchFamily="34" charset="0"/>
              </a:rPr>
              <a:t> on transaction spending, though not statistically significant.</a:t>
            </a:r>
          </a:p>
          <a:p>
            <a:pPr lvl="0" eaLnBrk="0" fontAlgn="base" hangingPunct="0">
              <a:spcBef>
                <a:spcPct val="0"/>
              </a:spcBef>
              <a:spcAft>
                <a:spcPct val="0"/>
              </a:spcAft>
              <a:buClrTx/>
              <a:buFontTx/>
              <a:buChar char="•"/>
            </a:pPr>
            <a:r>
              <a:rPr lang="en-US" altLang="en-US" sz="1600" b="1" dirty="0">
                <a:solidFill>
                  <a:schemeClr val="tx1"/>
                </a:solidFill>
                <a:latin typeface="Arial" panose="020B0604020202020204" pitchFamily="34" charset="0"/>
              </a:rPr>
              <a:t>Quantity has a strong positive effect</a:t>
            </a:r>
            <a:r>
              <a:rPr lang="en-US" altLang="en-US" sz="1600" dirty="0">
                <a:solidFill>
                  <a:schemeClr val="tx1"/>
                </a:solidFill>
                <a:latin typeface="Arial" panose="020B0604020202020204" pitchFamily="34" charset="0"/>
              </a:rPr>
              <a:t> on total spending.</a:t>
            </a:r>
          </a:p>
          <a:p>
            <a:pPr lvl="0" eaLnBrk="0" fontAlgn="base" hangingPunct="0">
              <a:spcBef>
                <a:spcPct val="0"/>
              </a:spcBef>
              <a:spcAft>
                <a:spcPct val="0"/>
              </a:spcAft>
              <a:buClrTx/>
              <a:buFontTx/>
              <a:buChar char="•"/>
            </a:pPr>
            <a:r>
              <a:rPr lang="en-US" altLang="en-US" sz="1600" b="1" dirty="0">
                <a:solidFill>
                  <a:schemeClr val="tx1"/>
                </a:solidFill>
                <a:latin typeface="Arial" panose="020B0604020202020204" pitchFamily="34" charset="0"/>
              </a:rPr>
              <a:t>Online vs. Offline spending</a:t>
            </a:r>
            <a:r>
              <a:rPr lang="en-US" altLang="en-US" sz="1600" dirty="0">
                <a:solidFill>
                  <a:schemeClr val="tx1"/>
                </a:solidFill>
                <a:latin typeface="Arial" panose="020B0604020202020204" pitchFamily="34" charset="0"/>
              </a:rPr>
              <a:t> does not differ significantly, meaning both channels contribute similarly to revenue.</a:t>
            </a:r>
          </a:p>
          <a:p>
            <a:endParaRPr lang="en-US" sz="1600" dirty="0"/>
          </a:p>
          <a:p>
            <a:r>
              <a:rPr lang="en-US" sz="1600" b="1" dirty="0"/>
              <a:t>Visualizations Used:</a:t>
            </a:r>
          </a:p>
          <a:p>
            <a:endParaRPr lang="en-US" sz="1600" dirty="0"/>
          </a:p>
          <a:p>
            <a:pPr marL="285750" indent="-285750">
              <a:buFont typeface="Arial" panose="020B0604020202020204" pitchFamily="34" charset="0"/>
              <a:buChar char="•"/>
            </a:pPr>
            <a:r>
              <a:rPr lang="en-US" sz="1600" dirty="0" err="1"/>
              <a:t>Barplots</a:t>
            </a:r>
            <a:endParaRPr lang="en-US" sz="1600" dirty="0"/>
          </a:p>
          <a:p>
            <a:pPr marL="285750" indent="-285750">
              <a:buFont typeface="Arial" panose="020B0604020202020204" pitchFamily="34" charset="0"/>
              <a:buChar char="•"/>
            </a:pPr>
            <a:r>
              <a:rPr lang="en-US" sz="1600" dirty="0"/>
              <a:t>Boxplots</a:t>
            </a:r>
          </a:p>
          <a:p>
            <a:pPr marL="285750" indent="-285750">
              <a:buFont typeface="Arial" panose="020B0604020202020204" pitchFamily="34" charset="0"/>
              <a:buChar char="•"/>
            </a:pPr>
            <a:r>
              <a:rPr lang="en-US" sz="1600" dirty="0"/>
              <a:t>Heatmap</a:t>
            </a:r>
          </a:p>
        </p:txBody>
      </p:sp>
      <p:sp>
        <p:nvSpPr>
          <p:cNvPr id="904" name="Google Shape;904;p41">
            <a:extLst>
              <a:ext uri="{FF2B5EF4-FFF2-40B4-BE49-F238E27FC236}">
                <a16:creationId xmlns:a16="http://schemas.microsoft.com/office/drawing/2014/main" id="{88F74088-E6CE-7ACE-34FF-E6BC910A16B9}"/>
              </a:ext>
            </a:extLst>
          </p:cNvPr>
          <p:cNvSpPr/>
          <p:nvPr/>
        </p:nvSpPr>
        <p:spPr>
          <a:xfrm rot="-5323106" flipH="1">
            <a:off x="7359901" y="-1474033"/>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1">
            <a:extLst>
              <a:ext uri="{FF2B5EF4-FFF2-40B4-BE49-F238E27FC236}">
                <a16:creationId xmlns:a16="http://schemas.microsoft.com/office/drawing/2014/main" id="{67F0DED7-FB94-1E61-B550-C26E1410B6DC}"/>
              </a:ext>
            </a:extLst>
          </p:cNvPr>
          <p:cNvSpPr/>
          <p:nvPr/>
        </p:nvSpPr>
        <p:spPr>
          <a:xfrm rot="-5323106" flipH="1">
            <a:off x="7618211" y="-1627954"/>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1">
            <a:extLst>
              <a:ext uri="{FF2B5EF4-FFF2-40B4-BE49-F238E27FC236}">
                <a16:creationId xmlns:a16="http://schemas.microsoft.com/office/drawing/2014/main" id="{C100B6BD-E28F-25CD-7393-4CE69CD6B98C}"/>
              </a:ext>
            </a:extLst>
          </p:cNvPr>
          <p:cNvSpPr/>
          <p:nvPr/>
        </p:nvSpPr>
        <p:spPr>
          <a:xfrm rot="-5323106" flipH="1">
            <a:off x="7840749" y="-1748479"/>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1">
            <a:extLst>
              <a:ext uri="{FF2B5EF4-FFF2-40B4-BE49-F238E27FC236}">
                <a16:creationId xmlns:a16="http://schemas.microsoft.com/office/drawing/2014/main" id="{73B7EB33-39E4-F450-AFD9-4CC532831618}"/>
              </a:ext>
            </a:extLst>
          </p:cNvPr>
          <p:cNvSpPr/>
          <p:nvPr/>
        </p:nvSpPr>
        <p:spPr>
          <a:xfrm rot="1783380">
            <a:off x="8721400" y="500223"/>
            <a:ext cx="292251" cy="26188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8" name="Google Shape;908;p41">
            <a:extLst>
              <a:ext uri="{FF2B5EF4-FFF2-40B4-BE49-F238E27FC236}">
                <a16:creationId xmlns:a16="http://schemas.microsoft.com/office/drawing/2014/main" id="{B33B833E-F938-3B3D-AD83-AE149EEE9F6F}"/>
              </a:ext>
            </a:extLst>
          </p:cNvPr>
          <p:cNvGrpSpPr/>
          <p:nvPr/>
        </p:nvGrpSpPr>
        <p:grpSpPr>
          <a:xfrm>
            <a:off x="8416475" y="3483007"/>
            <a:ext cx="727535" cy="1710819"/>
            <a:chOff x="8416475" y="3483007"/>
            <a:chExt cx="727535" cy="1710819"/>
          </a:xfrm>
        </p:grpSpPr>
        <p:sp>
          <p:nvSpPr>
            <p:cNvPr id="909" name="Google Shape;909;p41">
              <a:extLst>
                <a:ext uri="{FF2B5EF4-FFF2-40B4-BE49-F238E27FC236}">
                  <a16:creationId xmlns:a16="http://schemas.microsoft.com/office/drawing/2014/main" id="{53C96224-1040-3BF3-60F2-EA85C0D8C3A2}"/>
                </a:ext>
              </a:extLst>
            </p:cNvPr>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1">
              <a:extLst>
                <a:ext uri="{FF2B5EF4-FFF2-40B4-BE49-F238E27FC236}">
                  <a16:creationId xmlns:a16="http://schemas.microsoft.com/office/drawing/2014/main" id="{4D8852EE-68E8-A295-DCC1-490DFB5971BC}"/>
                </a:ext>
              </a:extLst>
            </p:cNvPr>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1">
              <a:extLst>
                <a:ext uri="{FF2B5EF4-FFF2-40B4-BE49-F238E27FC236}">
                  <a16:creationId xmlns:a16="http://schemas.microsoft.com/office/drawing/2014/main" id="{CF285D8B-95AD-95EA-4E27-974F0E2C5C2F}"/>
                </a:ext>
              </a:extLst>
            </p:cNvPr>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82022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41">
          <a:extLst>
            <a:ext uri="{FF2B5EF4-FFF2-40B4-BE49-F238E27FC236}">
              <a16:creationId xmlns:a16="http://schemas.microsoft.com/office/drawing/2014/main" id="{89D14814-2195-F118-73F2-85C1CC96EAA5}"/>
            </a:ext>
          </a:extLst>
        </p:cNvPr>
        <p:cNvGrpSpPr/>
        <p:nvPr/>
      </p:nvGrpSpPr>
      <p:grpSpPr>
        <a:xfrm>
          <a:off x="0" y="0"/>
          <a:ext cx="0" cy="0"/>
          <a:chOff x="0" y="0"/>
          <a:chExt cx="0" cy="0"/>
        </a:xfrm>
      </p:grpSpPr>
      <p:sp>
        <p:nvSpPr>
          <p:cNvPr id="949" name="Google Shape;949;p43">
            <a:extLst>
              <a:ext uri="{FF2B5EF4-FFF2-40B4-BE49-F238E27FC236}">
                <a16:creationId xmlns:a16="http://schemas.microsoft.com/office/drawing/2014/main" id="{F318E727-57B0-2186-C540-B18D2ABE2860}"/>
              </a:ext>
            </a:extLst>
          </p:cNvPr>
          <p:cNvSpPr txBox="1">
            <a:spLocks noGrp="1"/>
          </p:cNvSpPr>
          <p:nvPr>
            <p:ph type="title"/>
          </p:nvPr>
        </p:nvSpPr>
        <p:spPr>
          <a:xfrm>
            <a:off x="746813" y="-69793"/>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Bi-Variate Data Visualization</a:t>
            </a:r>
            <a:endParaRPr dirty="0"/>
          </a:p>
        </p:txBody>
      </p:sp>
      <p:pic>
        <p:nvPicPr>
          <p:cNvPr id="4" name="Picture 3">
            <a:extLst>
              <a:ext uri="{FF2B5EF4-FFF2-40B4-BE49-F238E27FC236}">
                <a16:creationId xmlns:a16="http://schemas.microsoft.com/office/drawing/2014/main" id="{8BF4FB6B-BA35-B27E-C44B-C9CD0E41A2BE}"/>
              </a:ext>
            </a:extLst>
          </p:cNvPr>
          <p:cNvPicPr>
            <a:picLocks noChangeAspect="1"/>
          </p:cNvPicPr>
          <p:nvPr/>
        </p:nvPicPr>
        <p:blipFill>
          <a:blip r:embed="rId3"/>
          <a:stretch>
            <a:fillRect/>
          </a:stretch>
        </p:blipFill>
        <p:spPr>
          <a:xfrm>
            <a:off x="1280160" y="609600"/>
            <a:ext cx="6167119" cy="4348480"/>
          </a:xfrm>
          <a:prstGeom prst="roundRect">
            <a:avLst/>
          </a:prstGeom>
        </p:spPr>
      </p:pic>
    </p:spTree>
    <p:extLst>
      <p:ext uri="{BB962C8B-B14F-4D97-AF65-F5344CB8AC3E}">
        <p14:creationId xmlns:p14="http://schemas.microsoft.com/office/powerpoint/2010/main" val="3864996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9086EEA7-39B0-7273-998F-69F371804F72}"/>
            </a:ext>
          </a:extLst>
        </p:cNvPr>
        <p:cNvGrpSpPr/>
        <p:nvPr/>
      </p:nvGrpSpPr>
      <p:grpSpPr>
        <a:xfrm>
          <a:off x="0" y="0"/>
          <a:ext cx="0" cy="0"/>
          <a:chOff x="0" y="0"/>
          <a:chExt cx="0" cy="0"/>
        </a:xfrm>
      </p:grpSpPr>
      <p:sp>
        <p:nvSpPr>
          <p:cNvPr id="888" name="Google Shape;888;p41">
            <a:extLst>
              <a:ext uri="{FF2B5EF4-FFF2-40B4-BE49-F238E27FC236}">
                <a16:creationId xmlns:a16="http://schemas.microsoft.com/office/drawing/2014/main" id="{ED51FD1F-B9AC-5273-09C6-D14FB0F255AC}"/>
              </a:ext>
            </a:extLst>
          </p:cNvPr>
          <p:cNvSpPr txBox="1">
            <a:spLocks noGrp="1"/>
          </p:cNvSpPr>
          <p:nvPr>
            <p:ph type="title"/>
          </p:nvPr>
        </p:nvSpPr>
        <p:spPr>
          <a:xfrm>
            <a:off x="850047" y="118287"/>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Multi-variate Analysis</a:t>
            </a:r>
            <a:endParaRPr dirty="0"/>
          </a:p>
        </p:txBody>
      </p:sp>
      <p:sp>
        <p:nvSpPr>
          <p:cNvPr id="893" name="Google Shape;893;p41">
            <a:extLst>
              <a:ext uri="{FF2B5EF4-FFF2-40B4-BE49-F238E27FC236}">
                <a16:creationId xmlns:a16="http://schemas.microsoft.com/office/drawing/2014/main" id="{18A58D85-4FE5-8367-6941-0DC87790BE1A}"/>
              </a:ext>
            </a:extLst>
          </p:cNvPr>
          <p:cNvSpPr txBox="1"/>
          <p:nvPr/>
        </p:nvSpPr>
        <p:spPr>
          <a:xfrm>
            <a:off x="325120" y="633474"/>
            <a:ext cx="8221427" cy="4191373"/>
          </a:xfrm>
          <a:prstGeom prst="rect">
            <a:avLst/>
          </a:prstGeom>
          <a:noFill/>
          <a:ln>
            <a:noFill/>
          </a:ln>
        </p:spPr>
        <p:txBody>
          <a:bodyPr spcFirstLastPara="1" wrap="square" lIns="0" tIns="6700" rIns="0" bIns="0" anchor="b" anchorCtr="0">
            <a:noAutofit/>
          </a:bodyPr>
          <a:lstStyle/>
          <a:p>
            <a:pPr marL="12700">
              <a:spcBef>
                <a:spcPts val="800"/>
              </a:spcBef>
            </a:pPr>
            <a:r>
              <a:rPr lang="en-US" sz="1600" b="1" dirty="0"/>
              <a:t>Objective: </a:t>
            </a:r>
            <a:r>
              <a:rPr lang="en-US" sz="1600" dirty="0"/>
              <a:t>To analyze the </a:t>
            </a:r>
            <a:r>
              <a:rPr lang="en-US" sz="1600" b="1" dirty="0"/>
              <a:t>interaction of three or more variables simultaneously</a:t>
            </a:r>
            <a:r>
              <a:rPr lang="en-US" sz="1600" dirty="0"/>
              <a:t> and uncover deeper patterns in the data.</a:t>
            </a:r>
          </a:p>
          <a:p>
            <a:pPr marL="12700">
              <a:spcBef>
                <a:spcPts val="800"/>
              </a:spcBef>
            </a:pPr>
            <a:r>
              <a:rPr lang="en-US" sz="1600" b="1" dirty="0"/>
              <a:t>Key Insights:</a:t>
            </a:r>
          </a:p>
          <a:p>
            <a:endParaRPr lang="en-US" sz="1600" b="1" dirty="0"/>
          </a:p>
          <a:p>
            <a:pPr lvl="0" eaLnBrk="0" fontAlgn="base" hangingPunct="0">
              <a:spcBef>
                <a:spcPct val="0"/>
              </a:spcBef>
              <a:spcAft>
                <a:spcPct val="0"/>
              </a:spcAft>
              <a:buClrTx/>
              <a:buFontTx/>
              <a:buChar char="•"/>
            </a:pPr>
            <a:r>
              <a:rPr lang="en-US" altLang="en-US" sz="1600" b="1" dirty="0">
                <a:solidFill>
                  <a:schemeClr val="tx1"/>
                </a:solidFill>
                <a:latin typeface="Arial" panose="020B0604020202020204" pitchFamily="34" charset="0"/>
              </a:rPr>
              <a:t>Seasonality product-specific</a:t>
            </a:r>
            <a:r>
              <a:rPr lang="en-US" altLang="en-US" sz="1600" dirty="0">
                <a:solidFill>
                  <a:schemeClr val="tx1"/>
                </a:solidFill>
                <a:latin typeface="Arial" panose="020B0604020202020204" pitchFamily="34" charset="0"/>
              </a:rPr>
              <a:t> — some products peak during certain months, useful for inventory planning.</a:t>
            </a:r>
          </a:p>
          <a:p>
            <a:pPr lvl="0" eaLnBrk="0" fontAlgn="base" hangingPunct="0">
              <a:spcBef>
                <a:spcPct val="0"/>
              </a:spcBef>
              <a:spcAft>
                <a:spcPct val="0"/>
              </a:spcAft>
              <a:buClrTx/>
              <a:buFontTx/>
              <a:buChar char="•"/>
            </a:pPr>
            <a:r>
              <a:rPr lang="en-US" altLang="en-US" sz="1600" b="1" dirty="0">
                <a:solidFill>
                  <a:schemeClr val="tx1"/>
                </a:solidFill>
                <a:latin typeface="Arial" panose="020B0604020202020204" pitchFamily="34" charset="0"/>
              </a:rPr>
              <a:t>Payment Method &amp; Purchase Mode together</a:t>
            </a:r>
            <a:r>
              <a:rPr lang="en-US" altLang="en-US" sz="1600" dirty="0">
                <a:solidFill>
                  <a:schemeClr val="tx1"/>
                </a:solidFill>
                <a:latin typeface="Arial" panose="020B0604020202020204" pitchFamily="34" charset="0"/>
              </a:rPr>
              <a:t> influence spending behavior for some products.</a:t>
            </a:r>
          </a:p>
          <a:p>
            <a:pPr lvl="0" eaLnBrk="0" fontAlgn="base" hangingPunct="0">
              <a:spcBef>
                <a:spcPct val="0"/>
              </a:spcBef>
              <a:spcAft>
                <a:spcPct val="0"/>
              </a:spcAft>
              <a:buClrTx/>
              <a:buFontTx/>
              <a:buChar char="•"/>
            </a:pPr>
            <a:r>
              <a:rPr lang="en-US" altLang="en-US" sz="1600" b="1" dirty="0">
                <a:solidFill>
                  <a:schemeClr val="tx1"/>
                </a:solidFill>
                <a:latin typeface="Arial" panose="020B0604020202020204" pitchFamily="34" charset="0"/>
              </a:rPr>
              <a:t>High-value transactions</a:t>
            </a:r>
            <a:r>
              <a:rPr lang="en-US" altLang="en-US" sz="1600" dirty="0">
                <a:solidFill>
                  <a:schemeClr val="tx1"/>
                </a:solidFill>
                <a:latin typeface="Arial" panose="020B0604020202020204" pitchFamily="34" charset="0"/>
              </a:rPr>
              <a:t> are concentrated in a few products and payment methods, indicating target opportunities for marketing campaigns.</a:t>
            </a:r>
          </a:p>
          <a:p>
            <a:endParaRPr lang="en-US" sz="1600" dirty="0"/>
          </a:p>
          <a:p>
            <a:r>
              <a:rPr lang="en-US" sz="1600" b="1" dirty="0"/>
              <a:t>Visualizations Used:</a:t>
            </a:r>
          </a:p>
          <a:p>
            <a:endParaRPr lang="en-US" sz="1600" dirty="0"/>
          </a:p>
          <a:p>
            <a:pPr marL="285750" indent="-285750">
              <a:buFont typeface="Arial" panose="020B0604020202020204" pitchFamily="34" charset="0"/>
              <a:buChar char="•"/>
            </a:pPr>
            <a:r>
              <a:rPr lang="en-US" sz="1600" dirty="0"/>
              <a:t>Stacked Bar Plots</a:t>
            </a:r>
          </a:p>
          <a:p>
            <a:pPr marL="285750" indent="-285750">
              <a:buFont typeface="Arial" panose="020B0604020202020204" pitchFamily="34" charset="0"/>
              <a:buChar char="•"/>
            </a:pPr>
            <a:r>
              <a:rPr lang="en-US" sz="1600" dirty="0"/>
              <a:t>Pivot Tables + Heatmaps</a:t>
            </a:r>
          </a:p>
          <a:p>
            <a:pPr marL="285750" indent="-285750">
              <a:buFont typeface="Arial" panose="020B0604020202020204" pitchFamily="34" charset="0"/>
              <a:buChar char="•"/>
            </a:pPr>
            <a:r>
              <a:rPr lang="en-US" sz="1600" dirty="0"/>
              <a:t>Grouped Bar Charts</a:t>
            </a:r>
          </a:p>
        </p:txBody>
      </p:sp>
      <p:sp>
        <p:nvSpPr>
          <p:cNvPr id="904" name="Google Shape;904;p41">
            <a:extLst>
              <a:ext uri="{FF2B5EF4-FFF2-40B4-BE49-F238E27FC236}">
                <a16:creationId xmlns:a16="http://schemas.microsoft.com/office/drawing/2014/main" id="{18D55FD7-A12E-3D12-C453-9B4C31599BF9}"/>
              </a:ext>
            </a:extLst>
          </p:cNvPr>
          <p:cNvSpPr/>
          <p:nvPr/>
        </p:nvSpPr>
        <p:spPr>
          <a:xfrm rot="-5323106" flipH="1">
            <a:off x="7359901" y="-1474033"/>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1">
            <a:extLst>
              <a:ext uri="{FF2B5EF4-FFF2-40B4-BE49-F238E27FC236}">
                <a16:creationId xmlns:a16="http://schemas.microsoft.com/office/drawing/2014/main" id="{1137DE12-868F-C37A-25F2-20F773EF2050}"/>
              </a:ext>
            </a:extLst>
          </p:cNvPr>
          <p:cNvSpPr/>
          <p:nvPr/>
        </p:nvSpPr>
        <p:spPr>
          <a:xfrm rot="-5323106" flipH="1">
            <a:off x="7618211" y="-1627954"/>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1">
            <a:extLst>
              <a:ext uri="{FF2B5EF4-FFF2-40B4-BE49-F238E27FC236}">
                <a16:creationId xmlns:a16="http://schemas.microsoft.com/office/drawing/2014/main" id="{E9BA1B56-50C9-8CB6-5D00-6557AD4312A2}"/>
              </a:ext>
            </a:extLst>
          </p:cNvPr>
          <p:cNvSpPr/>
          <p:nvPr/>
        </p:nvSpPr>
        <p:spPr>
          <a:xfrm rot="-5323106" flipH="1">
            <a:off x="7840749" y="-1748479"/>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1">
            <a:extLst>
              <a:ext uri="{FF2B5EF4-FFF2-40B4-BE49-F238E27FC236}">
                <a16:creationId xmlns:a16="http://schemas.microsoft.com/office/drawing/2014/main" id="{0710051D-FFA9-D1EA-A102-C248EC78F49D}"/>
              </a:ext>
            </a:extLst>
          </p:cNvPr>
          <p:cNvSpPr/>
          <p:nvPr/>
        </p:nvSpPr>
        <p:spPr>
          <a:xfrm rot="1783380">
            <a:off x="8721400" y="500223"/>
            <a:ext cx="292251" cy="26188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8" name="Google Shape;908;p41">
            <a:extLst>
              <a:ext uri="{FF2B5EF4-FFF2-40B4-BE49-F238E27FC236}">
                <a16:creationId xmlns:a16="http://schemas.microsoft.com/office/drawing/2014/main" id="{3F629F50-49B7-A27B-5D37-BBF9DC1DFED7}"/>
              </a:ext>
            </a:extLst>
          </p:cNvPr>
          <p:cNvGrpSpPr/>
          <p:nvPr/>
        </p:nvGrpSpPr>
        <p:grpSpPr>
          <a:xfrm>
            <a:off x="8416475" y="3483007"/>
            <a:ext cx="727535" cy="1710819"/>
            <a:chOff x="8416475" y="3483007"/>
            <a:chExt cx="727535" cy="1710819"/>
          </a:xfrm>
        </p:grpSpPr>
        <p:sp>
          <p:nvSpPr>
            <p:cNvPr id="909" name="Google Shape;909;p41">
              <a:extLst>
                <a:ext uri="{FF2B5EF4-FFF2-40B4-BE49-F238E27FC236}">
                  <a16:creationId xmlns:a16="http://schemas.microsoft.com/office/drawing/2014/main" id="{5CDDAC4F-A03F-B233-48E3-6B55663E004B}"/>
                </a:ext>
              </a:extLst>
            </p:cNvPr>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1">
              <a:extLst>
                <a:ext uri="{FF2B5EF4-FFF2-40B4-BE49-F238E27FC236}">
                  <a16:creationId xmlns:a16="http://schemas.microsoft.com/office/drawing/2014/main" id="{B6C0DB81-0B46-8BAF-1FFB-B08847B5BD31}"/>
                </a:ext>
              </a:extLst>
            </p:cNvPr>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1">
              <a:extLst>
                <a:ext uri="{FF2B5EF4-FFF2-40B4-BE49-F238E27FC236}">
                  <a16:creationId xmlns:a16="http://schemas.microsoft.com/office/drawing/2014/main" id="{2AAB573F-E277-1E91-6367-40595884A5B0}"/>
                </a:ext>
              </a:extLst>
            </p:cNvPr>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71993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41">
          <a:extLst>
            <a:ext uri="{FF2B5EF4-FFF2-40B4-BE49-F238E27FC236}">
              <a16:creationId xmlns:a16="http://schemas.microsoft.com/office/drawing/2014/main" id="{2BB3D9C1-2DC7-5711-7402-643B50743260}"/>
            </a:ext>
          </a:extLst>
        </p:cNvPr>
        <p:cNvGrpSpPr/>
        <p:nvPr/>
      </p:nvGrpSpPr>
      <p:grpSpPr>
        <a:xfrm>
          <a:off x="0" y="0"/>
          <a:ext cx="0" cy="0"/>
          <a:chOff x="0" y="0"/>
          <a:chExt cx="0" cy="0"/>
        </a:xfrm>
      </p:grpSpPr>
      <p:sp>
        <p:nvSpPr>
          <p:cNvPr id="949" name="Google Shape;949;p43">
            <a:extLst>
              <a:ext uri="{FF2B5EF4-FFF2-40B4-BE49-F238E27FC236}">
                <a16:creationId xmlns:a16="http://schemas.microsoft.com/office/drawing/2014/main" id="{E0DA5BB0-A645-2C5C-80A6-32EACADDB1CC}"/>
              </a:ext>
            </a:extLst>
          </p:cNvPr>
          <p:cNvSpPr txBox="1">
            <a:spLocks noGrp="1"/>
          </p:cNvSpPr>
          <p:nvPr>
            <p:ph type="title"/>
          </p:nvPr>
        </p:nvSpPr>
        <p:spPr>
          <a:xfrm>
            <a:off x="746813" y="-69793"/>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Multi-Variate Data Visualization</a:t>
            </a:r>
            <a:endParaRPr dirty="0"/>
          </a:p>
        </p:txBody>
      </p:sp>
      <p:pic>
        <p:nvPicPr>
          <p:cNvPr id="3" name="Picture 2">
            <a:extLst>
              <a:ext uri="{FF2B5EF4-FFF2-40B4-BE49-F238E27FC236}">
                <a16:creationId xmlns:a16="http://schemas.microsoft.com/office/drawing/2014/main" id="{1544BBBB-9559-BFAB-8E21-7769A0979BB2}"/>
              </a:ext>
            </a:extLst>
          </p:cNvPr>
          <p:cNvPicPr>
            <a:picLocks noChangeAspect="1"/>
          </p:cNvPicPr>
          <p:nvPr/>
        </p:nvPicPr>
        <p:blipFill>
          <a:blip r:embed="rId3"/>
          <a:stretch>
            <a:fillRect/>
          </a:stretch>
        </p:blipFill>
        <p:spPr>
          <a:xfrm>
            <a:off x="1483360" y="502907"/>
            <a:ext cx="6207759" cy="4422140"/>
          </a:xfrm>
          <a:prstGeom prst="roundRect">
            <a:avLst/>
          </a:prstGeom>
        </p:spPr>
      </p:pic>
    </p:spTree>
    <p:extLst>
      <p:ext uri="{BB962C8B-B14F-4D97-AF65-F5344CB8AC3E}">
        <p14:creationId xmlns:p14="http://schemas.microsoft.com/office/powerpoint/2010/main" val="1421665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44"/>
          <p:cNvSpPr txBox="1">
            <a:spLocks noGrp="1"/>
          </p:cNvSpPr>
          <p:nvPr>
            <p:ph type="title"/>
          </p:nvPr>
        </p:nvSpPr>
        <p:spPr>
          <a:xfrm>
            <a:off x="966711" y="67980"/>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Conclusion &amp; Recommendation</a:t>
            </a:r>
            <a:endParaRPr dirty="0"/>
          </a:p>
        </p:txBody>
      </p:sp>
      <p:sp>
        <p:nvSpPr>
          <p:cNvPr id="20" name="Google Shape;975;p44">
            <a:extLst>
              <a:ext uri="{FF2B5EF4-FFF2-40B4-BE49-F238E27FC236}">
                <a16:creationId xmlns:a16="http://schemas.microsoft.com/office/drawing/2014/main" id="{FD577445-9D86-1AF0-8B5F-1BC2C1ED77BC}"/>
              </a:ext>
            </a:extLst>
          </p:cNvPr>
          <p:cNvSpPr txBox="1">
            <a:spLocks/>
          </p:cNvSpPr>
          <p:nvPr/>
        </p:nvSpPr>
        <p:spPr>
          <a:xfrm flipH="1">
            <a:off x="375310" y="640680"/>
            <a:ext cx="8626449" cy="4248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2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000"/>
              <a:buFont typeface="Karla"/>
              <a:buNone/>
              <a:defRPr sz="10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0"/>
              </a:spcBef>
              <a:spcAft>
                <a:spcPts val="0"/>
              </a:spcAft>
              <a:buClr>
                <a:schemeClr val="dk1"/>
              </a:buClr>
              <a:buSzPts val="1000"/>
              <a:buFont typeface="Karla"/>
              <a:buNone/>
              <a:defRPr sz="10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0"/>
              </a:spcBef>
              <a:spcAft>
                <a:spcPts val="0"/>
              </a:spcAft>
              <a:buClr>
                <a:schemeClr val="dk1"/>
              </a:buClr>
              <a:buSzPts val="1000"/>
              <a:buFont typeface="Karla"/>
              <a:buNone/>
              <a:defRPr sz="10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0"/>
              </a:spcBef>
              <a:spcAft>
                <a:spcPts val="0"/>
              </a:spcAft>
              <a:buClr>
                <a:schemeClr val="dk1"/>
              </a:buClr>
              <a:buSzPts val="1000"/>
              <a:buFont typeface="Karla"/>
              <a:buNone/>
              <a:defRPr sz="10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0"/>
              </a:spcBef>
              <a:spcAft>
                <a:spcPts val="0"/>
              </a:spcAft>
              <a:buClr>
                <a:schemeClr val="dk1"/>
              </a:buClr>
              <a:buSzPts val="1000"/>
              <a:buFont typeface="Karla"/>
              <a:buNone/>
              <a:defRPr sz="10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0"/>
              </a:spcBef>
              <a:spcAft>
                <a:spcPts val="0"/>
              </a:spcAft>
              <a:buClr>
                <a:schemeClr val="dk1"/>
              </a:buClr>
              <a:buSzPts val="1000"/>
              <a:buFont typeface="Karla"/>
              <a:buNone/>
              <a:defRPr sz="10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0"/>
              </a:spcBef>
              <a:spcAft>
                <a:spcPts val="0"/>
              </a:spcAft>
              <a:buClr>
                <a:schemeClr val="dk1"/>
              </a:buClr>
              <a:buSzPts val="1000"/>
              <a:buFont typeface="Karla"/>
              <a:buNone/>
              <a:defRPr sz="10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0"/>
              </a:spcBef>
              <a:spcAft>
                <a:spcPts val="0"/>
              </a:spcAft>
              <a:buClr>
                <a:schemeClr val="dk1"/>
              </a:buClr>
              <a:buSzPts val="1000"/>
              <a:buFont typeface="Karla"/>
              <a:buNone/>
              <a:defRPr sz="1000" b="0" i="0" u="none" strike="noStrike" cap="none">
                <a:solidFill>
                  <a:schemeClr val="dk1"/>
                </a:solidFill>
                <a:latin typeface="Karla"/>
                <a:ea typeface="Karla"/>
                <a:cs typeface="Karla"/>
                <a:sym typeface="Karla"/>
              </a:defRPr>
            </a:lvl9pPr>
          </a:lstStyle>
          <a:p>
            <a:r>
              <a:rPr lang="en-US" sz="1450" b="1" dirty="0"/>
              <a:t>Key Findings:</a:t>
            </a:r>
          </a:p>
          <a:p>
            <a:pPr>
              <a:buFont typeface="Arial" panose="020B0604020202020204" pitchFamily="34" charset="0"/>
              <a:buChar char="•"/>
            </a:pPr>
            <a:r>
              <a:rPr lang="en-US" sz="1450" b="1" dirty="0"/>
              <a:t>Total Spent </a:t>
            </a:r>
            <a:r>
              <a:rPr lang="en-US" sz="1450" dirty="0"/>
              <a:t>is highly influenced by Price/Unit and Quantity (strong positive Correlation).</a:t>
            </a:r>
          </a:p>
          <a:p>
            <a:pPr>
              <a:buFont typeface="Arial" panose="020B0604020202020204" pitchFamily="34" charset="0"/>
              <a:buChar char="•"/>
            </a:pPr>
            <a:r>
              <a:rPr lang="en-US" sz="1450" b="1" dirty="0"/>
              <a:t>Purchase Mode (Online vs. In-store)</a:t>
            </a:r>
            <a:r>
              <a:rPr lang="en-US" sz="1450" dirty="0"/>
              <a:t> did not significantly affect total spending (t-test result: Fail to Reject H₀).</a:t>
            </a:r>
          </a:p>
          <a:p>
            <a:pPr>
              <a:buFont typeface="Arial" panose="020B0604020202020204" pitchFamily="34" charset="0"/>
              <a:buChar char="•"/>
            </a:pPr>
            <a:r>
              <a:rPr lang="en-US" sz="1450" b="1" dirty="0"/>
              <a:t>Product Contribution:</a:t>
            </a:r>
            <a:r>
              <a:rPr lang="en-US" sz="1450" dirty="0"/>
              <a:t> A few products dominate total revenue — critical for inventory and promotional strategy.</a:t>
            </a:r>
          </a:p>
          <a:p>
            <a:endParaRPr lang="en-US" sz="1450" dirty="0"/>
          </a:p>
          <a:p>
            <a:r>
              <a:rPr lang="en-US" sz="1450" b="1" dirty="0"/>
              <a:t>Recommendations:</a:t>
            </a:r>
          </a:p>
          <a:p>
            <a:pPr>
              <a:buFont typeface="Arial" panose="020B0604020202020204" pitchFamily="34" charset="0"/>
              <a:buChar char="•"/>
            </a:pPr>
            <a:r>
              <a:rPr lang="en-US" sz="1450" b="1" dirty="0"/>
              <a:t>Target High-Value Months:</a:t>
            </a:r>
            <a:r>
              <a:rPr lang="en-US" sz="1450" dirty="0"/>
              <a:t> Focus marketing campaigns during peak transaction months to maximize revenue.</a:t>
            </a:r>
          </a:p>
          <a:p>
            <a:pPr>
              <a:buFont typeface="Arial" panose="020B0604020202020204" pitchFamily="34" charset="0"/>
              <a:buChar char="•"/>
            </a:pPr>
            <a:r>
              <a:rPr lang="en-US" sz="1450" b="1" dirty="0"/>
              <a:t>Product Optimization:</a:t>
            </a:r>
            <a:r>
              <a:rPr lang="en-US" sz="1450" dirty="0"/>
              <a:t> Prioritize stocking and promotions for top-selling product categories.</a:t>
            </a:r>
          </a:p>
          <a:p>
            <a:pPr>
              <a:buFont typeface="Arial" panose="020B0604020202020204" pitchFamily="34" charset="0"/>
              <a:buChar char="•"/>
            </a:pPr>
            <a:r>
              <a:rPr lang="en-US" sz="1450" b="1" dirty="0"/>
              <a:t>Customer Segmentation:</a:t>
            </a:r>
            <a:r>
              <a:rPr lang="en-US" sz="1450" dirty="0"/>
              <a:t> Consider creating loyalty programs or discounts for customers with consistently high spending.</a:t>
            </a:r>
          </a:p>
          <a:p>
            <a:endParaRPr lang="en-US" sz="1450" dirty="0"/>
          </a:p>
          <a:p>
            <a:r>
              <a:rPr lang="en-US" sz="1450" b="1" dirty="0"/>
              <a:t>Future Work:</a:t>
            </a:r>
          </a:p>
          <a:p>
            <a:pPr>
              <a:buFont typeface="Arial" panose="020B0604020202020204" pitchFamily="34" charset="0"/>
              <a:buChar char="•"/>
            </a:pPr>
            <a:r>
              <a:rPr lang="en-US" sz="1450" dirty="0"/>
              <a:t>Implement </a:t>
            </a:r>
            <a:r>
              <a:rPr lang="en-US" sz="1450" b="1" dirty="0"/>
              <a:t>predictive modeling</a:t>
            </a:r>
            <a:r>
              <a:rPr lang="en-US" sz="1450" dirty="0"/>
              <a:t> to forecast future sales trends based on seasonality and product demand.</a:t>
            </a:r>
          </a:p>
          <a:p>
            <a:pPr>
              <a:buFont typeface="Arial" panose="020B0604020202020204" pitchFamily="34" charset="0"/>
              <a:buChar char="•"/>
            </a:pPr>
            <a:r>
              <a:rPr lang="en-US" sz="1450" dirty="0"/>
              <a:t>Perform </a:t>
            </a:r>
            <a:r>
              <a:rPr lang="en-US" sz="1450" b="1" dirty="0"/>
              <a:t>customer segmentation (RFM analysis)</a:t>
            </a:r>
            <a:r>
              <a:rPr lang="en-US" sz="1450" dirty="0"/>
              <a:t> to identify high-value customers and personalize marketing strategies. </a:t>
            </a:r>
          </a:p>
          <a:p>
            <a:endParaRPr lang="en-US" sz="1450" b="1" dirty="0"/>
          </a:p>
          <a:p>
            <a:endParaRPr lang="en-US" sz="1450" b="1" dirty="0"/>
          </a:p>
        </p:txBody>
      </p:sp>
      <p:grpSp>
        <p:nvGrpSpPr>
          <p:cNvPr id="22" name="Google Shape;976;p44">
            <a:extLst>
              <a:ext uri="{FF2B5EF4-FFF2-40B4-BE49-F238E27FC236}">
                <a16:creationId xmlns:a16="http://schemas.microsoft.com/office/drawing/2014/main" id="{2931CCFE-E2D0-B504-17B3-BFA14408AECE}"/>
              </a:ext>
            </a:extLst>
          </p:cNvPr>
          <p:cNvGrpSpPr/>
          <p:nvPr/>
        </p:nvGrpSpPr>
        <p:grpSpPr>
          <a:xfrm>
            <a:off x="83633" y="3573103"/>
            <a:ext cx="528861" cy="526168"/>
            <a:chOff x="4758032" y="1693503"/>
            <a:chExt cx="528861" cy="526168"/>
          </a:xfrm>
        </p:grpSpPr>
        <p:sp>
          <p:nvSpPr>
            <p:cNvPr id="23" name="Google Shape;977;p44">
              <a:extLst>
                <a:ext uri="{FF2B5EF4-FFF2-40B4-BE49-F238E27FC236}">
                  <a16:creationId xmlns:a16="http://schemas.microsoft.com/office/drawing/2014/main" id="{C5117A17-7254-3745-9C03-9C4A7B9C8506}"/>
                </a:ext>
              </a:extLst>
            </p:cNvPr>
            <p:cNvSpPr/>
            <p:nvPr/>
          </p:nvSpPr>
          <p:spPr>
            <a:xfrm>
              <a:off x="4758032" y="1785519"/>
              <a:ext cx="434152" cy="434152"/>
            </a:xfrm>
            <a:custGeom>
              <a:avLst/>
              <a:gdLst/>
              <a:ahLst/>
              <a:cxnLst/>
              <a:rect l="l" t="t" r="r" b="b"/>
              <a:pathLst>
                <a:path w="11286" h="11286" extrusionOk="0">
                  <a:moveTo>
                    <a:pt x="5639" y="0"/>
                  </a:moveTo>
                  <a:cubicBezTo>
                    <a:pt x="2525" y="0"/>
                    <a:pt x="0" y="2525"/>
                    <a:pt x="0" y="5646"/>
                  </a:cubicBezTo>
                  <a:cubicBezTo>
                    <a:pt x="0" y="8760"/>
                    <a:pt x="2525" y="11285"/>
                    <a:pt x="5639" y="11285"/>
                  </a:cubicBezTo>
                  <a:cubicBezTo>
                    <a:pt x="8761" y="11285"/>
                    <a:pt x="11285" y="8760"/>
                    <a:pt x="11285" y="5646"/>
                  </a:cubicBezTo>
                  <a:cubicBezTo>
                    <a:pt x="11285" y="2525"/>
                    <a:pt x="8761" y="0"/>
                    <a:pt x="56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78;p44">
              <a:extLst>
                <a:ext uri="{FF2B5EF4-FFF2-40B4-BE49-F238E27FC236}">
                  <a16:creationId xmlns:a16="http://schemas.microsoft.com/office/drawing/2014/main" id="{A6CD32A0-FFA9-516C-1BA7-C52BFB608CD6}"/>
                </a:ext>
              </a:extLst>
            </p:cNvPr>
            <p:cNvSpPr/>
            <p:nvPr/>
          </p:nvSpPr>
          <p:spPr>
            <a:xfrm>
              <a:off x="4974955" y="1993901"/>
              <a:ext cx="217230" cy="17388"/>
            </a:xfrm>
            <a:custGeom>
              <a:avLst/>
              <a:gdLst/>
              <a:ahLst/>
              <a:cxnLst/>
              <a:rect l="l" t="t" r="r" b="b"/>
              <a:pathLst>
                <a:path w="5647" h="452" extrusionOk="0">
                  <a:moveTo>
                    <a:pt x="0" y="0"/>
                  </a:moveTo>
                  <a:lnTo>
                    <a:pt x="0" y="451"/>
                  </a:lnTo>
                  <a:lnTo>
                    <a:pt x="5639" y="451"/>
                  </a:lnTo>
                  <a:cubicBezTo>
                    <a:pt x="5639" y="375"/>
                    <a:pt x="5646" y="305"/>
                    <a:pt x="5646" y="229"/>
                  </a:cubicBezTo>
                  <a:cubicBezTo>
                    <a:pt x="5646" y="153"/>
                    <a:pt x="5646" y="76"/>
                    <a:pt x="5639"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79;p44">
              <a:extLst>
                <a:ext uri="{FF2B5EF4-FFF2-40B4-BE49-F238E27FC236}">
                  <a16:creationId xmlns:a16="http://schemas.microsoft.com/office/drawing/2014/main" id="{6BCEA1C2-0C50-0551-94C7-EA6A90808AA7}"/>
                </a:ext>
              </a:extLst>
            </p:cNvPr>
            <p:cNvSpPr/>
            <p:nvPr/>
          </p:nvSpPr>
          <p:spPr>
            <a:xfrm>
              <a:off x="5157448" y="1693503"/>
              <a:ext cx="129445" cy="126714"/>
            </a:xfrm>
            <a:custGeom>
              <a:avLst/>
              <a:gdLst/>
              <a:ahLst/>
              <a:cxnLst/>
              <a:rect l="l" t="t" r="r" b="b"/>
              <a:pathLst>
                <a:path w="3365" h="3294" extrusionOk="0">
                  <a:moveTo>
                    <a:pt x="2029" y="0"/>
                  </a:moveTo>
                  <a:cubicBezTo>
                    <a:pt x="1974" y="0"/>
                    <a:pt x="1918" y="21"/>
                    <a:pt x="1873" y="68"/>
                  </a:cubicBezTo>
                  <a:lnTo>
                    <a:pt x="202" y="1740"/>
                  </a:lnTo>
                  <a:cubicBezTo>
                    <a:pt x="70" y="1865"/>
                    <a:pt x="1" y="2038"/>
                    <a:pt x="1" y="2219"/>
                  </a:cubicBezTo>
                  <a:lnTo>
                    <a:pt x="1" y="3294"/>
                  </a:lnTo>
                  <a:lnTo>
                    <a:pt x="1069" y="3294"/>
                  </a:lnTo>
                  <a:cubicBezTo>
                    <a:pt x="1249" y="3294"/>
                    <a:pt x="1423" y="3224"/>
                    <a:pt x="1547" y="3099"/>
                  </a:cubicBezTo>
                  <a:lnTo>
                    <a:pt x="3226" y="1421"/>
                  </a:lnTo>
                  <a:cubicBezTo>
                    <a:pt x="3365" y="1282"/>
                    <a:pt x="3268" y="1039"/>
                    <a:pt x="3066" y="1039"/>
                  </a:cubicBezTo>
                  <a:lnTo>
                    <a:pt x="2255" y="1039"/>
                  </a:lnTo>
                  <a:lnTo>
                    <a:pt x="2255" y="228"/>
                  </a:lnTo>
                  <a:cubicBezTo>
                    <a:pt x="2255" y="92"/>
                    <a:pt x="2144" y="0"/>
                    <a:pt x="20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80;p44">
              <a:extLst>
                <a:ext uri="{FF2B5EF4-FFF2-40B4-BE49-F238E27FC236}">
                  <a16:creationId xmlns:a16="http://schemas.microsoft.com/office/drawing/2014/main" id="{7CE399F1-3207-54D7-742C-1DF2792584B1}"/>
                </a:ext>
              </a:extLst>
            </p:cNvPr>
            <p:cNvSpPr/>
            <p:nvPr/>
          </p:nvSpPr>
          <p:spPr>
            <a:xfrm>
              <a:off x="5157448" y="1693503"/>
              <a:ext cx="86938" cy="126714"/>
            </a:xfrm>
            <a:custGeom>
              <a:avLst/>
              <a:gdLst/>
              <a:ahLst/>
              <a:cxnLst/>
              <a:rect l="l" t="t" r="r" b="b"/>
              <a:pathLst>
                <a:path w="2260" h="3294" extrusionOk="0">
                  <a:moveTo>
                    <a:pt x="2031" y="0"/>
                  </a:moveTo>
                  <a:cubicBezTo>
                    <a:pt x="1975" y="0"/>
                    <a:pt x="1918" y="21"/>
                    <a:pt x="1873" y="68"/>
                  </a:cubicBezTo>
                  <a:lnTo>
                    <a:pt x="202" y="1740"/>
                  </a:lnTo>
                  <a:cubicBezTo>
                    <a:pt x="70" y="1865"/>
                    <a:pt x="1" y="2038"/>
                    <a:pt x="1" y="2219"/>
                  </a:cubicBezTo>
                  <a:lnTo>
                    <a:pt x="1" y="3294"/>
                  </a:lnTo>
                  <a:lnTo>
                    <a:pt x="2255" y="1039"/>
                  </a:lnTo>
                  <a:lnTo>
                    <a:pt x="2255" y="228"/>
                  </a:lnTo>
                  <a:cubicBezTo>
                    <a:pt x="2260" y="92"/>
                    <a:pt x="2147" y="0"/>
                    <a:pt x="2031"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81;p44">
              <a:extLst>
                <a:ext uri="{FF2B5EF4-FFF2-40B4-BE49-F238E27FC236}">
                  <a16:creationId xmlns:a16="http://schemas.microsoft.com/office/drawing/2014/main" id="{79E21A3C-04EA-1B9B-FBB0-854971436CBE}"/>
                </a:ext>
              </a:extLst>
            </p:cNvPr>
            <p:cNvSpPr/>
            <p:nvPr/>
          </p:nvSpPr>
          <p:spPr>
            <a:xfrm>
              <a:off x="4810041" y="1837528"/>
              <a:ext cx="330096" cy="330096"/>
            </a:xfrm>
            <a:custGeom>
              <a:avLst/>
              <a:gdLst/>
              <a:ahLst/>
              <a:cxnLst/>
              <a:rect l="l" t="t" r="r" b="b"/>
              <a:pathLst>
                <a:path w="8581" h="8581" extrusionOk="0">
                  <a:moveTo>
                    <a:pt x="4287" y="1"/>
                  </a:moveTo>
                  <a:cubicBezTo>
                    <a:pt x="1922" y="1"/>
                    <a:pt x="1" y="1922"/>
                    <a:pt x="1" y="4294"/>
                  </a:cubicBezTo>
                  <a:cubicBezTo>
                    <a:pt x="1" y="6659"/>
                    <a:pt x="1922" y="8581"/>
                    <a:pt x="4287" y="8581"/>
                  </a:cubicBezTo>
                  <a:cubicBezTo>
                    <a:pt x="6659" y="8581"/>
                    <a:pt x="8581" y="6659"/>
                    <a:pt x="8581" y="4294"/>
                  </a:cubicBezTo>
                  <a:cubicBezTo>
                    <a:pt x="8581" y="1922"/>
                    <a:pt x="6659" y="1"/>
                    <a:pt x="42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982;p44">
              <a:extLst>
                <a:ext uri="{FF2B5EF4-FFF2-40B4-BE49-F238E27FC236}">
                  <a16:creationId xmlns:a16="http://schemas.microsoft.com/office/drawing/2014/main" id="{217E5F7B-8A0E-B981-6A8A-A6252176722E}"/>
                </a:ext>
              </a:extLst>
            </p:cNvPr>
            <p:cNvSpPr/>
            <p:nvPr/>
          </p:nvSpPr>
          <p:spPr>
            <a:xfrm>
              <a:off x="4974955" y="1993901"/>
              <a:ext cx="165182" cy="17388"/>
            </a:xfrm>
            <a:custGeom>
              <a:avLst/>
              <a:gdLst/>
              <a:ahLst/>
              <a:cxnLst/>
              <a:rect l="l" t="t" r="r" b="b"/>
              <a:pathLst>
                <a:path w="4294" h="452" extrusionOk="0">
                  <a:moveTo>
                    <a:pt x="0" y="0"/>
                  </a:moveTo>
                  <a:lnTo>
                    <a:pt x="0" y="451"/>
                  </a:lnTo>
                  <a:lnTo>
                    <a:pt x="4280" y="451"/>
                  </a:lnTo>
                  <a:cubicBezTo>
                    <a:pt x="4280" y="375"/>
                    <a:pt x="4294" y="305"/>
                    <a:pt x="4294" y="229"/>
                  </a:cubicBezTo>
                  <a:cubicBezTo>
                    <a:pt x="4294" y="153"/>
                    <a:pt x="4287" y="76"/>
                    <a:pt x="428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983;p44">
              <a:extLst>
                <a:ext uri="{FF2B5EF4-FFF2-40B4-BE49-F238E27FC236}">
                  <a16:creationId xmlns:a16="http://schemas.microsoft.com/office/drawing/2014/main" id="{DCA0C04A-2CAC-A235-46A1-6C871B7A3C45}"/>
                </a:ext>
              </a:extLst>
            </p:cNvPr>
            <p:cNvSpPr/>
            <p:nvPr/>
          </p:nvSpPr>
          <p:spPr>
            <a:xfrm>
              <a:off x="4853549" y="1881035"/>
              <a:ext cx="243119" cy="243119"/>
            </a:xfrm>
            <a:custGeom>
              <a:avLst/>
              <a:gdLst/>
              <a:ahLst/>
              <a:cxnLst/>
              <a:rect l="l" t="t" r="r" b="b"/>
              <a:pathLst>
                <a:path w="6320" h="6320" extrusionOk="0">
                  <a:moveTo>
                    <a:pt x="3156" y="0"/>
                  </a:moveTo>
                  <a:cubicBezTo>
                    <a:pt x="1415" y="0"/>
                    <a:pt x="0" y="1415"/>
                    <a:pt x="0" y="3163"/>
                  </a:cubicBezTo>
                  <a:cubicBezTo>
                    <a:pt x="0" y="4904"/>
                    <a:pt x="1415" y="6319"/>
                    <a:pt x="3156" y="6319"/>
                  </a:cubicBezTo>
                  <a:cubicBezTo>
                    <a:pt x="4904" y="6319"/>
                    <a:pt x="6319" y="4904"/>
                    <a:pt x="6319" y="3163"/>
                  </a:cubicBezTo>
                  <a:cubicBezTo>
                    <a:pt x="6319" y="1415"/>
                    <a:pt x="4904" y="0"/>
                    <a:pt x="3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84;p44">
              <a:extLst>
                <a:ext uri="{FF2B5EF4-FFF2-40B4-BE49-F238E27FC236}">
                  <a16:creationId xmlns:a16="http://schemas.microsoft.com/office/drawing/2014/main" id="{14964712-D117-68ED-984E-B90C5F08D8DC}"/>
                </a:ext>
              </a:extLst>
            </p:cNvPr>
            <p:cNvSpPr/>
            <p:nvPr/>
          </p:nvSpPr>
          <p:spPr>
            <a:xfrm>
              <a:off x="4974955" y="1993901"/>
              <a:ext cx="121713" cy="17388"/>
            </a:xfrm>
            <a:custGeom>
              <a:avLst/>
              <a:gdLst/>
              <a:ahLst/>
              <a:cxnLst/>
              <a:rect l="l" t="t" r="r" b="b"/>
              <a:pathLst>
                <a:path w="3164" h="452" extrusionOk="0">
                  <a:moveTo>
                    <a:pt x="0" y="0"/>
                  </a:moveTo>
                  <a:lnTo>
                    <a:pt x="0" y="451"/>
                  </a:lnTo>
                  <a:lnTo>
                    <a:pt x="3149" y="451"/>
                  </a:lnTo>
                  <a:cubicBezTo>
                    <a:pt x="3156" y="375"/>
                    <a:pt x="3163" y="305"/>
                    <a:pt x="3163" y="229"/>
                  </a:cubicBezTo>
                  <a:cubicBezTo>
                    <a:pt x="3163" y="153"/>
                    <a:pt x="3156" y="76"/>
                    <a:pt x="3149"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85;p44">
              <a:extLst>
                <a:ext uri="{FF2B5EF4-FFF2-40B4-BE49-F238E27FC236}">
                  <a16:creationId xmlns:a16="http://schemas.microsoft.com/office/drawing/2014/main" id="{F85637FA-6603-43AB-ED5E-9072DC267E0F}"/>
                </a:ext>
              </a:extLst>
            </p:cNvPr>
            <p:cNvSpPr/>
            <p:nvPr/>
          </p:nvSpPr>
          <p:spPr>
            <a:xfrm>
              <a:off x="4905558" y="1933044"/>
              <a:ext cx="139063" cy="139063"/>
            </a:xfrm>
            <a:custGeom>
              <a:avLst/>
              <a:gdLst/>
              <a:ahLst/>
              <a:cxnLst/>
              <a:rect l="l" t="t" r="r" b="b"/>
              <a:pathLst>
                <a:path w="3615" h="3615" extrusionOk="0">
                  <a:moveTo>
                    <a:pt x="1804" y="1"/>
                  </a:moveTo>
                  <a:cubicBezTo>
                    <a:pt x="812" y="1"/>
                    <a:pt x="1" y="812"/>
                    <a:pt x="1" y="1811"/>
                  </a:cubicBezTo>
                  <a:cubicBezTo>
                    <a:pt x="1" y="2803"/>
                    <a:pt x="812" y="3614"/>
                    <a:pt x="1804" y="3614"/>
                  </a:cubicBezTo>
                  <a:cubicBezTo>
                    <a:pt x="2803" y="3614"/>
                    <a:pt x="3615" y="2803"/>
                    <a:pt x="3615" y="1811"/>
                  </a:cubicBezTo>
                  <a:cubicBezTo>
                    <a:pt x="3615" y="812"/>
                    <a:pt x="2803" y="1"/>
                    <a:pt x="18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86;p44">
              <a:extLst>
                <a:ext uri="{FF2B5EF4-FFF2-40B4-BE49-F238E27FC236}">
                  <a16:creationId xmlns:a16="http://schemas.microsoft.com/office/drawing/2014/main" id="{32AAFB4C-9E70-B0C5-A662-53B268BBDF9E}"/>
                </a:ext>
              </a:extLst>
            </p:cNvPr>
            <p:cNvSpPr/>
            <p:nvPr/>
          </p:nvSpPr>
          <p:spPr>
            <a:xfrm>
              <a:off x="4974955" y="1993901"/>
              <a:ext cx="69935" cy="17388"/>
            </a:xfrm>
            <a:custGeom>
              <a:avLst/>
              <a:gdLst/>
              <a:ahLst/>
              <a:cxnLst/>
              <a:rect l="l" t="t" r="r" b="b"/>
              <a:pathLst>
                <a:path w="1818" h="452" extrusionOk="0">
                  <a:moveTo>
                    <a:pt x="0" y="0"/>
                  </a:moveTo>
                  <a:lnTo>
                    <a:pt x="0" y="451"/>
                  </a:lnTo>
                  <a:lnTo>
                    <a:pt x="1797" y="451"/>
                  </a:lnTo>
                  <a:cubicBezTo>
                    <a:pt x="1818" y="305"/>
                    <a:pt x="1818" y="153"/>
                    <a:pt x="1797"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87;p44">
              <a:extLst>
                <a:ext uri="{FF2B5EF4-FFF2-40B4-BE49-F238E27FC236}">
                  <a16:creationId xmlns:a16="http://schemas.microsoft.com/office/drawing/2014/main" id="{EF34EA14-B55F-EDCB-7DD7-508E3CA82ED0}"/>
                </a:ext>
              </a:extLst>
            </p:cNvPr>
            <p:cNvSpPr/>
            <p:nvPr/>
          </p:nvSpPr>
          <p:spPr>
            <a:xfrm>
              <a:off x="4949065" y="1976552"/>
              <a:ext cx="52047" cy="52047"/>
            </a:xfrm>
            <a:custGeom>
              <a:avLst/>
              <a:gdLst/>
              <a:ahLst/>
              <a:cxnLst/>
              <a:rect l="l" t="t" r="r" b="b"/>
              <a:pathLst>
                <a:path w="1353" h="1353" extrusionOk="0">
                  <a:moveTo>
                    <a:pt x="673" y="0"/>
                  </a:moveTo>
                  <a:cubicBezTo>
                    <a:pt x="299" y="0"/>
                    <a:pt x="0" y="306"/>
                    <a:pt x="0" y="680"/>
                  </a:cubicBezTo>
                  <a:cubicBezTo>
                    <a:pt x="0" y="1055"/>
                    <a:pt x="299" y="1353"/>
                    <a:pt x="673" y="1353"/>
                  </a:cubicBezTo>
                  <a:cubicBezTo>
                    <a:pt x="1048" y="1353"/>
                    <a:pt x="1353" y="1055"/>
                    <a:pt x="1353" y="680"/>
                  </a:cubicBezTo>
                  <a:cubicBezTo>
                    <a:pt x="1353" y="306"/>
                    <a:pt x="1048" y="0"/>
                    <a:pt x="6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988;p44">
              <a:extLst>
                <a:ext uri="{FF2B5EF4-FFF2-40B4-BE49-F238E27FC236}">
                  <a16:creationId xmlns:a16="http://schemas.microsoft.com/office/drawing/2014/main" id="{8A10657D-9D8C-E828-D4CC-60EC88599D3F}"/>
                </a:ext>
              </a:extLst>
            </p:cNvPr>
            <p:cNvSpPr/>
            <p:nvPr/>
          </p:nvSpPr>
          <p:spPr>
            <a:xfrm>
              <a:off x="4974955" y="1993901"/>
              <a:ext cx="26697" cy="17388"/>
            </a:xfrm>
            <a:custGeom>
              <a:avLst/>
              <a:gdLst/>
              <a:ahLst/>
              <a:cxnLst/>
              <a:rect l="l" t="t" r="r" b="b"/>
              <a:pathLst>
                <a:path w="694" h="452" extrusionOk="0">
                  <a:moveTo>
                    <a:pt x="0" y="0"/>
                  </a:moveTo>
                  <a:lnTo>
                    <a:pt x="0" y="451"/>
                  </a:lnTo>
                  <a:lnTo>
                    <a:pt x="638" y="451"/>
                  </a:lnTo>
                  <a:cubicBezTo>
                    <a:pt x="694" y="305"/>
                    <a:pt x="694" y="146"/>
                    <a:pt x="638" y="0"/>
                  </a:cubicBez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89;p44">
              <a:extLst>
                <a:ext uri="{FF2B5EF4-FFF2-40B4-BE49-F238E27FC236}">
                  <a16:creationId xmlns:a16="http://schemas.microsoft.com/office/drawing/2014/main" id="{1798C273-39A5-E08C-F963-EEC20A32AC02}"/>
                </a:ext>
              </a:extLst>
            </p:cNvPr>
            <p:cNvSpPr/>
            <p:nvPr/>
          </p:nvSpPr>
          <p:spPr>
            <a:xfrm>
              <a:off x="4962683" y="1952778"/>
              <a:ext cx="62203" cy="58587"/>
            </a:xfrm>
            <a:custGeom>
              <a:avLst/>
              <a:gdLst/>
              <a:ahLst/>
              <a:cxnLst/>
              <a:rect l="l" t="t" r="r" b="b"/>
              <a:pathLst>
                <a:path w="1617" h="1523" extrusionOk="0">
                  <a:moveTo>
                    <a:pt x="1297" y="1"/>
                  </a:moveTo>
                  <a:lnTo>
                    <a:pt x="160" y="1132"/>
                  </a:lnTo>
                  <a:cubicBezTo>
                    <a:pt x="0" y="1296"/>
                    <a:pt x="150" y="1522"/>
                    <a:pt x="323" y="1522"/>
                  </a:cubicBezTo>
                  <a:cubicBezTo>
                    <a:pt x="375" y="1522"/>
                    <a:pt x="430" y="1501"/>
                    <a:pt x="479" y="1451"/>
                  </a:cubicBezTo>
                  <a:lnTo>
                    <a:pt x="1616" y="320"/>
                  </a:lnTo>
                  <a:lnTo>
                    <a:pt x="12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90;p44">
              <a:extLst>
                <a:ext uri="{FF2B5EF4-FFF2-40B4-BE49-F238E27FC236}">
                  <a16:creationId xmlns:a16="http://schemas.microsoft.com/office/drawing/2014/main" id="{61C1E17F-7815-5FCB-52A5-85915C4BD3B5}"/>
                </a:ext>
              </a:extLst>
            </p:cNvPr>
            <p:cNvSpPr/>
            <p:nvPr/>
          </p:nvSpPr>
          <p:spPr>
            <a:xfrm>
              <a:off x="5002421" y="1711506"/>
              <a:ext cx="267315" cy="260814"/>
            </a:xfrm>
            <a:custGeom>
              <a:avLst/>
              <a:gdLst/>
              <a:ahLst/>
              <a:cxnLst/>
              <a:rect l="l" t="t" r="r" b="b"/>
              <a:pathLst>
                <a:path w="6949" h="6780" extrusionOk="0">
                  <a:moveTo>
                    <a:pt x="6625" y="1"/>
                  </a:moveTo>
                  <a:cubicBezTo>
                    <a:pt x="6572" y="1"/>
                    <a:pt x="6516" y="22"/>
                    <a:pt x="6465" y="72"/>
                  </a:cubicBezTo>
                  <a:lnTo>
                    <a:pt x="146" y="6391"/>
                  </a:lnTo>
                  <a:cubicBezTo>
                    <a:pt x="1" y="6537"/>
                    <a:pt x="105" y="6779"/>
                    <a:pt x="306" y="6779"/>
                  </a:cubicBezTo>
                  <a:cubicBezTo>
                    <a:pt x="368" y="6772"/>
                    <a:pt x="424" y="6752"/>
                    <a:pt x="465" y="6710"/>
                  </a:cubicBezTo>
                  <a:lnTo>
                    <a:pt x="6784" y="391"/>
                  </a:lnTo>
                  <a:cubicBezTo>
                    <a:pt x="6949" y="226"/>
                    <a:pt x="6800" y="1"/>
                    <a:pt x="66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996;p44">
            <a:extLst>
              <a:ext uri="{FF2B5EF4-FFF2-40B4-BE49-F238E27FC236}">
                <a16:creationId xmlns:a16="http://schemas.microsoft.com/office/drawing/2014/main" id="{6746B615-45E7-A19B-C65C-2B5A7C0EEC31}"/>
              </a:ext>
            </a:extLst>
          </p:cNvPr>
          <p:cNvGrpSpPr/>
          <p:nvPr/>
        </p:nvGrpSpPr>
        <p:grpSpPr>
          <a:xfrm>
            <a:off x="124195" y="396164"/>
            <a:ext cx="452583" cy="489032"/>
            <a:chOff x="1584879" y="3358081"/>
            <a:chExt cx="452583" cy="489032"/>
          </a:xfrm>
        </p:grpSpPr>
        <p:sp>
          <p:nvSpPr>
            <p:cNvPr id="38" name="Google Shape;997;p44">
              <a:extLst>
                <a:ext uri="{FF2B5EF4-FFF2-40B4-BE49-F238E27FC236}">
                  <a16:creationId xmlns:a16="http://schemas.microsoft.com/office/drawing/2014/main" id="{882B93D9-97BD-9295-4C97-04F011E0FDDE}"/>
                </a:ext>
              </a:extLst>
            </p:cNvPr>
            <p:cNvSpPr/>
            <p:nvPr/>
          </p:nvSpPr>
          <p:spPr>
            <a:xfrm>
              <a:off x="1584879" y="3394562"/>
              <a:ext cx="452582" cy="452551"/>
            </a:xfrm>
            <a:custGeom>
              <a:avLst/>
              <a:gdLst/>
              <a:ahLst/>
              <a:cxnLst/>
              <a:rect l="l" t="t" r="r" b="b"/>
              <a:pathLst>
                <a:path w="20605" h="20605" extrusionOk="0">
                  <a:moveTo>
                    <a:pt x="905" y="0"/>
                  </a:moveTo>
                  <a:cubicBezTo>
                    <a:pt x="400" y="0"/>
                    <a:pt x="1" y="400"/>
                    <a:pt x="1" y="904"/>
                  </a:cubicBezTo>
                  <a:lnTo>
                    <a:pt x="1" y="19700"/>
                  </a:lnTo>
                  <a:cubicBezTo>
                    <a:pt x="1" y="20205"/>
                    <a:pt x="400" y="20604"/>
                    <a:pt x="905" y="20604"/>
                  </a:cubicBezTo>
                  <a:lnTo>
                    <a:pt x="19701" y="20604"/>
                  </a:lnTo>
                  <a:cubicBezTo>
                    <a:pt x="20184" y="20604"/>
                    <a:pt x="20584" y="20205"/>
                    <a:pt x="20605" y="19721"/>
                  </a:cubicBezTo>
                  <a:lnTo>
                    <a:pt x="20605" y="904"/>
                  </a:lnTo>
                  <a:cubicBezTo>
                    <a:pt x="20605" y="400"/>
                    <a:pt x="20184" y="0"/>
                    <a:pt x="19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98;p44">
              <a:extLst>
                <a:ext uri="{FF2B5EF4-FFF2-40B4-BE49-F238E27FC236}">
                  <a16:creationId xmlns:a16="http://schemas.microsoft.com/office/drawing/2014/main" id="{E7D539C9-A89A-6441-73BD-EDC21714329B}"/>
                </a:ext>
              </a:extLst>
            </p:cNvPr>
            <p:cNvSpPr/>
            <p:nvPr/>
          </p:nvSpPr>
          <p:spPr>
            <a:xfrm>
              <a:off x="1986656" y="3394562"/>
              <a:ext cx="50805" cy="452537"/>
            </a:xfrm>
            <a:custGeom>
              <a:avLst/>
              <a:gdLst/>
              <a:ahLst/>
              <a:cxnLst/>
              <a:rect l="l" t="t" r="r" b="b"/>
              <a:pathLst>
                <a:path w="2313" h="20605" extrusionOk="0">
                  <a:moveTo>
                    <a:pt x="0" y="0"/>
                  </a:moveTo>
                  <a:lnTo>
                    <a:pt x="0" y="20604"/>
                  </a:lnTo>
                  <a:lnTo>
                    <a:pt x="1409" y="20604"/>
                  </a:lnTo>
                  <a:cubicBezTo>
                    <a:pt x="1892" y="20604"/>
                    <a:pt x="2313" y="20205"/>
                    <a:pt x="2313" y="19700"/>
                  </a:cubicBezTo>
                  <a:lnTo>
                    <a:pt x="2313" y="904"/>
                  </a:lnTo>
                  <a:cubicBezTo>
                    <a:pt x="2313" y="400"/>
                    <a:pt x="1892" y="0"/>
                    <a:pt x="1409"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999;p44">
              <a:extLst>
                <a:ext uri="{FF2B5EF4-FFF2-40B4-BE49-F238E27FC236}">
                  <a16:creationId xmlns:a16="http://schemas.microsoft.com/office/drawing/2014/main" id="{85E23AC5-DE7F-AB31-A628-26275FD6D371}"/>
                </a:ext>
              </a:extLst>
            </p:cNvPr>
            <p:cNvSpPr/>
            <p:nvPr/>
          </p:nvSpPr>
          <p:spPr>
            <a:xfrm>
              <a:off x="1584879" y="3394562"/>
              <a:ext cx="452582" cy="81747"/>
            </a:xfrm>
            <a:custGeom>
              <a:avLst/>
              <a:gdLst/>
              <a:ahLst/>
              <a:cxnLst/>
              <a:rect l="l" t="t" r="r" b="b"/>
              <a:pathLst>
                <a:path w="20605" h="3722" extrusionOk="0">
                  <a:moveTo>
                    <a:pt x="905" y="0"/>
                  </a:moveTo>
                  <a:cubicBezTo>
                    <a:pt x="400" y="0"/>
                    <a:pt x="1" y="400"/>
                    <a:pt x="1" y="904"/>
                  </a:cubicBezTo>
                  <a:lnTo>
                    <a:pt x="1" y="3721"/>
                  </a:lnTo>
                  <a:lnTo>
                    <a:pt x="20605" y="3721"/>
                  </a:lnTo>
                  <a:lnTo>
                    <a:pt x="20605" y="904"/>
                  </a:lnTo>
                  <a:cubicBezTo>
                    <a:pt x="20605" y="400"/>
                    <a:pt x="20184" y="0"/>
                    <a:pt x="197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00;p44">
              <a:extLst>
                <a:ext uri="{FF2B5EF4-FFF2-40B4-BE49-F238E27FC236}">
                  <a16:creationId xmlns:a16="http://schemas.microsoft.com/office/drawing/2014/main" id="{DCF03128-6B92-0427-D5F9-57BC28F15F02}"/>
                </a:ext>
              </a:extLst>
            </p:cNvPr>
            <p:cNvSpPr/>
            <p:nvPr/>
          </p:nvSpPr>
          <p:spPr>
            <a:xfrm>
              <a:off x="1986656" y="3394562"/>
              <a:ext cx="50804" cy="81747"/>
            </a:xfrm>
            <a:custGeom>
              <a:avLst/>
              <a:gdLst/>
              <a:ahLst/>
              <a:cxnLst/>
              <a:rect l="l" t="t" r="r" b="b"/>
              <a:pathLst>
                <a:path w="2313" h="3722" extrusionOk="0">
                  <a:moveTo>
                    <a:pt x="0" y="0"/>
                  </a:moveTo>
                  <a:lnTo>
                    <a:pt x="0" y="3721"/>
                  </a:lnTo>
                  <a:lnTo>
                    <a:pt x="2313" y="3721"/>
                  </a:lnTo>
                  <a:lnTo>
                    <a:pt x="2313" y="904"/>
                  </a:lnTo>
                  <a:cubicBezTo>
                    <a:pt x="2313" y="400"/>
                    <a:pt x="1892" y="0"/>
                    <a:pt x="1409"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001;p44">
              <a:extLst>
                <a:ext uri="{FF2B5EF4-FFF2-40B4-BE49-F238E27FC236}">
                  <a16:creationId xmlns:a16="http://schemas.microsoft.com/office/drawing/2014/main" id="{5A7277D6-101F-DF3E-A570-D7FBD5CA6C04}"/>
                </a:ext>
              </a:extLst>
            </p:cNvPr>
            <p:cNvSpPr/>
            <p:nvPr/>
          </p:nvSpPr>
          <p:spPr>
            <a:xfrm>
              <a:off x="1631531" y="3358081"/>
              <a:ext cx="42040" cy="72984"/>
            </a:xfrm>
            <a:custGeom>
              <a:avLst/>
              <a:gdLst/>
              <a:ahLst/>
              <a:cxnLst/>
              <a:rect l="l" t="t" r="r" b="b"/>
              <a:pathLst>
                <a:path w="1914" h="3323" extrusionOk="0">
                  <a:moveTo>
                    <a:pt x="968" y="0"/>
                  </a:moveTo>
                  <a:cubicBezTo>
                    <a:pt x="442" y="0"/>
                    <a:pt x="0" y="442"/>
                    <a:pt x="0" y="967"/>
                  </a:cubicBezTo>
                  <a:lnTo>
                    <a:pt x="0" y="2376"/>
                  </a:lnTo>
                  <a:cubicBezTo>
                    <a:pt x="0" y="2902"/>
                    <a:pt x="442" y="3322"/>
                    <a:pt x="968" y="3322"/>
                  </a:cubicBezTo>
                  <a:cubicBezTo>
                    <a:pt x="1472" y="3322"/>
                    <a:pt x="1914" y="2902"/>
                    <a:pt x="1914" y="2376"/>
                  </a:cubicBezTo>
                  <a:lnTo>
                    <a:pt x="1914" y="967"/>
                  </a:lnTo>
                  <a:cubicBezTo>
                    <a:pt x="1914" y="442"/>
                    <a:pt x="1472" y="0"/>
                    <a:pt x="96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02;p44">
              <a:extLst>
                <a:ext uri="{FF2B5EF4-FFF2-40B4-BE49-F238E27FC236}">
                  <a16:creationId xmlns:a16="http://schemas.microsoft.com/office/drawing/2014/main" id="{2BF1C356-1179-5EBF-2246-3B08A185DB93}"/>
                </a:ext>
              </a:extLst>
            </p:cNvPr>
            <p:cNvSpPr/>
            <p:nvPr/>
          </p:nvSpPr>
          <p:spPr>
            <a:xfrm>
              <a:off x="1737269" y="3358081"/>
              <a:ext cx="41601" cy="72984"/>
            </a:xfrm>
            <a:custGeom>
              <a:avLst/>
              <a:gdLst/>
              <a:ahLst/>
              <a:cxnLst/>
              <a:rect l="l" t="t" r="r" b="b"/>
              <a:pathLst>
                <a:path w="1894" h="3323" extrusionOk="0">
                  <a:moveTo>
                    <a:pt x="947" y="0"/>
                  </a:moveTo>
                  <a:cubicBezTo>
                    <a:pt x="421" y="0"/>
                    <a:pt x="1" y="442"/>
                    <a:pt x="1" y="967"/>
                  </a:cubicBezTo>
                  <a:lnTo>
                    <a:pt x="1" y="2376"/>
                  </a:lnTo>
                  <a:cubicBezTo>
                    <a:pt x="1" y="2902"/>
                    <a:pt x="421" y="3322"/>
                    <a:pt x="947" y="3322"/>
                  </a:cubicBezTo>
                  <a:cubicBezTo>
                    <a:pt x="1473" y="3322"/>
                    <a:pt x="1893" y="2902"/>
                    <a:pt x="1893" y="2376"/>
                  </a:cubicBezTo>
                  <a:lnTo>
                    <a:pt x="1893" y="967"/>
                  </a:lnTo>
                  <a:cubicBezTo>
                    <a:pt x="1893" y="442"/>
                    <a:pt x="1473" y="0"/>
                    <a:pt x="94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03;p44">
              <a:extLst>
                <a:ext uri="{FF2B5EF4-FFF2-40B4-BE49-F238E27FC236}">
                  <a16:creationId xmlns:a16="http://schemas.microsoft.com/office/drawing/2014/main" id="{798BDDEB-44AB-5157-3BE6-7E963617B7CF}"/>
                </a:ext>
              </a:extLst>
            </p:cNvPr>
            <p:cNvSpPr/>
            <p:nvPr/>
          </p:nvSpPr>
          <p:spPr>
            <a:xfrm>
              <a:off x="1843029" y="3358081"/>
              <a:ext cx="41579" cy="72984"/>
            </a:xfrm>
            <a:custGeom>
              <a:avLst/>
              <a:gdLst/>
              <a:ahLst/>
              <a:cxnLst/>
              <a:rect l="l" t="t" r="r" b="b"/>
              <a:pathLst>
                <a:path w="1893" h="3323" extrusionOk="0">
                  <a:moveTo>
                    <a:pt x="947" y="0"/>
                  </a:moveTo>
                  <a:cubicBezTo>
                    <a:pt x="421" y="0"/>
                    <a:pt x="1" y="442"/>
                    <a:pt x="1" y="967"/>
                  </a:cubicBezTo>
                  <a:lnTo>
                    <a:pt x="1" y="2376"/>
                  </a:lnTo>
                  <a:cubicBezTo>
                    <a:pt x="1" y="2902"/>
                    <a:pt x="421" y="3322"/>
                    <a:pt x="947" y="3322"/>
                  </a:cubicBezTo>
                  <a:cubicBezTo>
                    <a:pt x="1472" y="3322"/>
                    <a:pt x="1893" y="2902"/>
                    <a:pt x="1893" y="2376"/>
                  </a:cubicBezTo>
                  <a:lnTo>
                    <a:pt x="1893" y="967"/>
                  </a:lnTo>
                  <a:cubicBezTo>
                    <a:pt x="1893" y="442"/>
                    <a:pt x="1472" y="0"/>
                    <a:pt x="94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04;p44">
              <a:extLst>
                <a:ext uri="{FF2B5EF4-FFF2-40B4-BE49-F238E27FC236}">
                  <a16:creationId xmlns:a16="http://schemas.microsoft.com/office/drawing/2014/main" id="{4B7057DA-88B7-F364-0FD5-27A04B4404E3}"/>
                </a:ext>
              </a:extLst>
            </p:cNvPr>
            <p:cNvSpPr/>
            <p:nvPr/>
          </p:nvSpPr>
          <p:spPr>
            <a:xfrm>
              <a:off x="1948328" y="3358081"/>
              <a:ext cx="42040" cy="72984"/>
            </a:xfrm>
            <a:custGeom>
              <a:avLst/>
              <a:gdLst/>
              <a:ahLst/>
              <a:cxnLst/>
              <a:rect l="l" t="t" r="r" b="b"/>
              <a:pathLst>
                <a:path w="1914" h="3323" extrusionOk="0">
                  <a:moveTo>
                    <a:pt x="967" y="0"/>
                  </a:moveTo>
                  <a:cubicBezTo>
                    <a:pt x="442" y="0"/>
                    <a:pt x="0" y="442"/>
                    <a:pt x="0" y="967"/>
                  </a:cubicBezTo>
                  <a:lnTo>
                    <a:pt x="0" y="2376"/>
                  </a:lnTo>
                  <a:cubicBezTo>
                    <a:pt x="0" y="2902"/>
                    <a:pt x="442" y="3322"/>
                    <a:pt x="967" y="3322"/>
                  </a:cubicBezTo>
                  <a:cubicBezTo>
                    <a:pt x="1493" y="3322"/>
                    <a:pt x="1913" y="2902"/>
                    <a:pt x="1913" y="2376"/>
                  </a:cubicBezTo>
                  <a:lnTo>
                    <a:pt x="1913" y="967"/>
                  </a:lnTo>
                  <a:cubicBezTo>
                    <a:pt x="1913" y="442"/>
                    <a:pt x="1493" y="0"/>
                    <a:pt x="9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1005;p44">
            <a:extLst>
              <a:ext uri="{FF2B5EF4-FFF2-40B4-BE49-F238E27FC236}">
                <a16:creationId xmlns:a16="http://schemas.microsoft.com/office/drawing/2014/main" id="{9B6F2882-3078-3300-92D1-A62E448D94E4}"/>
              </a:ext>
            </a:extLst>
          </p:cNvPr>
          <p:cNvGrpSpPr/>
          <p:nvPr/>
        </p:nvGrpSpPr>
        <p:grpSpPr>
          <a:xfrm>
            <a:off x="89935" y="1880807"/>
            <a:ext cx="491175" cy="452170"/>
            <a:chOff x="4776877" y="3385679"/>
            <a:chExt cx="491175" cy="452170"/>
          </a:xfrm>
        </p:grpSpPr>
        <p:sp>
          <p:nvSpPr>
            <p:cNvPr id="47" name="Google Shape;1006;p44">
              <a:extLst>
                <a:ext uri="{FF2B5EF4-FFF2-40B4-BE49-F238E27FC236}">
                  <a16:creationId xmlns:a16="http://schemas.microsoft.com/office/drawing/2014/main" id="{CB31F5E6-FD4E-990A-9289-4C24907552AF}"/>
                </a:ext>
              </a:extLst>
            </p:cNvPr>
            <p:cNvSpPr/>
            <p:nvPr/>
          </p:nvSpPr>
          <p:spPr>
            <a:xfrm>
              <a:off x="4788567" y="3666530"/>
              <a:ext cx="32595" cy="73672"/>
            </a:xfrm>
            <a:custGeom>
              <a:avLst/>
              <a:gdLst/>
              <a:ahLst/>
              <a:cxnLst/>
              <a:rect l="l" t="t" r="r" b="b"/>
              <a:pathLst>
                <a:path w="987" h="2231" extrusionOk="0">
                  <a:moveTo>
                    <a:pt x="604" y="1"/>
                  </a:moveTo>
                  <a:lnTo>
                    <a:pt x="1" y="2231"/>
                  </a:lnTo>
                  <a:lnTo>
                    <a:pt x="374" y="2231"/>
                  </a:lnTo>
                  <a:lnTo>
                    <a:pt x="986" y="1"/>
                  </a:lnTo>
                  <a:close/>
                </a:path>
              </a:pathLst>
            </a:custGeom>
            <a:solidFill>
              <a:srgbClr val="829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07;p44">
              <a:extLst>
                <a:ext uri="{FF2B5EF4-FFF2-40B4-BE49-F238E27FC236}">
                  <a16:creationId xmlns:a16="http://schemas.microsoft.com/office/drawing/2014/main" id="{EC0FC315-5303-7F9F-4723-3FF338F27F2C}"/>
                </a:ext>
              </a:extLst>
            </p:cNvPr>
            <p:cNvSpPr/>
            <p:nvPr/>
          </p:nvSpPr>
          <p:spPr>
            <a:xfrm>
              <a:off x="4823639" y="3521795"/>
              <a:ext cx="128994" cy="130866"/>
            </a:xfrm>
            <a:custGeom>
              <a:avLst/>
              <a:gdLst/>
              <a:ahLst/>
              <a:cxnLst/>
              <a:rect l="l" t="t" r="r" b="b"/>
              <a:pathLst>
                <a:path w="3906" h="3963" extrusionOk="0">
                  <a:moveTo>
                    <a:pt x="633" y="1"/>
                  </a:moveTo>
                  <a:lnTo>
                    <a:pt x="671" y="508"/>
                  </a:lnTo>
                  <a:cubicBezTo>
                    <a:pt x="709" y="958"/>
                    <a:pt x="700" y="1924"/>
                    <a:pt x="211" y="3341"/>
                  </a:cubicBezTo>
                  <a:lnTo>
                    <a:pt x="1" y="3963"/>
                  </a:lnTo>
                  <a:lnTo>
                    <a:pt x="3906" y="3963"/>
                  </a:lnTo>
                  <a:lnTo>
                    <a:pt x="3695" y="3341"/>
                  </a:lnTo>
                  <a:cubicBezTo>
                    <a:pt x="3207" y="1924"/>
                    <a:pt x="3197" y="958"/>
                    <a:pt x="3236" y="508"/>
                  </a:cubicBezTo>
                  <a:lnTo>
                    <a:pt x="327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08;p44">
              <a:extLst>
                <a:ext uri="{FF2B5EF4-FFF2-40B4-BE49-F238E27FC236}">
                  <a16:creationId xmlns:a16="http://schemas.microsoft.com/office/drawing/2014/main" id="{D364606F-AF1E-3490-EDEF-CE936BB7FA0A}"/>
                </a:ext>
              </a:extLst>
            </p:cNvPr>
            <p:cNvSpPr/>
            <p:nvPr/>
          </p:nvSpPr>
          <p:spPr>
            <a:xfrm>
              <a:off x="4823639" y="3521795"/>
              <a:ext cx="34808" cy="130866"/>
            </a:xfrm>
            <a:custGeom>
              <a:avLst/>
              <a:gdLst/>
              <a:ahLst/>
              <a:cxnLst/>
              <a:rect l="l" t="t" r="r" b="b"/>
              <a:pathLst>
                <a:path w="1054" h="3963" extrusionOk="0">
                  <a:moveTo>
                    <a:pt x="633" y="1"/>
                  </a:moveTo>
                  <a:lnTo>
                    <a:pt x="671" y="508"/>
                  </a:lnTo>
                  <a:cubicBezTo>
                    <a:pt x="709" y="958"/>
                    <a:pt x="690" y="1924"/>
                    <a:pt x="211" y="3341"/>
                  </a:cubicBezTo>
                  <a:lnTo>
                    <a:pt x="1" y="3963"/>
                  </a:lnTo>
                  <a:lnTo>
                    <a:pt x="345" y="3963"/>
                  </a:lnTo>
                  <a:lnTo>
                    <a:pt x="556" y="3341"/>
                  </a:lnTo>
                  <a:cubicBezTo>
                    <a:pt x="1034" y="1924"/>
                    <a:pt x="1054" y="958"/>
                    <a:pt x="1015" y="508"/>
                  </a:cubicBez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09;p44">
              <a:extLst>
                <a:ext uri="{FF2B5EF4-FFF2-40B4-BE49-F238E27FC236}">
                  <a16:creationId xmlns:a16="http://schemas.microsoft.com/office/drawing/2014/main" id="{151D386C-E7B9-C1C7-9A2F-99E4667F3B34}"/>
                </a:ext>
              </a:extLst>
            </p:cNvPr>
            <p:cNvSpPr/>
            <p:nvPr/>
          </p:nvSpPr>
          <p:spPr>
            <a:xfrm>
              <a:off x="4816704" y="3635556"/>
              <a:ext cx="143195" cy="48080"/>
            </a:xfrm>
            <a:custGeom>
              <a:avLst/>
              <a:gdLst/>
              <a:ahLst/>
              <a:cxnLst/>
              <a:rect l="l" t="t" r="r" b="b"/>
              <a:pathLst>
                <a:path w="4336" h="1456" extrusionOk="0">
                  <a:moveTo>
                    <a:pt x="287" y="1"/>
                  </a:moveTo>
                  <a:cubicBezTo>
                    <a:pt x="268" y="1"/>
                    <a:pt x="249" y="11"/>
                    <a:pt x="240" y="39"/>
                  </a:cubicBezTo>
                  <a:lnTo>
                    <a:pt x="0" y="1398"/>
                  </a:lnTo>
                  <a:cubicBezTo>
                    <a:pt x="0" y="1427"/>
                    <a:pt x="19" y="1456"/>
                    <a:pt x="48" y="1456"/>
                  </a:cubicBezTo>
                  <a:lnTo>
                    <a:pt x="4278" y="1456"/>
                  </a:lnTo>
                  <a:cubicBezTo>
                    <a:pt x="4307" y="1456"/>
                    <a:pt x="4336" y="1427"/>
                    <a:pt x="4326" y="1398"/>
                  </a:cubicBezTo>
                  <a:lnTo>
                    <a:pt x="4087" y="39"/>
                  </a:lnTo>
                  <a:cubicBezTo>
                    <a:pt x="4077" y="11"/>
                    <a:pt x="4058" y="1"/>
                    <a:pt x="4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010;p44">
              <a:extLst>
                <a:ext uri="{FF2B5EF4-FFF2-40B4-BE49-F238E27FC236}">
                  <a16:creationId xmlns:a16="http://schemas.microsoft.com/office/drawing/2014/main" id="{8070D47C-4CCB-4338-C0F6-62B137622017}"/>
                </a:ext>
              </a:extLst>
            </p:cNvPr>
            <p:cNvSpPr/>
            <p:nvPr/>
          </p:nvSpPr>
          <p:spPr>
            <a:xfrm>
              <a:off x="4776877" y="3738485"/>
              <a:ext cx="185862" cy="33649"/>
            </a:xfrm>
            <a:custGeom>
              <a:avLst/>
              <a:gdLst/>
              <a:ahLst/>
              <a:cxnLst/>
              <a:rect l="l" t="t" r="r" b="b"/>
              <a:pathLst>
                <a:path w="5628" h="1019" extrusionOk="0">
                  <a:moveTo>
                    <a:pt x="5593" y="0"/>
                  </a:moveTo>
                  <a:cubicBezTo>
                    <a:pt x="5590" y="0"/>
                    <a:pt x="5585" y="1"/>
                    <a:pt x="5580" y="4"/>
                  </a:cubicBezTo>
                  <a:lnTo>
                    <a:pt x="48" y="4"/>
                  </a:lnTo>
                  <a:cubicBezTo>
                    <a:pt x="20" y="4"/>
                    <a:pt x="0" y="23"/>
                    <a:pt x="0" y="42"/>
                  </a:cubicBezTo>
                  <a:lnTo>
                    <a:pt x="0" y="970"/>
                  </a:lnTo>
                  <a:cubicBezTo>
                    <a:pt x="0" y="999"/>
                    <a:pt x="20" y="1018"/>
                    <a:pt x="48" y="1018"/>
                  </a:cubicBezTo>
                  <a:lnTo>
                    <a:pt x="5207" y="1018"/>
                  </a:lnTo>
                  <a:cubicBezTo>
                    <a:pt x="5226" y="1018"/>
                    <a:pt x="5245" y="1009"/>
                    <a:pt x="5255" y="990"/>
                  </a:cubicBezTo>
                  <a:lnTo>
                    <a:pt x="5628" y="61"/>
                  </a:lnTo>
                  <a:cubicBezTo>
                    <a:pt x="5628" y="52"/>
                    <a:pt x="5628" y="33"/>
                    <a:pt x="5618" y="23"/>
                  </a:cubicBezTo>
                  <a:cubicBezTo>
                    <a:pt x="5611" y="9"/>
                    <a:pt x="5604" y="0"/>
                    <a:pt x="55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11;p44">
              <a:extLst>
                <a:ext uri="{FF2B5EF4-FFF2-40B4-BE49-F238E27FC236}">
                  <a16:creationId xmlns:a16="http://schemas.microsoft.com/office/drawing/2014/main" id="{8250C6AB-5E20-27A3-A8AE-50A93894DE16}"/>
                </a:ext>
              </a:extLst>
            </p:cNvPr>
            <p:cNvSpPr/>
            <p:nvPr/>
          </p:nvSpPr>
          <p:spPr>
            <a:xfrm>
              <a:off x="4788567" y="3666530"/>
              <a:ext cx="191245" cy="73672"/>
            </a:xfrm>
            <a:custGeom>
              <a:avLst/>
              <a:gdLst/>
              <a:ahLst/>
              <a:cxnLst/>
              <a:rect l="l" t="t" r="r" b="b"/>
              <a:pathLst>
                <a:path w="5791" h="2231" extrusionOk="0">
                  <a:moveTo>
                    <a:pt x="604" y="1"/>
                  </a:moveTo>
                  <a:lnTo>
                    <a:pt x="1" y="2231"/>
                  </a:lnTo>
                  <a:lnTo>
                    <a:pt x="5484" y="2231"/>
                  </a:lnTo>
                  <a:lnTo>
                    <a:pt x="5628" y="1456"/>
                  </a:lnTo>
                  <a:lnTo>
                    <a:pt x="5791" y="1312"/>
                  </a:lnTo>
                  <a:lnTo>
                    <a:pt x="5704" y="1025"/>
                  </a:lnTo>
                  <a:lnTo>
                    <a:pt x="54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12;p44">
              <a:extLst>
                <a:ext uri="{FF2B5EF4-FFF2-40B4-BE49-F238E27FC236}">
                  <a16:creationId xmlns:a16="http://schemas.microsoft.com/office/drawing/2014/main" id="{1FDD33EE-FD79-3967-F08D-030D1C6E586F}"/>
                </a:ext>
              </a:extLst>
            </p:cNvPr>
            <p:cNvSpPr/>
            <p:nvPr/>
          </p:nvSpPr>
          <p:spPr>
            <a:xfrm>
              <a:off x="4817662" y="3385679"/>
              <a:ext cx="140982" cy="151637"/>
            </a:xfrm>
            <a:custGeom>
              <a:avLst/>
              <a:gdLst/>
              <a:ahLst/>
              <a:cxnLst/>
              <a:rect l="l" t="t" r="r" b="b"/>
              <a:pathLst>
                <a:path w="4269" h="4592" extrusionOk="0">
                  <a:moveTo>
                    <a:pt x="2133" y="0"/>
                  </a:moveTo>
                  <a:cubicBezTo>
                    <a:pt x="2003" y="0"/>
                    <a:pt x="1871" y="70"/>
                    <a:pt x="1895" y="208"/>
                  </a:cubicBezTo>
                  <a:lnTo>
                    <a:pt x="1895" y="792"/>
                  </a:lnTo>
                  <a:cubicBezTo>
                    <a:pt x="756" y="945"/>
                    <a:pt x="86" y="2161"/>
                    <a:pt x="565" y="3204"/>
                  </a:cubicBezTo>
                  <a:lnTo>
                    <a:pt x="546" y="3204"/>
                  </a:lnTo>
                  <a:cubicBezTo>
                    <a:pt x="239" y="3204"/>
                    <a:pt x="0" y="3453"/>
                    <a:pt x="0" y="3749"/>
                  </a:cubicBezTo>
                  <a:lnTo>
                    <a:pt x="0" y="4046"/>
                  </a:lnTo>
                  <a:cubicBezTo>
                    <a:pt x="0" y="4343"/>
                    <a:pt x="239" y="4592"/>
                    <a:pt x="546" y="4592"/>
                  </a:cubicBezTo>
                  <a:lnTo>
                    <a:pt x="3723" y="4592"/>
                  </a:lnTo>
                  <a:cubicBezTo>
                    <a:pt x="4020" y="4592"/>
                    <a:pt x="4268" y="4343"/>
                    <a:pt x="4268" y="4046"/>
                  </a:cubicBezTo>
                  <a:lnTo>
                    <a:pt x="4268" y="3749"/>
                  </a:lnTo>
                  <a:cubicBezTo>
                    <a:pt x="4268" y="3453"/>
                    <a:pt x="4020" y="3204"/>
                    <a:pt x="3723" y="3204"/>
                  </a:cubicBezTo>
                  <a:lnTo>
                    <a:pt x="3704" y="3204"/>
                  </a:lnTo>
                  <a:cubicBezTo>
                    <a:pt x="4173" y="2161"/>
                    <a:pt x="3512" y="945"/>
                    <a:pt x="2364" y="792"/>
                  </a:cubicBezTo>
                  <a:lnTo>
                    <a:pt x="2364" y="208"/>
                  </a:lnTo>
                  <a:cubicBezTo>
                    <a:pt x="2393" y="70"/>
                    <a:pt x="2263" y="0"/>
                    <a:pt x="2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13;p44">
              <a:extLst>
                <a:ext uri="{FF2B5EF4-FFF2-40B4-BE49-F238E27FC236}">
                  <a16:creationId xmlns:a16="http://schemas.microsoft.com/office/drawing/2014/main" id="{260CDD71-CA75-CFDE-3803-1BB50BF1A937}"/>
                </a:ext>
              </a:extLst>
            </p:cNvPr>
            <p:cNvSpPr/>
            <p:nvPr/>
          </p:nvSpPr>
          <p:spPr>
            <a:xfrm>
              <a:off x="4817662" y="3411832"/>
              <a:ext cx="62582" cy="125483"/>
            </a:xfrm>
            <a:custGeom>
              <a:avLst/>
              <a:gdLst/>
              <a:ahLst/>
              <a:cxnLst/>
              <a:rect l="l" t="t" r="r" b="b"/>
              <a:pathLst>
                <a:path w="1895" h="3800" extrusionOk="0">
                  <a:moveTo>
                    <a:pt x="1895" y="0"/>
                  </a:moveTo>
                  <a:lnTo>
                    <a:pt x="1895" y="0"/>
                  </a:lnTo>
                  <a:cubicBezTo>
                    <a:pt x="756" y="163"/>
                    <a:pt x="86" y="1369"/>
                    <a:pt x="565" y="2421"/>
                  </a:cubicBezTo>
                  <a:lnTo>
                    <a:pt x="546" y="2421"/>
                  </a:lnTo>
                  <a:cubicBezTo>
                    <a:pt x="239" y="2421"/>
                    <a:pt x="0" y="2661"/>
                    <a:pt x="0" y="2957"/>
                  </a:cubicBezTo>
                  <a:lnTo>
                    <a:pt x="0" y="3254"/>
                  </a:lnTo>
                  <a:cubicBezTo>
                    <a:pt x="0" y="3551"/>
                    <a:pt x="239" y="3800"/>
                    <a:pt x="546" y="3800"/>
                  </a:cubicBezTo>
                  <a:lnTo>
                    <a:pt x="890" y="3800"/>
                  </a:lnTo>
                  <a:cubicBezTo>
                    <a:pt x="584" y="3800"/>
                    <a:pt x="345" y="3551"/>
                    <a:pt x="345" y="3254"/>
                  </a:cubicBezTo>
                  <a:lnTo>
                    <a:pt x="345" y="2957"/>
                  </a:lnTo>
                  <a:cubicBezTo>
                    <a:pt x="345" y="2661"/>
                    <a:pt x="584" y="2421"/>
                    <a:pt x="890" y="2421"/>
                  </a:cubicBezTo>
                  <a:lnTo>
                    <a:pt x="909" y="2421"/>
                  </a:lnTo>
                  <a:cubicBezTo>
                    <a:pt x="718" y="1991"/>
                    <a:pt x="708" y="1512"/>
                    <a:pt x="871" y="1082"/>
                  </a:cubicBezTo>
                  <a:cubicBezTo>
                    <a:pt x="1005" y="689"/>
                    <a:pt x="1302" y="287"/>
                    <a:pt x="18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14;p44">
              <a:extLst>
                <a:ext uri="{FF2B5EF4-FFF2-40B4-BE49-F238E27FC236}">
                  <a16:creationId xmlns:a16="http://schemas.microsoft.com/office/drawing/2014/main" id="{CF228BE3-3C11-6084-71BF-195CA8432065}"/>
                </a:ext>
              </a:extLst>
            </p:cNvPr>
            <p:cNvSpPr/>
            <p:nvPr/>
          </p:nvSpPr>
          <p:spPr>
            <a:xfrm>
              <a:off x="4822715" y="3491448"/>
              <a:ext cx="89794" cy="20441"/>
            </a:xfrm>
            <a:custGeom>
              <a:avLst/>
              <a:gdLst/>
              <a:ahLst/>
              <a:cxnLst/>
              <a:rect l="l" t="t" r="r" b="b"/>
              <a:pathLst>
                <a:path w="2719" h="619" extrusionOk="0">
                  <a:moveTo>
                    <a:pt x="431" y="1"/>
                  </a:moveTo>
                  <a:cubicBezTo>
                    <a:pt x="364" y="1"/>
                    <a:pt x="316" y="30"/>
                    <a:pt x="287" y="87"/>
                  </a:cubicBezTo>
                  <a:lnTo>
                    <a:pt x="144" y="116"/>
                  </a:lnTo>
                  <a:cubicBezTo>
                    <a:pt x="67" y="135"/>
                    <a:pt x="0" y="307"/>
                    <a:pt x="0" y="326"/>
                  </a:cubicBezTo>
                  <a:cubicBezTo>
                    <a:pt x="0" y="349"/>
                    <a:pt x="94" y="618"/>
                    <a:pt x="153" y="618"/>
                  </a:cubicBezTo>
                  <a:cubicBezTo>
                    <a:pt x="170" y="618"/>
                    <a:pt x="183" y="598"/>
                    <a:pt x="192" y="546"/>
                  </a:cubicBezTo>
                  <a:cubicBezTo>
                    <a:pt x="201" y="422"/>
                    <a:pt x="306" y="326"/>
                    <a:pt x="440" y="326"/>
                  </a:cubicBezTo>
                  <a:lnTo>
                    <a:pt x="2498" y="326"/>
                  </a:lnTo>
                  <a:cubicBezTo>
                    <a:pt x="2718" y="326"/>
                    <a:pt x="2718" y="1"/>
                    <a:pt x="2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015;p44">
              <a:extLst>
                <a:ext uri="{FF2B5EF4-FFF2-40B4-BE49-F238E27FC236}">
                  <a16:creationId xmlns:a16="http://schemas.microsoft.com/office/drawing/2014/main" id="{BDAF17DA-F58B-03C5-4821-F33FC236D944}"/>
                </a:ext>
              </a:extLst>
            </p:cNvPr>
            <p:cNvSpPr/>
            <p:nvPr/>
          </p:nvSpPr>
          <p:spPr>
            <a:xfrm>
              <a:off x="5092625" y="3521795"/>
              <a:ext cx="128664" cy="130866"/>
            </a:xfrm>
            <a:custGeom>
              <a:avLst/>
              <a:gdLst/>
              <a:ahLst/>
              <a:cxnLst/>
              <a:rect l="l" t="t" r="r" b="b"/>
              <a:pathLst>
                <a:path w="3896" h="3963" extrusionOk="0">
                  <a:moveTo>
                    <a:pt x="632" y="1"/>
                  </a:moveTo>
                  <a:lnTo>
                    <a:pt x="670" y="508"/>
                  </a:lnTo>
                  <a:cubicBezTo>
                    <a:pt x="708" y="958"/>
                    <a:pt x="689" y="1924"/>
                    <a:pt x="211" y="3341"/>
                  </a:cubicBezTo>
                  <a:lnTo>
                    <a:pt x="0" y="3963"/>
                  </a:lnTo>
                  <a:lnTo>
                    <a:pt x="3895" y="3963"/>
                  </a:lnTo>
                  <a:lnTo>
                    <a:pt x="3685" y="3341"/>
                  </a:lnTo>
                  <a:cubicBezTo>
                    <a:pt x="3206" y="1924"/>
                    <a:pt x="3187" y="958"/>
                    <a:pt x="3225" y="508"/>
                  </a:cubicBezTo>
                  <a:lnTo>
                    <a:pt x="32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16;p44">
              <a:extLst>
                <a:ext uri="{FF2B5EF4-FFF2-40B4-BE49-F238E27FC236}">
                  <a16:creationId xmlns:a16="http://schemas.microsoft.com/office/drawing/2014/main" id="{E162790C-79F8-EC55-4AA9-77B5184D78D0}"/>
                </a:ext>
              </a:extLst>
            </p:cNvPr>
            <p:cNvSpPr/>
            <p:nvPr/>
          </p:nvSpPr>
          <p:spPr>
            <a:xfrm>
              <a:off x="5092625" y="3521795"/>
              <a:ext cx="34478" cy="130866"/>
            </a:xfrm>
            <a:custGeom>
              <a:avLst/>
              <a:gdLst/>
              <a:ahLst/>
              <a:cxnLst/>
              <a:rect l="l" t="t" r="r" b="b"/>
              <a:pathLst>
                <a:path w="1044" h="3963" extrusionOk="0">
                  <a:moveTo>
                    <a:pt x="632" y="1"/>
                  </a:moveTo>
                  <a:lnTo>
                    <a:pt x="670" y="508"/>
                  </a:lnTo>
                  <a:cubicBezTo>
                    <a:pt x="708" y="958"/>
                    <a:pt x="689" y="1924"/>
                    <a:pt x="211" y="3341"/>
                  </a:cubicBezTo>
                  <a:lnTo>
                    <a:pt x="0" y="3963"/>
                  </a:lnTo>
                  <a:lnTo>
                    <a:pt x="345" y="3963"/>
                  </a:lnTo>
                  <a:lnTo>
                    <a:pt x="555" y="3341"/>
                  </a:lnTo>
                  <a:cubicBezTo>
                    <a:pt x="1034" y="1924"/>
                    <a:pt x="1043" y="958"/>
                    <a:pt x="1005" y="508"/>
                  </a:cubicBezTo>
                  <a:lnTo>
                    <a:pt x="9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017;p44">
              <a:extLst>
                <a:ext uri="{FF2B5EF4-FFF2-40B4-BE49-F238E27FC236}">
                  <a16:creationId xmlns:a16="http://schemas.microsoft.com/office/drawing/2014/main" id="{4EF8EAE0-F53C-F69F-916E-E886FF951F96}"/>
                </a:ext>
              </a:extLst>
            </p:cNvPr>
            <p:cNvSpPr/>
            <p:nvPr/>
          </p:nvSpPr>
          <p:spPr>
            <a:xfrm>
              <a:off x="5085359" y="3635556"/>
              <a:ext cx="143195" cy="48080"/>
            </a:xfrm>
            <a:custGeom>
              <a:avLst/>
              <a:gdLst/>
              <a:ahLst/>
              <a:cxnLst/>
              <a:rect l="l" t="t" r="r" b="b"/>
              <a:pathLst>
                <a:path w="4336" h="1456" extrusionOk="0">
                  <a:moveTo>
                    <a:pt x="287" y="1"/>
                  </a:moveTo>
                  <a:cubicBezTo>
                    <a:pt x="268" y="1"/>
                    <a:pt x="249" y="11"/>
                    <a:pt x="249" y="39"/>
                  </a:cubicBezTo>
                  <a:lnTo>
                    <a:pt x="10" y="1398"/>
                  </a:lnTo>
                  <a:cubicBezTo>
                    <a:pt x="0" y="1427"/>
                    <a:pt x="19" y="1456"/>
                    <a:pt x="48" y="1456"/>
                  </a:cubicBezTo>
                  <a:lnTo>
                    <a:pt x="4278" y="1456"/>
                  </a:lnTo>
                  <a:cubicBezTo>
                    <a:pt x="4307" y="1456"/>
                    <a:pt x="4335" y="1427"/>
                    <a:pt x="4326" y="1398"/>
                  </a:cubicBezTo>
                  <a:lnTo>
                    <a:pt x="4087" y="39"/>
                  </a:lnTo>
                  <a:cubicBezTo>
                    <a:pt x="4077" y="11"/>
                    <a:pt x="4058" y="1"/>
                    <a:pt x="40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018;p44">
              <a:extLst>
                <a:ext uri="{FF2B5EF4-FFF2-40B4-BE49-F238E27FC236}">
                  <a16:creationId xmlns:a16="http://schemas.microsoft.com/office/drawing/2014/main" id="{2139B2E2-B17A-AE22-BA23-A33D8627F74F}"/>
                </a:ext>
              </a:extLst>
            </p:cNvPr>
            <p:cNvSpPr/>
            <p:nvPr/>
          </p:nvSpPr>
          <p:spPr>
            <a:xfrm>
              <a:off x="5081859" y="3738915"/>
              <a:ext cx="186193" cy="33220"/>
            </a:xfrm>
            <a:custGeom>
              <a:avLst/>
              <a:gdLst/>
              <a:ahLst/>
              <a:cxnLst/>
              <a:rect l="l" t="t" r="r" b="b"/>
              <a:pathLst>
                <a:path w="5638" h="1006" extrusionOk="0">
                  <a:moveTo>
                    <a:pt x="58" y="0"/>
                  </a:moveTo>
                  <a:cubicBezTo>
                    <a:pt x="20" y="0"/>
                    <a:pt x="1" y="29"/>
                    <a:pt x="10" y="67"/>
                  </a:cubicBezTo>
                  <a:lnTo>
                    <a:pt x="384" y="977"/>
                  </a:lnTo>
                  <a:cubicBezTo>
                    <a:pt x="393" y="996"/>
                    <a:pt x="412" y="1005"/>
                    <a:pt x="432" y="1005"/>
                  </a:cubicBezTo>
                  <a:lnTo>
                    <a:pt x="5590" y="1005"/>
                  </a:lnTo>
                  <a:cubicBezTo>
                    <a:pt x="5609" y="1005"/>
                    <a:pt x="5638" y="986"/>
                    <a:pt x="5638" y="957"/>
                  </a:cubicBezTo>
                  <a:lnTo>
                    <a:pt x="5638" y="48"/>
                  </a:lnTo>
                  <a:cubicBezTo>
                    <a:pt x="5638" y="20"/>
                    <a:pt x="5609" y="0"/>
                    <a:pt x="55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019;p44">
              <a:extLst>
                <a:ext uri="{FF2B5EF4-FFF2-40B4-BE49-F238E27FC236}">
                  <a16:creationId xmlns:a16="http://schemas.microsoft.com/office/drawing/2014/main" id="{D5E54983-F93B-5E74-D78B-A8760535C016}"/>
                </a:ext>
              </a:extLst>
            </p:cNvPr>
            <p:cNvSpPr/>
            <p:nvPr/>
          </p:nvSpPr>
          <p:spPr>
            <a:xfrm>
              <a:off x="5065115" y="3666530"/>
              <a:ext cx="191245" cy="73672"/>
            </a:xfrm>
            <a:custGeom>
              <a:avLst/>
              <a:gdLst/>
              <a:ahLst/>
              <a:cxnLst/>
              <a:rect l="l" t="t" r="r" b="b"/>
              <a:pathLst>
                <a:path w="5791" h="2231" extrusionOk="0">
                  <a:moveTo>
                    <a:pt x="374" y="1"/>
                  </a:moveTo>
                  <a:lnTo>
                    <a:pt x="96" y="1015"/>
                  </a:lnTo>
                  <a:lnTo>
                    <a:pt x="1" y="1302"/>
                  </a:lnTo>
                  <a:lnTo>
                    <a:pt x="163" y="1456"/>
                  </a:lnTo>
                  <a:lnTo>
                    <a:pt x="307" y="2231"/>
                  </a:lnTo>
                  <a:lnTo>
                    <a:pt x="5791" y="2231"/>
                  </a:lnTo>
                  <a:lnTo>
                    <a:pt x="51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020;p44">
              <a:extLst>
                <a:ext uri="{FF2B5EF4-FFF2-40B4-BE49-F238E27FC236}">
                  <a16:creationId xmlns:a16="http://schemas.microsoft.com/office/drawing/2014/main" id="{DBA3A61F-D7C9-087D-09F6-E06E7EB808D6}"/>
                </a:ext>
              </a:extLst>
            </p:cNvPr>
            <p:cNvSpPr/>
            <p:nvPr/>
          </p:nvSpPr>
          <p:spPr>
            <a:xfrm>
              <a:off x="5065115" y="3666530"/>
              <a:ext cx="24702" cy="73672"/>
            </a:xfrm>
            <a:custGeom>
              <a:avLst/>
              <a:gdLst/>
              <a:ahLst/>
              <a:cxnLst/>
              <a:rect l="l" t="t" r="r" b="b"/>
              <a:pathLst>
                <a:path w="748" h="2231" extrusionOk="0">
                  <a:moveTo>
                    <a:pt x="374" y="1"/>
                  </a:moveTo>
                  <a:lnTo>
                    <a:pt x="96" y="1015"/>
                  </a:lnTo>
                  <a:lnTo>
                    <a:pt x="1" y="1302"/>
                  </a:lnTo>
                  <a:lnTo>
                    <a:pt x="163" y="1456"/>
                  </a:lnTo>
                  <a:lnTo>
                    <a:pt x="307" y="2231"/>
                  </a:lnTo>
                  <a:lnTo>
                    <a:pt x="680" y="2231"/>
                  </a:lnTo>
                  <a:lnTo>
                    <a:pt x="546" y="1456"/>
                  </a:lnTo>
                  <a:lnTo>
                    <a:pt x="374" y="1302"/>
                  </a:lnTo>
                  <a:lnTo>
                    <a:pt x="470" y="1015"/>
                  </a:lnTo>
                  <a:lnTo>
                    <a:pt x="7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021;p44">
              <a:extLst>
                <a:ext uri="{FF2B5EF4-FFF2-40B4-BE49-F238E27FC236}">
                  <a16:creationId xmlns:a16="http://schemas.microsoft.com/office/drawing/2014/main" id="{F654DF84-56E3-7956-CB31-9D300A773FC3}"/>
                </a:ext>
              </a:extLst>
            </p:cNvPr>
            <p:cNvSpPr/>
            <p:nvPr/>
          </p:nvSpPr>
          <p:spPr>
            <a:xfrm>
              <a:off x="4957983" y="3587542"/>
              <a:ext cx="34808" cy="130866"/>
            </a:xfrm>
            <a:custGeom>
              <a:avLst/>
              <a:gdLst/>
              <a:ahLst/>
              <a:cxnLst/>
              <a:rect l="l" t="t" r="r" b="b"/>
              <a:pathLst>
                <a:path w="1054" h="3963" extrusionOk="0">
                  <a:moveTo>
                    <a:pt x="632" y="0"/>
                  </a:moveTo>
                  <a:lnTo>
                    <a:pt x="670" y="507"/>
                  </a:lnTo>
                  <a:cubicBezTo>
                    <a:pt x="708" y="957"/>
                    <a:pt x="699" y="1924"/>
                    <a:pt x="211" y="3340"/>
                  </a:cubicBezTo>
                  <a:lnTo>
                    <a:pt x="0" y="3962"/>
                  </a:lnTo>
                  <a:lnTo>
                    <a:pt x="345" y="3962"/>
                  </a:lnTo>
                  <a:lnTo>
                    <a:pt x="555" y="3340"/>
                  </a:lnTo>
                  <a:cubicBezTo>
                    <a:pt x="1043" y="1924"/>
                    <a:pt x="1053" y="957"/>
                    <a:pt x="1015" y="507"/>
                  </a:cubicBezTo>
                  <a:lnTo>
                    <a:pt x="976" y="0"/>
                  </a:lnTo>
                  <a:close/>
                </a:path>
              </a:pathLst>
            </a:custGeom>
            <a:solidFill>
              <a:srgbClr val="829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022;p44">
              <a:extLst>
                <a:ext uri="{FF2B5EF4-FFF2-40B4-BE49-F238E27FC236}">
                  <a16:creationId xmlns:a16="http://schemas.microsoft.com/office/drawing/2014/main" id="{5E918F1D-6957-3130-5732-AC215FF9E0F9}"/>
                </a:ext>
              </a:extLst>
            </p:cNvPr>
            <p:cNvSpPr/>
            <p:nvPr/>
          </p:nvSpPr>
          <p:spPr>
            <a:xfrm>
              <a:off x="4926379" y="3734787"/>
              <a:ext cx="31010" cy="68620"/>
            </a:xfrm>
            <a:custGeom>
              <a:avLst/>
              <a:gdLst/>
              <a:ahLst/>
              <a:cxnLst/>
              <a:rect l="l" t="t" r="r" b="b"/>
              <a:pathLst>
                <a:path w="939" h="2078" extrusionOk="0">
                  <a:moveTo>
                    <a:pt x="565" y="1"/>
                  </a:moveTo>
                  <a:lnTo>
                    <a:pt x="0" y="2078"/>
                  </a:lnTo>
                  <a:lnTo>
                    <a:pt x="373" y="2078"/>
                  </a:lnTo>
                  <a:lnTo>
                    <a:pt x="938" y="1"/>
                  </a:lnTo>
                  <a:close/>
                </a:path>
              </a:pathLst>
            </a:custGeom>
            <a:solidFill>
              <a:srgbClr val="829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1023;p44">
              <a:extLst>
                <a:ext uri="{FF2B5EF4-FFF2-40B4-BE49-F238E27FC236}">
                  <a16:creationId xmlns:a16="http://schemas.microsoft.com/office/drawing/2014/main" id="{8227B4FE-BEFF-FB5D-FF46-621A90736AB3}"/>
                </a:ext>
              </a:extLst>
            </p:cNvPr>
            <p:cNvSpPr/>
            <p:nvPr/>
          </p:nvSpPr>
          <p:spPr>
            <a:xfrm>
              <a:off x="5086614" y="3385679"/>
              <a:ext cx="140685" cy="151637"/>
            </a:xfrm>
            <a:custGeom>
              <a:avLst/>
              <a:gdLst/>
              <a:ahLst/>
              <a:cxnLst/>
              <a:rect l="l" t="t" r="r" b="b"/>
              <a:pathLst>
                <a:path w="4260" h="4592" extrusionOk="0">
                  <a:moveTo>
                    <a:pt x="2126" y="0"/>
                  </a:moveTo>
                  <a:cubicBezTo>
                    <a:pt x="1996" y="0"/>
                    <a:pt x="1867" y="70"/>
                    <a:pt x="1895" y="208"/>
                  </a:cubicBezTo>
                  <a:lnTo>
                    <a:pt x="1895" y="792"/>
                  </a:lnTo>
                  <a:cubicBezTo>
                    <a:pt x="756" y="945"/>
                    <a:pt x="87" y="2161"/>
                    <a:pt x="565" y="3204"/>
                  </a:cubicBezTo>
                  <a:lnTo>
                    <a:pt x="536" y="3204"/>
                  </a:lnTo>
                  <a:cubicBezTo>
                    <a:pt x="240" y="3204"/>
                    <a:pt x="0" y="3453"/>
                    <a:pt x="0" y="3749"/>
                  </a:cubicBezTo>
                  <a:lnTo>
                    <a:pt x="0" y="4046"/>
                  </a:lnTo>
                  <a:cubicBezTo>
                    <a:pt x="0" y="4343"/>
                    <a:pt x="240" y="4592"/>
                    <a:pt x="536" y="4592"/>
                  </a:cubicBezTo>
                  <a:lnTo>
                    <a:pt x="3723" y="4592"/>
                  </a:lnTo>
                  <a:cubicBezTo>
                    <a:pt x="4020" y="4592"/>
                    <a:pt x="4259" y="4343"/>
                    <a:pt x="4259" y="4046"/>
                  </a:cubicBezTo>
                  <a:lnTo>
                    <a:pt x="4259" y="3749"/>
                  </a:lnTo>
                  <a:cubicBezTo>
                    <a:pt x="4259" y="3453"/>
                    <a:pt x="4020" y="3204"/>
                    <a:pt x="3714" y="3204"/>
                  </a:cubicBezTo>
                  <a:lnTo>
                    <a:pt x="3695" y="3204"/>
                  </a:lnTo>
                  <a:cubicBezTo>
                    <a:pt x="4173" y="2161"/>
                    <a:pt x="3503" y="945"/>
                    <a:pt x="2364" y="792"/>
                  </a:cubicBezTo>
                  <a:lnTo>
                    <a:pt x="2364" y="208"/>
                  </a:lnTo>
                  <a:cubicBezTo>
                    <a:pt x="2388" y="70"/>
                    <a:pt x="2257" y="0"/>
                    <a:pt x="2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1024;p44">
              <a:extLst>
                <a:ext uri="{FF2B5EF4-FFF2-40B4-BE49-F238E27FC236}">
                  <a16:creationId xmlns:a16="http://schemas.microsoft.com/office/drawing/2014/main" id="{B61F5BA7-C740-CB98-CC25-67950B6A5176}"/>
                </a:ext>
              </a:extLst>
            </p:cNvPr>
            <p:cNvSpPr/>
            <p:nvPr/>
          </p:nvSpPr>
          <p:spPr>
            <a:xfrm>
              <a:off x="5086284" y="3411832"/>
              <a:ext cx="62945" cy="125483"/>
            </a:xfrm>
            <a:custGeom>
              <a:avLst/>
              <a:gdLst/>
              <a:ahLst/>
              <a:cxnLst/>
              <a:rect l="l" t="t" r="r" b="b"/>
              <a:pathLst>
                <a:path w="1906" h="3800" extrusionOk="0">
                  <a:moveTo>
                    <a:pt x="1905" y="0"/>
                  </a:moveTo>
                  <a:lnTo>
                    <a:pt x="1905" y="0"/>
                  </a:lnTo>
                  <a:cubicBezTo>
                    <a:pt x="757" y="163"/>
                    <a:pt x="97" y="1369"/>
                    <a:pt x="565" y="2421"/>
                  </a:cubicBezTo>
                  <a:lnTo>
                    <a:pt x="546" y="2421"/>
                  </a:lnTo>
                  <a:cubicBezTo>
                    <a:pt x="250" y="2421"/>
                    <a:pt x="1" y="2661"/>
                    <a:pt x="1" y="2957"/>
                  </a:cubicBezTo>
                  <a:lnTo>
                    <a:pt x="1" y="3254"/>
                  </a:lnTo>
                  <a:cubicBezTo>
                    <a:pt x="1" y="3551"/>
                    <a:pt x="250" y="3800"/>
                    <a:pt x="546" y="3800"/>
                  </a:cubicBezTo>
                  <a:lnTo>
                    <a:pt x="891" y="3800"/>
                  </a:lnTo>
                  <a:cubicBezTo>
                    <a:pt x="594" y="3800"/>
                    <a:pt x="345" y="3551"/>
                    <a:pt x="345" y="3254"/>
                  </a:cubicBezTo>
                  <a:lnTo>
                    <a:pt x="345" y="2957"/>
                  </a:lnTo>
                  <a:cubicBezTo>
                    <a:pt x="345" y="2661"/>
                    <a:pt x="594" y="2421"/>
                    <a:pt x="891" y="2421"/>
                  </a:cubicBezTo>
                  <a:lnTo>
                    <a:pt x="910" y="2421"/>
                  </a:lnTo>
                  <a:cubicBezTo>
                    <a:pt x="719" y="1991"/>
                    <a:pt x="709" y="1512"/>
                    <a:pt x="881" y="1082"/>
                  </a:cubicBezTo>
                  <a:cubicBezTo>
                    <a:pt x="1006" y="689"/>
                    <a:pt x="1302" y="287"/>
                    <a:pt x="19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1025;p44">
              <a:extLst>
                <a:ext uri="{FF2B5EF4-FFF2-40B4-BE49-F238E27FC236}">
                  <a16:creationId xmlns:a16="http://schemas.microsoft.com/office/drawing/2014/main" id="{0860E73C-F32C-6AAB-62E4-46393B337D14}"/>
                </a:ext>
              </a:extLst>
            </p:cNvPr>
            <p:cNvSpPr/>
            <p:nvPr/>
          </p:nvSpPr>
          <p:spPr>
            <a:xfrm>
              <a:off x="5065118" y="3666233"/>
              <a:ext cx="49009" cy="73673"/>
            </a:xfrm>
            <a:custGeom>
              <a:avLst/>
              <a:gdLst/>
              <a:ahLst/>
              <a:cxnLst/>
              <a:rect l="l" t="t" r="r" b="b"/>
              <a:pathLst>
                <a:path w="1484" h="2231" extrusionOk="0">
                  <a:moveTo>
                    <a:pt x="383" y="0"/>
                  </a:moveTo>
                  <a:lnTo>
                    <a:pt x="105" y="1015"/>
                  </a:lnTo>
                  <a:lnTo>
                    <a:pt x="0" y="1302"/>
                  </a:lnTo>
                  <a:lnTo>
                    <a:pt x="172" y="1455"/>
                  </a:lnTo>
                  <a:lnTo>
                    <a:pt x="316" y="2230"/>
                  </a:lnTo>
                  <a:lnTo>
                    <a:pt x="1483" y="2230"/>
                  </a:lnTo>
                  <a:lnTo>
                    <a:pt x="1436" y="2077"/>
                  </a:lnTo>
                  <a:lnTo>
                    <a:pt x="1139" y="2077"/>
                  </a:lnTo>
                  <a:lnTo>
                    <a:pt x="967" y="1110"/>
                  </a:lnTo>
                  <a:lnTo>
                    <a:pt x="881" y="1110"/>
                  </a:lnTo>
                  <a:lnTo>
                    <a:pt x="833" y="957"/>
                  </a:lnTo>
                  <a:cubicBezTo>
                    <a:pt x="708" y="613"/>
                    <a:pt x="622" y="297"/>
                    <a:pt x="5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1026;p44">
              <a:extLst>
                <a:ext uri="{FF2B5EF4-FFF2-40B4-BE49-F238E27FC236}">
                  <a16:creationId xmlns:a16="http://schemas.microsoft.com/office/drawing/2014/main" id="{A24A1F6A-D85F-1536-713C-D80F93D495B4}"/>
                </a:ext>
              </a:extLst>
            </p:cNvPr>
            <p:cNvSpPr/>
            <p:nvPr/>
          </p:nvSpPr>
          <p:spPr>
            <a:xfrm>
              <a:off x="5091337" y="3491448"/>
              <a:ext cx="88869" cy="20441"/>
            </a:xfrm>
            <a:custGeom>
              <a:avLst/>
              <a:gdLst/>
              <a:ahLst/>
              <a:cxnLst/>
              <a:rect l="l" t="t" r="r" b="b"/>
              <a:pathLst>
                <a:path w="2691" h="619" extrusionOk="0">
                  <a:moveTo>
                    <a:pt x="432" y="1"/>
                  </a:moveTo>
                  <a:cubicBezTo>
                    <a:pt x="365" y="1"/>
                    <a:pt x="317" y="30"/>
                    <a:pt x="288" y="87"/>
                  </a:cubicBezTo>
                  <a:lnTo>
                    <a:pt x="145" y="116"/>
                  </a:lnTo>
                  <a:cubicBezTo>
                    <a:pt x="68" y="135"/>
                    <a:pt x="1" y="307"/>
                    <a:pt x="1" y="326"/>
                  </a:cubicBezTo>
                  <a:cubicBezTo>
                    <a:pt x="1" y="349"/>
                    <a:pt x="95" y="618"/>
                    <a:pt x="154" y="618"/>
                  </a:cubicBezTo>
                  <a:cubicBezTo>
                    <a:pt x="170" y="618"/>
                    <a:pt x="184" y="598"/>
                    <a:pt x="192" y="546"/>
                  </a:cubicBezTo>
                  <a:cubicBezTo>
                    <a:pt x="202" y="422"/>
                    <a:pt x="307" y="326"/>
                    <a:pt x="441" y="326"/>
                  </a:cubicBezTo>
                  <a:lnTo>
                    <a:pt x="2470" y="326"/>
                  </a:lnTo>
                  <a:cubicBezTo>
                    <a:pt x="2690" y="326"/>
                    <a:pt x="2690" y="1"/>
                    <a:pt x="24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1027;p44">
              <a:extLst>
                <a:ext uri="{FF2B5EF4-FFF2-40B4-BE49-F238E27FC236}">
                  <a16:creationId xmlns:a16="http://schemas.microsoft.com/office/drawing/2014/main" id="{CF671CFE-54C3-32E3-B62A-9E36EB6FA234}"/>
                </a:ext>
              </a:extLst>
            </p:cNvPr>
            <p:cNvSpPr/>
            <p:nvPr/>
          </p:nvSpPr>
          <p:spPr>
            <a:xfrm>
              <a:off x="4957983" y="3587542"/>
              <a:ext cx="128961" cy="130866"/>
            </a:xfrm>
            <a:custGeom>
              <a:avLst/>
              <a:gdLst/>
              <a:ahLst/>
              <a:cxnLst/>
              <a:rect l="l" t="t" r="r" b="b"/>
              <a:pathLst>
                <a:path w="3905" h="3963" extrusionOk="0">
                  <a:moveTo>
                    <a:pt x="632" y="0"/>
                  </a:moveTo>
                  <a:lnTo>
                    <a:pt x="670" y="507"/>
                  </a:lnTo>
                  <a:cubicBezTo>
                    <a:pt x="708" y="957"/>
                    <a:pt x="699" y="1924"/>
                    <a:pt x="211" y="3340"/>
                  </a:cubicBezTo>
                  <a:lnTo>
                    <a:pt x="0" y="3962"/>
                  </a:lnTo>
                  <a:lnTo>
                    <a:pt x="3905" y="3962"/>
                  </a:lnTo>
                  <a:lnTo>
                    <a:pt x="3694" y="3340"/>
                  </a:lnTo>
                  <a:cubicBezTo>
                    <a:pt x="3216" y="1924"/>
                    <a:pt x="3197" y="957"/>
                    <a:pt x="3235" y="507"/>
                  </a:cubicBezTo>
                  <a:lnTo>
                    <a:pt x="32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1028;p44">
              <a:extLst>
                <a:ext uri="{FF2B5EF4-FFF2-40B4-BE49-F238E27FC236}">
                  <a16:creationId xmlns:a16="http://schemas.microsoft.com/office/drawing/2014/main" id="{ACC25BF4-6437-9D73-6DAE-58456FA147F0}"/>
                </a:ext>
              </a:extLst>
            </p:cNvPr>
            <p:cNvSpPr/>
            <p:nvPr/>
          </p:nvSpPr>
          <p:spPr>
            <a:xfrm>
              <a:off x="4957983" y="3587542"/>
              <a:ext cx="35733" cy="130866"/>
            </a:xfrm>
            <a:custGeom>
              <a:avLst/>
              <a:gdLst/>
              <a:ahLst/>
              <a:cxnLst/>
              <a:rect l="l" t="t" r="r" b="b"/>
              <a:pathLst>
                <a:path w="1082" h="3963" extrusionOk="0">
                  <a:moveTo>
                    <a:pt x="632" y="0"/>
                  </a:moveTo>
                  <a:lnTo>
                    <a:pt x="670" y="507"/>
                  </a:lnTo>
                  <a:cubicBezTo>
                    <a:pt x="708" y="957"/>
                    <a:pt x="699" y="1924"/>
                    <a:pt x="211" y="3340"/>
                  </a:cubicBezTo>
                  <a:lnTo>
                    <a:pt x="0" y="3962"/>
                  </a:lnTo>
                  <a:lnTo>
                    <a:pt x="383" y="3962"/>
                  </a:lnTo>
                  <a:lnTo>
                    <a:pt x="594" y="3340"/>
                  </a:lnTo>
                  <a:cubicBezTo>
                    <a:pt x="1072" y="1924"/>
                    <a:pt x="1082" y="957"/>
                    <a:pt x="1043" y="507"/>
                  </a:cubicBezTo>
                  <a:lnTo>
                    <a:pt x="10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1029;p44">
              <a:extLst>
                <a:ext uri="{FF2B5EF4-FFF2-40B4-BE49-F238E27FC236}">
                  <a16:creationId xmlns:a16="http://schemas.microsoft.com/office/drawing/2014/main" id="{C32A0E81-A728-6E3B-2758-F5DF29EC4C6D}"/>
                </a:ext>
              </a:extLst>
            </p:cNvPr>
            <p:cNvSpPr/>
            <p:nvPr/>
          </p:nvSpPr>
          <p:spPr>
            <a:xfrm>
              <a:off x="4951015" y="3700972"/>
              <a:ext cx="143228" cy="48410"/>
            </a:xfrm>
            <a:custGeom>
              <a:avLst/>
              <a:gdLst/>
              <a:ahLst/>
              <a:cxnLst/>
              <a:rect l="l" t="t" r="r" b="b"/>
              <a:pathLst>
                <a:path w="4337" h="1466" extrusionOk="0">
                  <a:moveTo>
                    <a:pt x="288" y="1"/>
                  </a:moveTo>
                  <a:cubicBezTo>
                    <a:pt x="269" y="1"/>
                    <a:pt x="250" y="20"/>
                    <a:pt x="240" y="49"/>
                  </a:cubicBezTo>
                  <a:lnTo>
                    <a:pt x="1" y="1408"/>
                  </a:lnTo>
                  <a:cubicBezTo>
                    <a:pt x="1" y="1437"/>
                    <a:pt x="20" y="1465"/>
                    <a:pt x="49" y="1465"/>
                  </a:cubicBezTo>
                  <a:lnTo>
                    <a:pt x="4279" y="1465"/>
                  </a:lnTo>
                  <a:cubicBezTo>
                    <a:pt x="4307" y="1465"/>
                    <a:pt x="4336" y="1437"/>
                    <a:pt x="4327" y="1408"/>
                  </a:cubicBezTo>
                  <a:lnTo>
                    <a:pt x="4078" y="49"/>
                  </a:lnTo>
                  <a:cubicBezTo>
                    <a:pt x="4078" y="20"/>
                    <a:pt x="4059" y="1"/>
                    <a:pt x="40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30;p44">
              <a:extLst>
                <a:ext uri="{FF2B5EF4-FFF2-40B4-BE49-F238E27FC236}">
                  <a16:creationId xmlns:a16="http://schemas.microsoft.com/office/drawing/2014/main" id="{E2CD4540-AE00-91E6-F33D-26C0D2F78ACC}"/>
                </a:ext>
              </a:extLst>
            </p:cNvPr>
            <p:cNvSpPr/>
            <p:nvPr/>
          </p:nvSpPr>
          <p:spPr>
            <a:xfrm>
              <a:off x="4911187" y="3802746"/>
              <a:ext cx="222222" cy="35102"/>
            </a:xfrm>
            <a:custGeom>
              <a:avLst/>
              <a:gdLst/>
              <a:ahLst/>
              <a:cxnLst/>
              <a:rect l="l" t="t" r="r" b="b"/>
              <a:pathLst>
                <a:path w="6729" h="1063" extrusionOk="0">
                  <a:moveTo>
                    <a:pt x="49" y="1"/>
                  </a:moveTo>
                  <a:cubicBezTo>
                    <a:pt x="30" y="1"/>
                    <a:pt x="1" y="20"/>
                    <a:pt x="1" y="48"/>
                  </a:cubicBezTo>
                  <a:lnTo>
                    <a:pt x="1" y="1015"/>
                  </a:lnTo>
                  <a:cubicBezTo>
                    <a:pt x="1" y="1044"/>
                    <a:pt x="30" y="1063"/>
                    <a:pt x="49" y="1063"/>
                  </a:cubicBezTo>
                  <a:lnTo>
                    <a:pt x="6691" y="1063"/>
                  </a:lnTo>
                  <a:cubicBezTo>
                    <a:pt x="6710" y="1063"/>
                    <a:pt x="6729" y="1044"/>
                    <a:pt x="6729" y="1015"/>
                  </a:cubicBezTo>
                  <a:lnTo>
                    <a:pt x="6729" y="48"/>
                  </a:lnTo>
                  <a:cubicBezTo>
                    <a:pt x="6729" y="20"/>
                    <a:pt x="6710" y="1"/>
                    <a:pt x="6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31;p44">
              <a:extLst>
                <a:ext uri="{FF2B5EF4-FFF2-40B4-BE49-F238E27FC236}">
                  <a16:creationId xmlns:a16="http://schemas.microsoft.com/office/drawing/2014/main" id="{64D58750-2EAB-2604-1028-10CE444DC82F}"/>
                </a:ext>
              </a:extLst>
            </p:cNvPr>
            <p:cNvSpPr/>
            <p:nvPr/>
          </p:nvSpPr>
          <p:spPr>
            <a:xfrm>
              <a:off x="4926379" y="3734787"/>
              <a:ext cx="192170" cy="68620"/>
            </a:xfrm>
            <a:custGeom>
              <a:avLst/>
              <a:gdLst/>
              <a:ahLst/>
              <a:cxnLst/>
              <a:rect l="l" t="t" r="r" b="b"/>
              <a:pathLst>
                <a:path w="5819" h="2078" extrusionOk="0">
                  <a:moveTo>
                    <a:pt x="565" y="1"/>
                  </a:moveTo>
                  <a:lnTo>
                    <a:pt x="0" y="2078"/>
                  </a:lnTo>
                  <a:lnTo>
                    <a:pt x="5819" y="2078"/>
                  </a:lnTo>
                  <a:lnTo>
                    <a:pt x="52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32;p44">
              <a:extLst>
                <a:ext uri="{FF2B5EF4-FFF2-40B4-BE49-F238E27FC236}">
                  <a16:creationId xmlns:a16="http://schemas.microsoft.com/office/drawing/2014/main" id="{4DC1F7C0-BA56-5793-88E2-0F5D6D45B506}"/>
                </a:ext>
              </a:extLst>
            </p:cNvPr>
            <p:cNvSpPr/>
            <p:nvPr/>
          </p:nvSpPr>
          <p:spPr>
            <a:xfrm>
              <a:off x="4788567" y="3666530"/>
              <a:ext cx="32595" cy="73672"/>
            </a:xfrm>
            <a:custGeom>
              <a:avLst/>
              <a:gdLst/>
              <a:ahLst/>
              <a:cxnLst/>
              <a:rect l="l" t="t" r="r" b="b"/>
              <a:pathLst>
                <a:path w="987" h="2231" extrusionOk="0">
                  <a:moveTo>
                    <a:pt x="604" y="1"/>
                  </a:moveTo>
                  <a:lnTo>
                    <a:pt x="1" y="2231"/>
                  </a:lnTo>
                  <a:lnTo>
                    <a:pt x="374" y="2231"/>
                  </a:lnTo>
                  <a:lnTo>
                    <a:pt x="9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33;p44">
              <a:extLst>
                <a:ext uri="{FF2B5EF4-FFF2-40B4-BE49-F238E27FC236}">
                  <a16:creationId xmlns:a16="http://schemas.microsoft.com/office/drawing/2014/main" id="{46322A17-697C-D213-C0CC-D38DEB125B82}"/>
                </a:ext>
              </a:extLst>
            </p:cNvPr>
            <p:cNvSpPr/>
            <p:nvPr/>
          </p:nvSpPr>
          <p:spPr>
            <a:xfrm>
              <a:off x="4926379" y="3734787"/>
              <a:ext cx="31010" cy="68620"/>
            </a:xfrm>
            <a:custGeom>
              <a:avLst/>
              <a:gdLst/>
              <a:ahLst/>
              <a:cxnLst/>
              <a:rect l="l" t="t" r="r" b="b"/>
              <a:pathLst>
                <a:path w="939" h="2078" extrusionOk="0">
                  <a:moveTo>
                    <a:pt x="565" y="1"/>
                  </a:moveTo>
                  <a:lnTo>
                    <a:pt x="0" y="2078"/>
                  </a:lnTo>
                  <a:lnTo>
                    <a:pt x="373" y="2078"/>
                  </a:lnTo>
                  <a:lnTo>
                    <a:pt x="9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34;p44">
              <a:extLst>
                <a:ext uri="{FF2B5EF4-FFF2-40B4-BE49-F238E27FC236}">
                  <a16:creationId xmlns:a16="http://schemas.microsoft.com/office/drawing/2014/main" id="{95DD4CD7-EEDD-32F3-8B0E-60D2E7B888C5}"/>
                </a:ext>
              </a:extLst>
            </p:cNvPr>
            <p:cNvSpPr/>
            <p:nvPr/>
          </p:nvSpPr>
          <p:spPr>
            <a:xfrm>
              <a:off x="4952303" y="3451888"/>
              <a:ext cx="140652" cy="151174"/>
            </a:xfrm>
            <a:custGeom>
              <a:avLst/>
              <a:gdLst/>
              <a:ahLst/>
              <a:cxnLst/>
              <a:rect l="l" t="t" r="r" b="b"/>
              <a:pathLst>
                <a:path w="4259" h="4578" extrusionOk="0">
                  <a:moveTo>
                    <a:pt x="2129" y="0"/>
                  </a:moveTo>
                  <a:cubicBezTo>
                    <a:pt x="2024" y="0"/>
                    <a:pt x="1919" y="65"/>
                    <a:pt x="1895" y="194"/>
                  </a:cubicBezTo>
                  <a:lnTo>
                    <a:pt x="1895" y="778"/>
                  </a:lnTo>
                  <a:cubicBezTo>
                    <a:pt x="756" y="941"/>
                    <a:pt x="86" y="2146"/>
                    <a:pt x="565" y="3199"/>
                  </a:cubicBezTo>
                  <a:lnTo>
                    <a:pt x="536" y="3199"/>
                  </a:lnTo>
                  <a:cubicBezTo>
                    <a:pt x="239" y="3199"/>
                    <a:pt x="0" y="3438"/>
                    <a:pt x="0" y="3735"/>
                  </a:cubicBezTo>
                  <a:lnTo>
                    <a:pt x="0" y="4032"/>
                  </a:lnTo>
                  <a:cubicBezTo>
                    <a:pt x="0" y="4328"/>
                    <a:pt x="239" y="4577"/>
                    <a:pt x="536" y="4577"/>
                  </a:cubicBezTo>
                  <a:lnTo>
                    <a:pt x="3723" y="4577"/>
                  </a:lnTo>
                  <a:cubicBezTo>
                    <a:pt x="4020" y="4577"/>
                    <a:pt x="4259" y="4328"/>
                    <a:pt x="4259" y="4032"/>
                  </a:cubicBezTo>
                  <a:lnTo>
                    <a:pt x="4259" y="3735"/>
                  </a:lnTo>
                  <a:cubicBezTo>
                    <a:pt x="4259" y="3444"/>
                    <a:pt x="4028" y="3199"/>
                    <a:pt x="3730" y="3199"/>
                  </a:cubicBezTo>
                  <a:cubicBezTo>
                    <a:pt x="3725" y="3199"/>
                    <a:pt x="3719" y="3199"/>
                    <a:pt x="3713" y="3199"/>
                  </a:cubicBezTo>
                  <a:lnTo>
                    <a:pt x="3694" y="3199"/>
                  </a:lnTo>
                  <a:cubicBezTo>
                    <a:pt x="4163" y="2146"/>
                    <a:pt x="3503" y="941"/>
                    <a:pt x="2364" y="778"/>
                  </a:cubicBezTo>
                  <a:lnTo>
                    <a:pt x="2364" y="194"/>
                  </a:lnTo>
                  <a:cubicBezTo>
                    <a:pt x="2340" y="65"/>
                    <a:pt x="2235" y="0"/>
                    <a:pt x="21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2" name="Google Shape;1035;p44">
              <a:extLst>
                <a:ext uri="{FF2B5EF4-FFF2-40B4-BE49-F238E27FC236}">
                  <a16:creationId xmlns:a16="http://schemas.microsoft.com/office/drawing/2014/main" id="{859079BC-10F5-7166-230D-B796F730241E}"/>
                </a:ext>
              </a:extLst>
            </p:cNvPr>
            <p:cNvSpPr/>
            <p:nvPr/>
          </p:nvSpPr>
          <p:spPr>
            <a:xfrm>
              <a:off x="4951973" y="3477546"/>
              <a:ext cx="62615" cy="125516"/>
            </a:xfrm>
            <a:custGeom>
              <a:avLst/>
              <a:gdLst/>
              <a:ahLst/>
              <a:cxnLst/>
              <a:rect l="l" t="t" r="r" b="b"/>
              <a:pathLst>
                <a:path w="1896" h="3801" extrusionOk="0">
                  <a:moveTo>
                    <a:pt x="1895" y="1"/>
                  </a:moveTo>
                  <a:cubicBezTo>
                    <a:pt x="756" y="164"/>
                    <a:pt x="96" y="1369"/>
                    <a:pt x="565" y="2422"/>
                  </a:cubicBezTo>
                  <a:lnTo>
                    <a:pt x="546" y="2422"/>
                  </a:lnTo>
                  <a:cubicBezTo>
                    <a:pt x="249" y="2422"/>
                    <a:pt x="0" y="2661"/>
                    <a:pt x="0" y="2968"/>
                  </a:cubicBezTo>
                  <a:lnTo>
                    <a:pt x="0" y="3255"/>
                  </a:lnTo>
                  <a:cubicBezTo>
                    <a:pt x="0" y="3561"/>
                    <a:pt x="249" y="3800"/>
                    <a:pt x="546" y="3800"/>
                  </a:cubicBezTo>
                  <a:lnTo>
                    <a:pt x="890" y="3800"/>
                  </a:lnTo>
                  <a:cubicBezTo>
                    <a:pt x="594" y="3800"/>
                    <a:pt x="345" y="3561"/>
                    <a:pt x="345" y="3255"/>
                  </a:cubicBezTo>
                  <a:lnTo>
                    <a:pt x="345" y="2968"/>
                  </a:lnTo>
                  <a:cubicBezTo>
                    <a:pt x="345" y="2661"/>
                    <a:pt x="594" y="2422"/>
                    <a:pt x="890" y="2422"/>
                  </a:cubicBezTo>
                  <a:lnTo>
                    <a:pt x="910" y="2422"/>
                  </a:lnTo>
                  <a:cubicBezTo>
                    <a:pt x="718" y="2001"/>
                    <a:pt x="709" y="1513"/>
                    <a:pt x="871" y="1082"/>
                  </a:cubicBezTo>
                  <a:cubicBezTo>
                    <a:pt x="1005" y="690"/>
                    <a:pt x="1302" y="288"/>
                    <a:pt x="18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36;p44">
              <a:extLst>
                <a:ext uri="{FF2B5EF4-FFF2-40B4-BE49-F238E27FC236}">
                  <a16:creationId xmlns:a16="http://schemas.microsoft.com/office/drawing/2014/main" id="{4D0B2576-F59A-1DFC-DE6F-651E7A496A7A}"/>
                </a:ext>
              </a:extLst>
            </p:cNvPr>
            <p:cNvSpPr/>
            <p:nvPr/>
          </p:nvSpPr>
          <p:spPr>
            <a:xfrm>
              <a:off x="4957026" y="3557195"/>
              <a:ext cx="89794" cy="20441"/>
            </a:xfrm>
            <a:custGeom>
              <a:avLst/>
              <a:gdLst/>
              <a:ahLst/>
              <a:cxnLst/>
              <a:rect l="l" t="t" r="r" b="b"/>
              <a:pathLst>
                <a:path w="2719" h="619" extrusionOk="0">
                  <a:moveTo>
                    <a:pt x="2498" y="1"/>
                  </a:moveTo>
                  <a:lnTo>
                    <a:pt x="2498" y="10"/>
                  </a:lnTo>
                  <a:lnTo>
                    <a:pt x="431" y="10"/>
                  </a:lnTo>
                  <a:cubicBezTo>
                    <a:pt x="364" y="10"/>
                    <a:pt x="316" y="39"/>
                    <a:pt x="288" y="87"/>
                  </a:cubicBezTo>
                  <a:lnTo>
                    <a:pt x="144" y="115"/>
                  </a:lnTo>
                  <a:cubicBezTo>
                    <a:pt x="68" y="144"/>
                    <a:pt x="1" y="307"/>
                    <a:pt x="1" y="335"/>
                  </a:cubicBezTo>
                  <a:cubicBezTo>
                    <a:pt x="1" y="350"/>
                    <a:pt x="95" y="618"/>
                    <a:pt x="154" y="618"/>
                  </a:cubicBezTo>
                  <a:cubicBezTo>
                    <a:pt x="170" y="618"/>
                    <a:pt x="184" y="598"/>
                    <a:pt x="192" y="546"/>
                  </a:cubicBezTo>
                  <a:cubicBezTo>
                    <a:pt x="201" y="427"/>
                    <a:pt x="297" y="335"/>
                    <a:pt x="422" y="335"/>
                  </a:cubicBezTo>
                  <a:cubicBezTo>
                    <a:pt x="428" y="335"/>
                    <a:pt x="435" y="335"/>
                    <a:pt x="441" y="335"/>
                  </a:cubicBezTo>
                  <a:lnTo>
                    <a:pt x="2498" y="335"/>
                  </a:lnTo>
                  <a:cubicBezTo>
                    <a:pt x="2719" y="335"/>
                    <a:pt x="2719" y="1"/>
                    <a:pt x="24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37;p44">
              <a:extLst>
                <a:ext uri="{FF2B5EF4-FFF2-40B4-BE49-F238E27FC236}">
                  <a16:creationId xmlns:a16="http://schemas.microsoft.com/office/drawing/2014/main" id="{6400D983-ED9D-C208-8799-E1713F83541D}"/>
                </a:ext>
              </a:extLst>
            </p:cNvPr>
            <p:cNvSpPr/>
            <p:nvPr/>
          </p:nvSpPr>
          <p:spPr>
            <a:xfrm>
              <a:off x="5189849" y="3491448"/>
              <a:ext cx="35534" cy="10171"/>
            </a:xfrm>
            <a:custGeom>
              <a:avLst/>
              <a:gdLst/>
              <a:ahLst/>
              <a:cxnLst/>
              <a:rect l="l" t="t" r="r" b="b"/>
              <a:pathLst>
                <a:path w="1076" h="308" extrusionOk="0">
                  <a:moveTo>
                    <a:pt x="206" y="0"/>
                  </a:moveTo>
                  <a:cubicBezTo>
                    <a:pt x="0" y="0"/>
                    <a:pt x="0" y="308"/>
                    <a:pt x="206" y="308"/>
                  </a:cubicBezTo>
                  <a:cubicBezTo>
                    <a:pt x="212" y="308"/>
                    <a:pt x="218" y="308"/>
                    <a:pt x="224" y="307"/>
                  </a:cubicBezTo>
                  <a:lnTo>
                    <a:pt x="1076" y="307"/>
                  </a:lnTo>
                  <a:cubicBezTo>
                    <a:pt x="990" y="125"/>
                    <a:pt x="798" y="1"/>
                    <a:pt x="588" y="1"/>
                  </a:cubicBezTo>
                  <a:lnTo>
                    <a:pt x="224" y="1"/>
                  </a:lnTo>
                  <a:cubicBezTo>
                    <a:pt x="218" y="0"/>
                    <a:pt x="212" y="0"/>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38;p44">
              <a:extLst>
                <a:ext uri="{FF2B5EF4-FFF2-40B4-BE49-F238E27FC236}">
                  <a16:creationId xmlns:a16="http://schemas.microsoft.com/office/drawing/2014/main" id="{D87E9E82-3280-9D72-DF96-9CFFF9D4854E}"/>
                </a:ext>
              </a:extLst>
            </p:cNvPr>
            <p:cNvSpPr/>
            <p:nvPr/>
          </p:nvSpPr>
          <p:spPr>
            <a:xfrm>
              <a:off x="5055505" y="3557459"/>
              <a:ext cx="35567" cy="10237"/>
            </a:xfrm>
            <a:custGeom>
              <a:avLst/>
              <a:gdLst/>
              <a:ahLst/>
              <a:cxnLst/>
              <a:rect l="l" t="t" r="r" b="b"/>
              <a:pathLst>
                <a:path w="1077" h="310" extrusionOk="0">
                  <a:moveTo>
                    <a:pt x="190" y="0"/>
                  </a:moveTo>
                  <a:cubicBezTo>
                    <a:pt x="1" y="0"/>
                    <a:pt x="3" y="309"/>
                    <a:pt x="198" y="309"/>
                  </a:cubicBezTo>
                  <a:cubicBezTo>
                    <a:pt x="204" y="309"/>
                    <a:pt x="209" y="309"/>
                    <a:pt x="215" y="308"/>
                  </a:cubicBezTo>
                  <a:lnTo>
                    <a:pt x="1076" y="308"/>
                  </a:lnTo>
                  <a:cubicBezTo>
                    <a:pt x="981" y="117"/>
                    <a:pt x="789" y="2"/>
                    <a:pt x="588" y="2"/>
                  </a:cubicBezTo>
                  <a:lnTo>
                    <a:pt x="215" y="2"/>
                  </a:lnTo>
                  <a:cubicBezTo>
                    <a:pt x="206" y="1"/>
                    <a:pt x="198" y="0"/>
                    <a:pt x="1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39;p44">
              <a:extLst>
                <a:ext uri="{FF2B5EF4-FFF2-40B4-BE49-F238E27FC236}">
                  <a16:creationId xmlns:a16="http://schemas.microsoft.com/office/drawing/2014/main" id="{C52D446A-AE36-CB62-147C-D72F32B3736B}"/>
                </a:ext>
              </a:extLst>
            </p:cNvPr>
            <p:cNvSpPr/>
            <p:nvPr/>
          </p:nvSpPr>
          <p:spPr>
            <a:xfrm>
              <a:off x="4921194" y="3491448"/>
              <a:ext cx="35534" cy="10171"/>
            </a:xfrm>
            <a:custGeom>
              <a:avLst/>
              <a:gdLst/>
              <a:ahLst/>
              <a:cxnLst/>
              <a:rect l="l" t="t" r="r" b="b"/>
              <a:pathLst>
                <a:path w="1076" h="308" extrusionOk="0">
                  <a:moveTo>
                    <a:pt x="206" y="0"/>
                  </a:moveTo>
                  <a:cubicBezTo>
                    <a:pt x="1" y="0"/>
                    <a:pt x="1" y="308"/>
                    <a:pt x="206" y="308"/>
                  </a:cubicBezTo>
                  <a:cubicBezTo>
                    <a:pt x="212" y="308"/>
                    <a:pt x="218" y="308"/>
                    <a:pt x="224" y="307"/>
                  </a:cubicBezTo>
                  <a:lnTo>
                    <a:pt x="1076" y="307"/>
                  </a:lnTo>
                  <a:cubicBezTo>
                    <a:pt x="990" y="125"/>
                    <a:pt x="798" y="1"/>
                    <a:pt x="588" y="1"/>
                  </a:cubicBezTo>
                  <a:lnTo>
                    <a:pt x="224" y="1"/>
                  </a:lnTo>
                  <a:cubicBezTo>
                    <a:pt x="218" y="0"/>
                    <a:pt x="212"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grpSp>
        <p:nvGrpSpPr>
          <p:cNvPr id="2" name="Group 1">
            <a:extLst>
              <a:ext uri="{FF2B5EF4-FFF2-40B4-BE49-F238E27FC236}">
                <a16:creationId xmlns:a16="http://schemas.microsoft.com/office/drawing/2014/main" id="{B8DAAEF1-B0ED-9809-4259-9FD54522AE09}"/>
              </a:ext>
            </a:extLst>
          </p:cNvPr>
          <p:cNvGrpSpPr/>
          <p:nvPr/>
        </p:nvGrpSpPr>
        <p:grpSpPr>
          <a:xfrm>
            <a:off x="-122793" y="1366955"/>
            <a:ext cx="3428821" cy="3689064"/>
            <a:chOff x="803073" y="908042"/>
            <a:chExt cx="3428821" cy="3689064"/>
          </a:xfrm>
        </p:grpSpPr>
        <p:grpSp>
          <p:nvGrpSpPr>
            <p:cNvPr id="3" name="Google Shape;1836;p58">
              <a:extLst>
                <a:ext uri="{FF2B5EF4-FFF2-40B4-BE49-F238E27FC236}">
                  <a16:creationId xmlns:a16="http://schemas.microsoft.com/office/drawing/2014/main" id="{6BFF8829-20E4-0711-2137-A83CC2B7E860}"/>
                </a:ext>
              </a:extLst>
            </p:cNvPr>
            <p:cNvGrpSpPr/>
            <p:nvPr/>
          </p:nvGrpSpPr>
          <p:grpSpPr>
            <a:xfrm>
              <a:off x="803073" y="908042"/>
              <a:ext cx="2313615" cy="3679095"/>
              <a:chOff x="-471862" y="844350"/>
              <a:chExt cx="2398771" cy="3814114"/>
            </a:xfrm>
          </p:grpSpPr>
          <p:sp>
            <p:nvSpPr>
              <p:cNvPr id="40" name="Google Shape;1837;p58">
                <a:extLst>
                  <a:ext uri="{FF2B5EF4-FFF2-40B4-BE49-F238E27FC236}">
                    <a16:creationId xmlns:a16="http://schemas.microsoft.com/office/drawing/2014/main" id="{76ED4D29-1C50-E081-C32B-FBBE92CC1160}"/>
                  </a:ext>
                </a:extLst>
              </p:cNvPr>
              <p:cNvSpPr/>
              <p:nvPr/>
            </p:nvSpPr>
            <p:spPr>
              <a:xfrm>
                <a:off x="-37755" y="4519439"/>
                <a:ext cx="452744" cy="139026"/>
              </a:xfrm>
              <a:custGeom>
                <a:avLst/>
                <a:gdLst/>
                <a:ahLst/>
                <a:cxnLst/>
                <a:rect l="l" t="t" r="r" b="b"/>
                <a:pathLst>
                  <a:path w="5344" h="1641" extrusionOk="0">
                    <a:moveTo>
                      <a:pt x="293" y="0"/>
                    </a:moveTo>
                    <a:lnTo>
                      <a:pt x="0" y="1640"/>
                    </a:lnTo>
                    <a:lnTo>
                      <a:pt x="4656" y="1640"/>
                    </a:lnTo>
                    <a:cubicBezTo>
                      <a:pt x="5344" y="1640"/>
                      <a:pt x="4099" y="1025"/>
                      <a:pt x="4099" y="1025"/>
                    </a:cubicBezTo>
                    <a:lnTo>
                      <a:pt x="43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838;p58">
                <a:extLst>
                  <a:ext uri="{FF2B5EF4-FFF2-40B4-BE49-F238E27FC236}">
                    <a16:creationId xmlns:a16="http://schemas.microsoft.com/office/drawing/2014/main" id="{B6F80B3D-BE18-7A59-DD38-0174CBE25455}"/>
                  </a:ext>
                </a:extLst>
              </p:cNvPr>
              <p:cNvSpPr/>
              <p:nvPr/>
            </p:nvSpPr>
            <p:spPr>
              <a:xfrm>
                <a:off x="429816" y="4519439"/>
                <a:ext cx="452744" cy="139026"/>
              </a:xfrm>
              <a:custGeom>
                <a:avLst/>
                <a:gdLst/>
                <a:ahLst/>
                <a:cxnLst/>
                <a:rect l="l" t="t" r="r" b="b"/>
                <a:pathLst>
                  <a:path w="5344" h="1641" extrusionOk="0">
                    <a:moveTo>
                      <a:pt x="293" y="0"/>
                    </a:moveTo>
                    <a:lnTo>
                      <a:pt x="0" y="1640"/>
                    </a:lnTo>
                    <a:lnTo>
                      <a:pt x="4641" y="1640"/>
                    </a:lnTo>
                    <a:cubicBezTo>
                      <a:pt x="5344" y="1640"/>
                      <a:pt x="4099" y="1025"/>
                      <a:pt x="4099" y="1025"/>
                    </a:cubicBezTo>
                    <a:lnTo>
                      <a:pt x="43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839;p58">
                <a:extLst>
                  <a:ext uri="{FF2B5EF4-FFF2-40B4-BE49-F238E27FC236}">
                    <a16:creationId xmlns:a16="http://schemas.microsoft.com/office/drawing/2014/main" id="{F7C730C3-6811-0912-2AD0-A41BA686AA7E}"/>
                  </a:ext>
                </a:extLst>
              </p:cNvPr>
              <p:cNvSpPr/>
              <p:nvPr/>
            </p:nvSpPr>
            <p:spPr>
              <a:xfrm>
                <a:off x="-70034" y="2207587"/>
                <a:ext cx="1122540" cy="2373939"/>
              </a:xfrm>
              <a:custGeom>
                <a:avLst/>
                <a:gdLst/>
                <a:ahLst/>
                <a:cxnLst/>
                <a:rect l="l" t="t" r="r" b="b"/>
                <a:pathLst>
                  <a:path w="13250" h="28021" extrusionOk="0">
                    <a:moveTo>
                      <a:pt x="13249" y="0"/>
                    </a:moveTo>
                    <a:lnTo>
                      <a:pt x="4876" y="937"/>
                    </a:lnTo>
                    <a:lnTo>
                      <a:pt x="1" y="28020"/>
                    </a:lnTo>
                    <a:lnTo>
                      <a:pt x="4993" y="28020"/>
                    </a:lnTo>
                    <a:lnTo>
                      <a:pt x="9165" y="3895"/>
                    </a:lnTo>
                    <a:lnTo>
                      <a:pt x="5769" y="28020"/>
                    </a:lnTo>
                    <a:lnTo>
                      <a:pt x="10439" y="28020"/>
                    </a:lnTo>
                    <a:lnTo>
                      <a:pt x="132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840;p58">
                <a:extLst>
                  <a:ext uri="{FF2B5EF4-FFF2-40B4-BE49-F238E27FC236}">
                    <a16:creationId xmlns:a16="http://schemas.microsoft.com/office/drawing/2014/main" id="{2EFED5EB-5510-741C-57FD-00B165E652D3}"/>
                  </a:ext>
                </a:extLst>
              </p:cNvPr>
              <p:cNvSpPr/>
              <p:nvPr/>
            </p:nvSpPr>
            <p:spPr>
              <a:xfrm>
                <a:off x="1651484" y="1861504"/>
                <a:ext cx="275425" cy="345827"/>
              </a:xfrm>
              <a:custGeom>
                <a:avLst/>
                <a:gdLst/>
                <a:ahLst/>
                <a:cxnLst/>
                <a:rect l="l" t="t" r="r" b="b"/>
                <a:pathLst>
                  <a:path w="3251" h="4082" extrusionOk="0">
                    <a:moveTo>
                      <a:pt x="1209" y="0"/>
                    </a:moveTo>
                    <a:cubicBezTo>
                      <a:pt x="1040" y="0"/>
                      <a:pt x="0" y="1538"/>
                      <a:pt x="0" y="1538"/>
                    </a:cubicBezTo>
                    <a:cubicBezTo>
                      <a:pt x="0" y="1538"/>
                      <a:pt x="572" y="4082"/>
                      <a:pt x="1059" y="4082"/>
                    </a:cubicBezTo>
                    <a:cubicBezTo>
                      <a:pt x="1077" y="4082"/>
                      <a:pt x="1095" y="4078"/>
                      <a:pt x="1113" y="4071"/>
                    </a:cubicBezTo>
                    <a:cubicBezTo>
                      <a:pt x="1113" y="4071"/>
                      <a:pt x="2899" y="3002"/>
                      <a:pt x="3001" y="2783"/>
                    </a:cubicBezTo>
                    <a:cubicBezTo>
                      <a:pt x="3036" y="2709"/>
                      <a:pt x="2953" y="2685"/>
                      <a:pt x="2827" y="2685"/>
                    </a:cubicBezTo>
                    <a:cubicBezTo>
                      <a:pt x="2575" y="2685"/>
                      <a:pt x="2152" y="2783"/>
                      <a:pt x="2152" y="2783"/>
                    </a:cubicBezTo>
                    <a:cubicBezTo>
                      <a:pt x="2152" y="2783"/>
                      <a:pt x="3089" y="2460"/>
                      <a:pt x="3177" y="2241"/>
                    </a:cubicBezTo>
                    <a:cubicBezTo>
                      <a:pt x="3206" y="2168"/>
                      <a:pt x="3075" y="2143"/>
                      <a:pt x="2886" y="2143"/>
                    </a:cubicBezTo>
                    <a:cubicBezTo>
                      <a:pt x="2508" y="2143"/>
                      <a:pt x="1903" y="2241"/>
                      <a:pt x="1903" y="2241"/>
                    </a:cubicBezTo>
                    <a:cubicBezTo>
                      <a:pt x="1903" y="2241"/>
                      <a:pt x="3250" y="1948"/>
                      <a:pt x="3192" y="1655"/>
                    </a:cubicBezTo>
                    <a:cubicBezTo>
                      <a:pt x="3164" y="1543"/>
                      <a:pt x="2925" y="1508"/>
                      <a:pt x="2643" y="1508"/>
                    </a:cubicBezTo>
                    <a:cubicBezTo>
                      <a:pt x="2191" y="1508"/>
                      <a:pt x="1625" y="1597"/>
                      <a:pt x="1625" y="1597"/>
                    </a:cubicBezTo>
                    <a:cubicBezTo>
                      <a:pt x="1625" y="1597"/>
                      <a:pt x="3162" y="1231"/>
                      <a:pt x="3148" y="894"/>
                    </a:cubicBezTo>
                    <a:cubicBezTo>
                      <a:pt x="3141" y="815"/>
                      <a:pt x="3014" y="786"/>
                      <a:pt x="2828" y="786"/>
                    </a:cubicBezTo>
                    <a:cubicBezTo>
                      <a:pt x="2252" y="786"/>
                      <a:pt x="1098" y="1070"/>
                      <a:pt x="1098" y="1070"/>
                    </a:cubicBezTo>
                    <a:cubicBezTo>
                      <a:pt x="1464" y="572"/>
                      <a:pt x="1362" y="60"/>
                      <a:pt x="1215" y="1"/>
                    </a:cubicBezTo>
                    <a:cubicBezTo>
                      <a:pt x="1213" y="0"/>
                      <a:pt x="1211" y="0"/>
                      <a:pt x="1209" y="0"/>
                    </a:cubicBezTo>
                    <a:close/>
                  </a:path>
                </a:pathLst>
              </a:custGeom>
              <a:solidFill>
                <a:srgbClr val="FF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841;p58">
                <a:extLst>
                  <a:ext uri="{FF2B5EF4-FFF2-40B4-BE49-F238E27FC236}">
                    <a16:creationId xmlns:a16="http://schemas.microsoft.com/office/drawing/2014/main" id="{751BFC28-09EB-3ABE-0B4B-D672C335B646}"/>
                  </a:ext>
                </a:extLst>
              </p:cNvPr>
              <p:cNvSpPr/>
              <p:nvPr/>
            </p:nvSpPr>
            <p:spPr>
              <a:xfrm>
                <a:off x="221404" y="1376056"/>
                <a:ext cx="1525638" cy="1053917"/>
              </a:xfrm>
              <a:custGeom>
                <a:avLst/>
                <a:gdLst/>
                <a:ahLst/>
                <a:cxnLst/>
                <a:rect l="l" t="t" r="r" b="b"/>
                <a:pathLst>
                  <a:path w="18008" h="12440" extrusionOk="0">
                    <a:moveTo>
                      <a:pt x="5946" y="0"/>
                    </a:moveTo>
                    <a:cubicBezTo>
                      <a:pt x="4444" y="0"/>
                      <a:pt x="2514" y="105"/>
                      <a:pt x="1948" y="534"/>
                    </a:cubicBezTo>
                    <a:cubicBezTo>
                      <a:pt x="1948" y="534"/>
                      <a:pt x="1084" y="739"/>
                      <a:pt x="528" y="2876"/>
                    </a:cubicBezTo>
                    <a:cubicBezTo>
                      <a:pt x="1" y="4926"/>
                      <a:pt x="2504" y="7092"/>
                      <a:pt x="2504" y="7092"/>
                    </a:cubicBezTo>
                    <a:lnTo>
                      <a:pt x="967" y="10913"/>
                    </a:lnTo>
                    <a:cubicBezTo>
                      <a:pt x="967" y="10913"/>
                      <a:pt x="3135" y="12440"/>
                      <a:pt x="6103" y="12440"/>
                    </a:cubicBezTo>
                    <a:cubicBezTo>
                      <a:pt x="7246" y="12440"/>
                      <a:pt x="8507" y="12214"/>
                      <a:pt x="9809" y="11587"/>
                    </a:cubicBezTo>
                    <a:cubicBezTo>
                      <a:pt x="10282" y="11823"/>
                      <a:pt x="10797" y="11907"/>
                      <a:pt x="11290" y="11907"/>
                    </a:cubicBezTo>
                    <a:cubicBezTo>
                      <a:pt x="12172" y="11907"/>
                      <a:pt x="12987" y="11640"/>
                      <a:pt x="13381" y="11499"/>
                    </a:cubicBezTo>
                    <a:cubicBezTo>
                      <a:pt x="14304" y="11162"/>
                      <a:pt x="18008" y="9830"/>
                      <a:pt x="18008" y="9830"/>
                    </a:cubicBezTo>
                    <a:lnTo>
                      <a:pt x="16880" y="7268"/>
                    </a:lnTo>
                    <a:cubicBezTo>
                      <a:pt x="16880" y="7268"/>
                      <a:pt x="14274" y="8293"/>
                      <a:pt x="12049" y="8630"/>
                    </a:cubicBezTo>
                    <a:cubicBezTo>
                      <a:pt x="12029" y="8633"/>
                      <a:pt x="12009" y="8634"/>
                      <a:pt x="11989" y="8634"/>
                    </a:cubicBezTo>
                    <a:cubicBezTo>
                      <a:pt x="11091" y="8634"/>
                      <a:pt x="10950" y="5398"/>
                      <a:pt x="10878" y="3535"/>
                    </a:cubicBezTo>
                    <a:cubicBezTo>
                      <a:pt x="10805" y="1881"/>
                      <a:pt x="9634" y="432"/>
                      <a:pt x="7994" y="95"/>
                    </a:cubicBezTo>
                    <a:cubicBezTo>
                      <a:pt x="7921" y="80"/>
                      <a:pt x="7848" y="80"/>
                      <a:pt x="7804" y="66"/>
                    </a:cubicBezTo>
                    <a:cubicBezTo>
                      <a:pt x="7600" y="38"/>
                      <a:pt x="6851" y="0"/>
                      <a:pt x="59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842;p58">
                <a:extLst>
                  <a:ext uri="{FF2B5EF4-FFF2-40B4-BE49-F238E27FC236}">
                    <a16:creationId xmlns:a16="http://schemas.microsoft.com/office/drawing/2014/main" id="{34520331-3C16-AA29-2F0A-0ED21A8793F7}"/>
                  </a:ext>
                </a:extLst>
              </p:cNvPr>
              <p:cNvSpPr/>
              <p:nvPr/>
            </p:nvSpPr>
            <p:spPr>
              <a:xfrm>
                <a:off x="987954" y="1597345"/>
                <a:ext cx="50917" cy="765360"/>
              </a:xfrm>
              <a:custGeom>
                <a:avLst/>
                <a:gdLst/>
                <a:ahLst/>
                <a:cxnLst/>
                <a:rect l="l" t="t" r="r" b="b"/>
                <a:pathLst>
                  <a:path w="601" h="9034" extrusionOk="0">
                    <a:moveTo>
                      <a:pt x="15" y="1"/>
                    </a:moveTo>
                    <a:lnTo>
                      <a:pt x="15" y="1"/>
                    </a:lnTo>
                    <a:cubicBezTo>
                      <a:pt x="0" y="15"/>
                      <a:pt x="29" y="513"/>
                      <a:pt x="88" y="1333"/>
                    </a:cubicBezTo>
                    <a:cubicBezTo>
                      <a:pt x="161" y="2138"/>
                      <a:pt x="234" y="3265"/>
                      <a:pt x="308" y="4510"/>
                    </a:cubicBezTo>
                    <a:cubicBezTo>
                      <a:pt x="366" y="5754"/>
                      <a:pt x="439" y="6896"/>
                      <a:pt x="469" y="7716"/>
                    </a:cubicBezTo>
                    <a:cubicBezTo>
                      <a:pt x="483" y="8126"/>
                      <a:pt x="513" y="8462"/>
                      <a:pt x="527" y="8682"/>
                    </a:cubicBezTo>
                    <a:cubicBezTo>
                      <a:pt x="542" y="8902"/>
                      <a:pt x="556" y="9033"/>
                      <a:pt x="586" y="9033"/>
                    </a:cubicBezTo>
                    <a:cubicBezTo>
                      <a:pt x="586" y="9033"/>
                      <a:pt x="600" y="8931"/>
                      <a:pt x="600" y="8682"/>
                    </a:cubicBezTo>
                    <a:lnTo>
                      <a:pt x="600" y="7716"/>
                    </a:lnTo>
                    <a:cubicBezTo>
                      <a:pt x="600" y="6896"/>
                      <a:pt x="556" y="5754"/>
                      <a:pt x="483" y="4510"/>
                    </a:cubicBezTo>
                    <a:cubicBezTo>
                      <a:pt x="410" y="3251"/>
                      <a:pt x="308" y="2138"/>
                      <a:pt x="220" y="1318"/>
                    </a:cubicBezTo>
                    <a:cubicBezTo>
                      <a:pt x="161" y="894"/>
                      <a:pt x="117" y="557"/>
                      <a:pt x="88" y="338"/>
                    </a:cubicBezTo>
                    <a:cubicBezTo>
                      <a:pt x="44" y="118"/>
                      <a:pt x="29" y="1"/>
                      <a:pt x="15"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843;p58">
                <a:extLst>
                  <a:ext uri="{FF2B5EF4-FFF2-40B4-BE49-F238E27FC236}">
                    <a16:creationId xmlns:a16="http://schemas.microsoft.com/office/drawing/2014/main" id="{F88CC2B6-C933-FA9A-8A65-D61773394DDA}"/>
                  </a:ext>
                </a:extLst>
              </p:cNvPr>
              <p:cNvSpPr/>
              <p:nvPr/>
            </p:nvSpPr>
            <p:spPr>
              <a:xfrm>
                <a:off x="1522455" y="2035181"/>
                <a:ext cx="81924" cy="222136"/>
              </a:xfrm>
              <a:custGeom>
                <a:avLst/>
                <a:gdLst/>
                <a:ahLst/>
                <a:cxnLst/>
                <a:rect l="l" t="t" r="r" b="b"/>
                <a:pathLst>
                  <a:path w="967" h="2622" extrusionOk="0">
                    <a:moveTo>
                      <a:pt x="32" y="0"/>
                    </a:moveTo>
                    <a:cubicBezTo>
                      <a:pt x="31" y="0"/>
                      <a:pt x="31" y="0"/>
                      <a:pt x="30" y="1"/>
                    </a:cubicBezTo>
                    <a:cubicBezTo>
                      <a:pt x="1" y="1"/>
                      <a:pt x="162" y="615"/>
                      <a:pt x="396" y="1347"/>
                    </a:cubicBezTo>
                    <a:cubicBezTo>
                      <a:pt x="627" y="2041"/>
                      <a:pt x="873" y="2621"/>
                      <a:pt x="921" y="2621"/>
                    </a:cubicBezTo>
                    <a:cubicBezTo>
                      <a:pt x="922" y="2621"/>
                      <a:pt x="923" y="2621"/>
                      <a:pt x="923" y="2621"/>
                    </a:cubicBezTo>
                    <a:cubicBezTo>
                      <a:pt x="967" y="2606"/>
                      <a:pt x="821" y="2006"/>
                      <a:pt x="557" y="1289"/>
                    </a:cubicBezTo>
                    <a:cubicBezTo>
                      <a:pt x="326" y="580"/>
                      <a:pt x="94" y="0"/>
                      <a:pt x="32"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844;p58">
                <a:extLst>
                  <a:ext uri="{FF2B5EF4-FFF2-40B4-BE49-F238E27FC236}">
                    <a16:creationId xmlns:a16="http://schemas.microsoft.com/office/drawing/2014/main" id="{4EDB14CC-A045-CACC-6401-88B7FB0F141B}"/>
                  </a:ext>
                </a:extLst>
              </p:cNvPr>
              <p:cNvSpPr/>
              <p:nvPr/>
            </p:nvSpPr>
            <p:spPr>
              <a:xfrm>
                <a:off x="1634116" y="2170395"/>
                <a:ext cx="44732" cy="35752"/>
              </a:xfrm>
              <a:custGeom>
                <a:avLst/>
                <a:gdLst/>
                <a:ahLst/>
                <a:cxnLst/>
                <a:rect l="l" t="t" r="r" b="b"/>
                <a:pathLst>
                  <a:path w="528" h="422" extrusionOk="0">
                    <a:moveTo>
                      <a:pt x="303" y="128"/>
                    </a:moveTo>
                    <a:cubicBezTo>
                      <a:pt x="310" y="128"/>
                      <a:pt x="317" y="129"/>
                      <a:pt x="322" y="132"/>
                    </a:cubicBezTo>
                    <a:cubicBezTo>
                      <a:pt x="352" y="147"/>
                      <a:pt x="366" y="220"/>
                      <a:pt x="293" y="234"/>
                    </a:cubicBezTo>
                    <a:cubicBezTo>
                      <a:pt x="249" y="234"/>
                      <a:pt x="220" y="234"/>
                      <a:pt x="176" y="220"/>
                    </a:cubicBezTo>
                    <a:lnTo>
                      <a:pt x="147" y="191"/>
                    </a:lnTo>
                    <a:cubicBezTo>
                      <a:pt x="158" y="158"/>
                      <a:pt x="185" y="141"/>
                      <a:pt x="211" y="141"/>
                    </a:cubicBezTo>
                    <a:cubicBezTo>
                      <a:pt x="215" y="141"/>
                      <a:pt x="218" y="142"/>
                      <a:pt x="222" y="142"/>
                    </a:cubicBezTo>
                    <a:lnTo>
                      <a:pt x="222" y="142"/>
                    </a:lnTo>
                    <a:cubicBezTo>
                      <a:pt x="226" y="145"/>
                      <a:pt x="230" y="147"/>
                      <a:pt x="235" y="147"/>
                    </a:cubicBezTo>
                    <a:cubicBezTo>
                      <a:pt x="246" y="147"/>
                      <a:pt x="277" y="128"/>
                      <a:pt x="303" y="128"/>
                    </a:cubicBezTo>
                    <a:close/>
                    <a:moveTo>
                      <a:pt x="352" y="0"/>
                    </a:moveTo>
                    <a:cubicBezTo>
                      <a:pt x="283" y="0"/>
                      <a:pt x="240" y="52"/>
                      <a:pt x="223" y="83"/>
                    </a:cubicBezTo>
                    <a:lnTo>
                      <a:pt x="223" y="83"/>
                    </a:lnTo>
                    <a:cubicBezTo>
                      <a:pt x="222" y="80"/>
                      <a:pt x="221" y="77"/>
                      <a:pt x="220" y="73"/>
                    </a:cubicBezTo>
                    <a:cubicBezTo>
                      <a:pt x="205" y="69"/>
                      <a:pt x="187" y="65"/>
                      <a:pt x="168" y="65"/>
                    </a:cubicBezTo>
                    <a:cubicBezTo>
                      <a:pt x="130" y="65"/>
                      <a:pt x="88" y="78"/>
                      <a:pt x="59" y="117"/>
                    </a:cubicBezTo>
                    <a:cubicBezTo>
                      <a:pt x="15" y="132"/>
                      <a:pt x="0" y="205"/>
                      <a:pt x="15" y="234"/>
                    </a:cubicBezTo>
                    <a:cubicBezTo>
                      <a:pt x="30" y="278"/>
                      <a:pt x="44" y="308"/>
                      <a:pt x="88" y="352"/>
                    </a:cubicBezTo>
                    <a:cubicBezTo>
                      <a:pt x="142" y="394"/>
                      <a:pt x="219" y="422"/>
                      <a:pt x="291" y="422"/>
                    </a:cubicBezTo>
                    <a:cubicBezTo>
                      <a:pt x="317" y="422"/>
                      <a:pt x="343" y="418"/>
                      <a:pt x="366" y="410"/>
                    </a:cubicBezTo>
                    <a:cubicBezTo>
                      <a:pt x="425" y="381"/>
                      <a:pt x="454" y="352"/>
                      <a:pt x="498" y="308"/>
                    </a:cubicBezTo>
                    <a:cubicBezTo>
                      <a:pt x="527" y="278"/>
                      <a:pt x="527" y="220"/>
                      <a:pt x="527" y="161"/>
                    </a:cubicBezTo>
                    <a:cubicBezTo>
                      <a:pt x="527" y="117"/>
                      <a:pt x="513" y="73"/>
                      <a:pt x="469" y="44"/>
                    </a:cubicBezTo>
                    <a:cubicBezTo>
                      <a:pt x="439" y="15"/>
                      <a:pt x="381" y="0"/>
                      <a:pt x="352"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845;p58">
                <a:extLst>
                  <a:ext uri="{FF2B5EF4-FFF2-40B4-BE49-F238E27FC236}">
                    <a16:creationId xmlns:a16="http://schemas.microsoft.com/office/drawing/2014/main" id="{8BD25E70-1B40-AA1B-4F49-2292EE45303A}"/>
                  </a:ext>
                </a:extLst>
              </p:cNvPr>
              <p:cNvSpPr/>
              <p:nvPr/>
            </p:nvSpPr>
            <p:spPr>
              <a:xfrm>
                <a:off x="705158" y="1485684"/>
                <a:ext cx="43461" cy="961318"/>
              </a:xfrm>
              <a:custGeom>
                <a:avLst/>
                <a:gdLst/>
                <a:ahLst/>
                <a:cxnLst/>
                <a:rect l="l" t="t" r="r" b="b"/>
                <a:pathLst>
                  <a:path w="513" h="11347" extrusionOk="0">
                    <a:moveTo>
                      <a:pt x="453" y="1"/>
                    </a:moveTo>
                    <a:cubicBezTo>
                      <a:pt x="409" y="1"/>
                      <a:pt x="278" y="2537"/>
                      <a:pt x="161" y="5667"/>
                    </a:cubicBezTo>
                    <a:cubicBezTo>
                      <a:pt x="59" y="8800"/>
                      <a:pt x="0" y="11347"/>
                      <a:pt x="59" y="11347"/>
                    </a:cubicBezTo>
                    <a:cubicBezTo>
                      <a:pt x="117" y="11347"/>
                      <a:pt x="235" y="8800"/>
                      <a:pt x="352" y="5667"/>
                    </a:cubicBezTo>
                    <a:cubicBezTo>
                      <a:pt x="454" y="2534"/>
                      <a:pt x="513" y="1"/>
                      <a:pt x="454" y="1"/>
                    </a:cubicBezTo>
                    <a:cubicBezTo>
                      <a:pt x="454" y="1"/>
                      <a:pt x="454" y="1"/>
                      <a:pt x="453" y="1"/>
                    </a:cubicBezTo>
                    <a:close/>
                  </a:path>
                </a:pathLst>
              </a:custGeom>
              <a:solidFill>
                <a:srgbClr val="C69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846;p58">
                <a:extLst>
                  <a:ext uri="{FF2B5EF4-FFF2-40B4-BE49-F238E27FC236}">
                    <a16:creationId xmlns:a16="http://schemas.microsoft.com/office/drawing/2014/main" id="{9087CC2C-2382-903B-F97B-43C6600B612E}"/>
                  </a:ext>
                </a:extLst>
              </p:cNvPr>
              <p:cNvSpPr/>
              <p:nvPr/>
            </p:nvSpPr>
            <p:spPr>
              <a:xfrm>
                <a:off x="685333" y="844350"/>
                <a:ext cx="421736" cy="264496"/>
              </a:xfrm>
              <a:custGeom>
                <a:avLst/>
                <a:gdLst/>
                <a:ahLst/>
                <a:cxnLst/>
                <a:rect l="l" t="t" r="r" b="b"/>
                <a:pathLst>
                  <a:path w="4978" h="3122" extrusionOk="0">
                    <a:moveTo>
                      <a:pt x="2376" y="0"/>
                    </a:moveTo>
                    <a:cubicBezTo>
                      <a:pt x="2360" y="0"/>
                      <a:pt x="2344" y="1"/>
                      <a:pt x="2328" y="3"/>
                    </a:cubicBezTo>
                    <a:cubicBezTo>
                      <a:pt x="2152" y="32"/>
                      <a:pt x="1991" y="105"/>
                      <a:pt x="1845" y="178"/>
                    </a:cubicBezTo>
                    <a:cubicBezTo>
                      <a:pt x="1347" y="427"/>
                      <a:pt x="878" y="735"/>
                      <a:pt x="527" y="1174"/>
                    </a:cubicBezTo>
                    <a:cubicBezTo>
                      <a:pt x="176" y="1598"/>
                      <a:pt x="0" y="2199"/>
                      <a:pt x="147" y="2740"/>
                    </a:cubicBezTo>
                    <a:lnTo>
                      <a:pt x="73" y="2784"/>
                    </a:lnTo>
                    <a:cubicBezTo>
                      <a:pt x="29" y="2901"/>
                      <a:pt x="103" y="3004"/>
                      <a:pt x="205" y="3062"/>
                    </a:cubicBezTo>
                    <a:cubicBezTo>
                      <a:pt x="293" y="3121"/>
                      <a:pt x="395" y="3121"/>
                      <a:pt x="512" y="3121"/>
                    </a:cubicBezTo>
                    <a:cubicBezTo>
                      <a:pt x="563" y="3122"/>
                      <a:pt x="613" y="3122"/>
                      <a:pt x="663" y="3122"/>
                    </a:cubicBezTo>
                    <a:cubicBezTo>
                      <a:pt x="1710" y="3122"/>
                      <a:pt x="2756" y="2976"/>
                      <a:pt x="3762" y="2696"/>
                    </a:cubicBezTo>
                    <a:cubicBezTo>
                      <a:pt x="3762" y="2374"/>
                      <a:pt x="4114" y="2169"/>
                      <a:pt x="4392" y="2008"/>
                    </a:cubicBezTo>
                    <a:cubicBezTo>
                      <a:pt x="4670" y="1833"/>
                      <a:pt x="4978" y="1540"/>
                      <a:pt x="4890" y="1232"/>
                    </a:cubicBezTo>
                    <a:cubicBezTo>
                      <a:pt x="4816" y="1027"/>
                      <a:pt x="4612" y="910"/>
                      <a:pt x="4407" y="881"/>
                    </a:cubicBezTo>
                    <a:cubicBezTo>
                      <a:pt x="4385" y="879"/>
                      <a:pt x="4363" y="879"/>
                      <a:pt x="4342" y="879"/>
                    </a:cubicBezTo>
                    <a:cubicBezTo>
                      <a:pt x="4201" y="879"/>
                      <a:pt x="4066" y="911"/>
                      <a:pt x="3926" y="949"/>
                    </a:cubicBezTo>
                    <a:lnTo>
                      <a:pt x="3926" y="949"/>
                    </a:lnTo>
                    <a:cubicBezTo>
                      <a:pt x="4052" y="859"/>
                      <a:pt x="4080" y="613"/>
                      <a:pt x="3953" y="486"/>
                    </a:cubicBezTo>
                    <a:cubicBezTo>
                      <a:pt x="3858" y="400"/>
                      <a:pt x="3729" y="364"/>
                      <a:pt x="3594" y="364"/>
                    </a:cubicBezTo>
                    <a:cubicBezTo>
                      <a:pt x="3498" y="364"/>
                      <a:pt x="3400" y="382"/>
                      <a:pt x="3309" y="413"/>
                    </a:cubicBezTo>
                    <a:cubicBezTo>
                      <a:pt x="3104" y="486"/>
                      <a:pt x="2884" y="588"/>
                      <a:pt x="2664" y="603"/>
                    </a:cubicBezTo>
                    <a:cubicBezTo>
                      <a:pt x="2811" y="559"/>
                      <a:pt x="2855" y="339"/>
                      <a:pt x="2767" y="193"/>
                    </a:cubicBezTo>
                    <a:cubicBezTo>
                      <a:pt x="2675" y="61"/>
                      <a:pt x="2523" y="0"/>
                      <a:pt x="23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847;p58">
                <a:extLst>
                  <a:ext uri="{FF2B5EF4-FFF2-40B4-BE49-F238E27FC236}">
                    <a16:creationId xmlns:a16="http://schemas.microsoft.com/office/drawing/2014/main" id="{5D659C37-18E1-BA1D-0677-EAC73A91B437}"/>
                  </a:ext>
                </a:extLst>
              </p:cNvPr>
              <p:cNvSpPr/>
              <p:nvPr/>
            </p:nvSpPr>
            <p:spPr>
              <a:xfrm>
                <a:off x="591378" y="949912"/>
                <a:ext cx="441306" cy="539412"/>
              </a:xfrm>
              <a:custGeom>
                <a:avLst/>
                <a:gdLst/>
                <a:ahLst/>
                <a:cxnLst/>
                <a:rect l="l" t="t" r="r" b="b"/>
                <a:pathLst>
                  <a:path w="5209" h="6367" extrusionOk="0">
                    <a:moveTo>
                      <a:pt x="2833" y="1"/>
                    </a:moveTo>
                    <a:cubicBezTo>
                      <a:pt x="1562" y="1"/>
                      <a:pt x="1504" y="587"/>
                      <a:pt x="1504" y="587"/>
                    </a:cubicBezTo>
                    <a:lnTo>
                      <a:pt x="1504" y="1597"/>
                    </a:lnTo>
                    <a:cubicBezTo>
                      <a:pt x="1504" y="1597"/>
                      <a:pt x="1222" y="1377"/>
                      <a:pt x="921" y="1377"/>
                    </a:cubicBezTo>
                    <a:cubicBezTo>
                      <a:pt x="694" y="1377"/>
                      <a:pt x="457" y="1500"/>
                      <a:pt x="319" y="1933"/>
                    </a:cubicBezTo>
                    <a:cubicBezTo>
                      <a:pt x="1" y="2874"/>
                      <a:pt x="858" y="2900"/>
                      <a:pt x="954" y="2900"/>
                    </a:cubicBezTo>
                    <a:cubicBezTo>
                      <a:pt x="960" y="2900"/>
                      <a:pt x="963" y="2900"/>
                      <a:pt x="963" y="2900"/>
                    </a:cubicBezTo>
                    <a:lnTo>
                      <a:pt x="963" y="2900"/>
                    </a:lnTo>
                    <a:lnTo>
                      <a:pt x="772" y="5257"/>
                    </a:lnTo>
                    <a:cubicBezTo>
                      <a:pt x="758" y="5564"/>
                      <a:pt x="846" y="5886"/>
                      <a:pt x="1065" y="6106"/>
                    </a:cubicBezTo>
                    <a:cubicBezTo>
                      <a:pt x="1268" y="6297"/>
                      <a:pt x="1500" y="6366"/>
                      <a:pt x="1731" y="6366"/>
                    </a:cubicBezTo>
                    <a:cubicBezTo>
                      <a:pt x="2083" y="6366"/>
                      <a:pt x="2431" y="6203"/>
                      <a:pt x="2661" y="6062"/>
                    </a:cubicBezTo>
                    <a:cubicBezTo>
                      <a:pt x="2837" y="5930"/>
                      <a:pt x="2954" y="5754"/>
                      <a:pt x="2954" y="5535"/>
                    </a:cubicBezTo>
                    <a:lnTo>
                      <a:pt x="2954" y="4905"/>
                    </a:lnTo>
                    <a:lnTo>
                      <a:pt x="3817" y="4905"/>
                    </a:lnTo>
                    <a:cubicBezTo>
                      <a:pt x="5208" y="4832"/>
                      <a:pt x="4959" y="396"/>
                      <a:pt x="4959" y="396"/>
                    </a:cubicBezTo>
                    <a:cubicBezTo>
                      <a:pt x="4959" y="57"/>
                      <a:pt x="4307" y="45"/>
                      <a:pt x="4210" y="45"/>
                    </a:cubicBezTo>
                    <a:cubicBezTo>
                      <a:pt x="4202" y="45"/>
                      <a:pt x="4198" y="45"/>
                      <a:pt x="4198" y="45"/>
                    </a:cubicBezTo>
                    <a:lnTo>
                      <a:pt x="2880" y="1"/>
                    </a:lnTo>
                    <a:cubicBezTo>
                      <a:pt x="2865" y="1"/>
                      <a:pt x="2849" y="1"/>
                      <a:pt x="2833"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848;p58">
                <a:extLst>
                  <a:ext uri="{FF2B5EF4-FFF2-40B4-BE49-F238E27FC236}">
                    <a16:creationId xmlns:a16="http://schemas.microsoft.com/office/drawing/2014/main" id="{42E14538-AA2D-7162-D521-826E1FA43A1B}"/>
                  </a:ext>
                </a:extLst>
              </p:cNvPr>
              <p:cNvSpPr/>
              <p:nvPr/>
            </p:nvSpPr>
            <p:spPr>
              <a:xfrm>
                <a:off x="923397" y="1127316"/>
                <a:ext cx="22451" cy="111661"/>
              </a:xfrm>
              <a:custGeom>
                <a:avLst/>
                <a:gdLst/>
                <a:ahLst/>
                <a:cxnLst/>
                <a:rect l="l" t="t" r="r" b="b"/>
                <a:pathLst>
                  <a:path w="265" h="1318" extrusionOk="0">
                    <a:moveTo>
                      <a:pt x="206" y="0"/>
                    </a:moveTo>
                    <a:cubicBezTo>
                      <a:pt x="177" y="0"/>
                      <a:pt x="177" y="322"/>
                      <a:pt x="177" y="732"/>
                    </a:cubicBezTo>
                    <a:cubicBezTo>
                      <a:pt x="177" y="908"/>
                      <a:pt x="206" y="1113"/>
                      <a:pt x="147" y="1201"/>
                    </a:cubicBezTo>
                    <a:cubicBezTo>
                      <a:pt x="133" y="1245"/>
                      <a:pt x="103" y="1274"/>
                      <a:pt x="59" y="1274"/>
                    </a:cubicBezTo>
                    <a:cubicBezTo>
                      <a:pt x="30" y="1303"/>
                      <a:pt x="1" y="1303"/>
                      <a:pt x="1" y="1303"/>
                    </a:cubicBezTo>
                    <a:cubicBezTo>
                      <a:pt x="1" y="1303"/>
                      <a:pt x="30" y="1318"/>
                      <a:pt x="59" y="1318"/>
                    </a:cubicBezTo>
                    <a:cubicBezTo>
                      <a:pt x="103" y="1318"/>
                      <a:pt x="147" y="1274"/>
                      <a:pt x="206" y="1230"/>
                    </a:cubicBezTo>
                    <a:cubicBezTo>
                      <a:pt x="250" y="1172"/>
                      <a:pt x="264" y="1084"/>
                      <a:pt x="264" y="981"/>
                    </a:cubicBezTo>
                    <a:lnTo>
                      <a:pt x="264" y="718"/>
                    </a:lnTo>
                    <a:cubicBezTo>
                      <a:pt x="264" y="322"/>
                      <a:pt x="220"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849;p58">
                <a:extLst>
                  <a:ext uri="{FF2B5EF4-FFF2-40B4-BE49-F238E27FC236}">
                    <a16:creationId xmlns:a16="http://schemas.microsoft.com/office/drawing/2014/main" id="{277E1130-E77F-118B-AB3B-1B0E0AFB80BE}"/>
                  </a:ext>
                </a:extLst>
              </p:cNvPr>
              <p:cNvSpPr/>
              <p:nvPr/>
            </p:nvSpPr>
            <p:spPr>
              <a:xfrm>
                <a:off x="856468" y="1129773"/>
                <a:ext cx="8726" cy="28635"/>
              </a:xfrm>
              <a:custGeom>
                <a:avLst/>
                <a:gdLst/>
                <a:ahLst/>
                <a:cxnLst/>
                <a:rect l="l" t="t" r="r" b="b"/>
                <a:pathLst>
                  <a:path w="103" h="338" extrusionOk="0">
                    <a:moveTo>
                      <a:pt x="44" y="1"/>
                    </a:moveTo>
                    <a:cubicBezTo>
                      <a:pt x="30" y="1"/>
                      <a:pt x="0" y="74"/>
                      <a:pt x="0" y="176"/>
                    </a:cubicBezTo>
                    <a:cubicBezTo>
                      <a:pt x="0" y="264"/>
                      <a:pt x="44" y="337"/>
                      <a:pt x="59" y="337"/>
                    </a:cubicBezTo>
                    <a:cubicBezTo>
                      <a:pt x="74" y="337"/>
                      <a:pt x="103" y="264"/>
                      <a:pt x="103" y="176"/>
                    </a:cubicBezTo>
                    <a:cubicBezTo>
                      <a:pt x="103" y="74"/>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850;p58">
                <a:extLst>
                  <a:ext uri="{FF2B5EF4-FFF2-40B4-BE49-F238E27FC236}">
                    <a16:creationId xmlns:a16="http://schemas.microsoft.com/office/drawing/2014/main" id="{96310217-979A-F5DD-32F5-E1A8CD8C13CF}"/>
                  </a:ext>
                </a:extLst>
              </p:cNvPr>
              <p:cNvSpPr/>
              <p:nvPr/>
            </p:nvSpPr>
            <p:spPr>
              <a:xfrm>
                <a:off x="978042" y="1128587"/>
                <a:ext cx="8726" cy="27365"/>
              </a:xfrm>
              <a:custGeom>
                <a:avLst/>
                <a:gdLst/>
                <a:ahLst/>
                <a:cxnLst/>
                <a:rect l="l" t="t" r="r" b="b"/>
                <a:pathLst>
                  <a:path w="103" h="323" extrusionOk="0">
                    <a:moveTo>
                      <a:pt x="59" y="0"/>
                    </a:moveTo>
                    <a:cubicBezTo>
                      <a:pt x="15" y="0"/>
                      <a:pt x="0" y="73"/>
                      <a:pt x="15" y="161"/>
                    </a:cubicBezTo>
                    <a:cubicBezTo>
                      <a:pt x="15" y="264"/>
                      <a:pt x="59" y="322"/>
                      <a:pt x="73" y="322"/>
                    </a:cubicBezTo>
                    <a:cubicBezTo>
                      <a:pt x="88" y="322"/>
                      <a:pt x="103" y="264"/>
                      <a:pt x="103" y="161"/>
                    </a:cubicBezTo>
                    <a:cubicBezTo>
                      <a:pt x="103" y="73"/>
                      <a:pt x="73"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851;p58">
                <a:extLst>
                  <a:ext uri="{FF2B5EF4-FFF2-40B4-BE49-F238E27FC236}">
                    <a16:creationId xmlns:a16="http://schemas.microsoft.com/office/drawing/2014/main" id="{B05F361C-6405-0CB6-F639-AF6BB40164F8}"/>
                  </a:ext>
                </a:extLst>
              </p:cNvPr>
              <p:cNvSpPr/>
              <p:nvPr/>
            </p:nvSpPr>
            <p:spPr>
              <a:xfrm>
                <a:off x="832916" y="1222796"/>
                <a:ext cx="83195" cy="72351"/>
              </a:xfrm>
              <a:custGeom>
                <a:avLst/>
                <a:gdLst/>
                <a:ahLst/>
                <a:cxnLst/>
                <a:rect l="l" t="t" r="r" b="b"/>
                <a:pathLst>
                  <a:path w="982" h="854" extrusionOk="0">
                    <a:moveTo>
                      <a:pt x="191" y="1"/>
                    </a:moveTo>
                    <a:lnTo>
                      <a:pt x="161" y="45"/>
                    </a:lnTo>
                    <a:cubicBezTo>
                      <a:pt x="0" y="264"/>
                      <a:pt x="44" y="586"/>
                      <a:pt x="264" y="762"/>
                    </a:cubicBezTo>
                    <a:cubicBezTo>
                      <a:pt x="349" y="824"/>
                      <a:pt x="451" y="854"/>
                      <a:pt x="554" y="854"/>
                    </a:cubicBezTo>
                    <a:cubicBezTo>
                      <a:pt x="717" y="854"/>
                      <a:pt x="882" y="780"/>
                      <a:pt x="981" y="645"/>
                    </a:cubicBezTo>
                    <a:lnTo>
                      <a:pt x="981" y="645"/>
                    </a:lnTo>
                    <a:cubicBezTo>
                      <a:pt x="966" y="646"/>
                      <a:pt x="951" y="647"/>
                      <a:pt x="936" y="647"/>
                    </a:cubicBezTo>
                    <a:cubicBezTo>
                      <a:pt x="773" y="647"/>
                      <a:pt x="603" y="577"/>
                      <a:pt x="469" y="484"/>
                    </a:cubicBezTo>
                    <a:cubicBezTo>
                      <a:pt x="322" y="367"/>
                      <a:pt x="234" y="19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852;p58">
                <a:extLst>
                  <a:ext uri="{FF2B5EF4-FFF2-40B4-BE49-F238E27FC236}">
                    <a16:creationId xmlns:a16="http://schemas.microsoft.com/office/drawing/2014/main" id="{D01868F0-80FD-CEB1-375F-87BCB7761E5B}"/>
                  </a:ext>
                </a:extLst>
              </p:cNvPr>
              <p:cNvSpPr/>
              <p:nvPr/>
            </p:nvSpPr>
            <p:spPr>
              <a:xfrm>
                <a:off x="648056" y="1114015"/>
                <a:ext cx="33634" cy="49307"/>
              </a:xfrm>
              <a:custGeom>
                <a:avLst/>
                <a:gdLst/>
                <a:ahLst/>
                <a:cxnLst/>
                <a:rect l="l" t="t" r="r" b="b"/>
                <a:pathLst>
                  <a:path w="397" h="582" extrusionOk="0">
                    <a:moveTo>
                      <a:pt x="30" y="0"/>
                    </a:moveTo>
                    <a:cubicBezTo>
                      <a:pt x="12" y="0"/>
                      <a:pt x="1" y="4"/>
                      <a:pt x="1" y="11"/>
                    </a:cubicBezTo>
                    <a:cubicBezTo>
                      <a:pt x="1" y="40"/>
                      <a:pt x="147" y="84"/>
                      <a:pt x="250" y="245"/>
                    </a:cubicBezTo>
                    <a:cubicBezTo>
                      <a:pt x="338" y="406"/>
                      <a:pt x="338" y="582"/>
                      <a:pt x="367" y="582"/>
                    </a:cubicBezTo>
                    <a:cubicBezTo>
                      <a:pt x="367" y="582"/>
                      <a:pt x="396" y="538"/>
                      <a:pt x="396" y="465"/>
                    </a:cubicBezTo>
                    <a:cubicBezTo>
                      <a:pt x="396" y="392"/>
                      <a:pt x="382" y="289"/>
                      <a:pt x="323" y="187"/>
                    </a:cubicBezTo>
                    <a:cubicBezTo>
                      <a:pt x="250" y="99"/>
                      <a:pt x="177" y="26"/>
                      <a:pt x="103" y="11"/>
                    </a:cubicBezTo>
                    <a:cubicBezTo>
                      <a:pt x="74" y="4"/>
                      <a:pt x="49" y="0"/>
                      <a:pt x="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853;p58">
                <a:extLst>
                  <a:ext uri="{FF2B5EF4-FFF2-40B4-BE49-F238E27FC236}">
                    <a16:creationId xmlns:a16="http://schemas.microsoft.com/office/drawing/2014/main" id="{6AD8C2BD-BF34-7273-3003-82FD97165333}"/>
                  </a:ext>
                </a:extLst>
              </p:cNvPr>
              <p:cNvSpPr/>
              <p:nvPr/>
            </p:nvSpPr>
            <p:spPr>
              <a:xfrm>
                <a:off x="778356" y="1325732"/>
                <a:ext cx="67014" cy="117930"/>
              </a:xfrm>
              <a:custGeom>
                <a:avLst/>
                <a:gdLst/>
                <a:ahLst/>
                <a:cxnLst/>
                <a:rect l="l" t="t" r="r" b="b"/>
                <a:pathLst>
                  <a:path w="791" h="1392" extrusionOk="0">
                    <a:moveTo>
                      <a:pt x="15" y="1"/>
                    </a:moveTo>
                    <a:cubicBezTo>
                      <a:pt x="0" y="235"/>
                      <a:pt x="0" y="498"/>
                      <a:pt x="73" y="733"/>
                    </a:cubicBezTo>
                    <a:cubicBezTo>
                      <a:pt x="146" y="967"/>
                      <a:pt x="293" y="1187"/>
                      <a:pt x="512" y="1289"/>
                    </a:cubicBezTo>
                    <a:cubicBezTo>
                      <a:pt x="586" y="1333"/>
                      <a:pt x="703" y="1392"/>
                      <a:pt x="703" y="1392"/>
                    </a:cubicBezTo>
                    <a:cubicBezTo>
                      <a:pt x="703" y="1377"/>
                      <a:pt x="747" y="1216"/>
                      <a:pt x="747" y="1201"/>
                    </a:cubicBezTo>
                    <a:cubicBezTo>
                      <a:pt x="791" y="952"/>
                      <a:pt x="791" y="762"/>
                      <a:pt x="747" y="469"/>
                    </a:cubicBezTo>
                    <a:cubicBezTo>
                      <a:pt x="454" y="396"/>
                      <a:pt x="190" y="220"/>
                      <a:pt x="15"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854;p58">
                <a:extLst>
                  <a:ext uri="{FF2B5EF4-FFF2-40B4-BE49-F238E27FC236}">
                    <a16:creationId xmlns:a16="http://schemas.microsoft.com/office/drawing/2014/main" id="{F59E7855-D53C-4ED4-B748-315757659132}"/>
                  </a:ext>
                </a:extLst>
              </p:cNvPr>
              <p:cNvSpPr/>
              <p:nvPr/>
            </p:nvSpPr>
            <p:spPr>
              <a:xfrm>
                <a:off x="697702" y="913906"/>
                <a:ext cx="334983" cy="253906"/>
              </a:xfrm>
              <a:custGeom>
                <a:avLst/>
                <a:gdLst/>
                <a:ahLst/>
                <a:cxnLst/>
                <a:rect l="l" t="t" r="r" b="b"/>
                <a:pathLst>
                  <a:path w="3954" h="2997" extrusionOk="0">
                    <a:moveTo>
                      <a:pt x="1836" y="0"/>
                    </a:moveTo>
                    <a:cubicBezTo>
                      <a:pt x="1810" y="0"/>
                      <a:pt x="1784" y="1"/>
                      <a:pt x="1757" y="1"/>
                    </a:cubicBezTo>
                    <a:cubicBezTo>
                      <a:pt x="1245" y="31"/>
                      <a:pt x="732" y="192"/>
                      <a:pt x="396" y="572"/>
                    </a:cubicBezTo>
                    <a:cubicBezTo>
                      <a:pt x="74" y="968"/>
                      <a:pt x="1" y="1582"/>
                      <a:pt x="323" y="1963"/>
                    </a:cubicBezTo>
                    <a:lnTo>
                      <a:pt x="249" y="1963"/>
                    </a:lnTo>
                    <a:cubicBezTo>
                      <a:pt x="323" y="2095"/>
                      <a:pt x="323" y="2256"/>
                      <a:pt x="323" y="2402"/>
                    </a:cubicBezTo>
                    <a:cubicBezTo>
                      <a:pt x="323" y="2549"/>
                      <a:pt x="323" y="2724"/>
                      <a:pt x="396" y="2841"/>
                    </a:cubicBezTo>
                    <a:cubicBezTo>
                      <a:pt x="447" y="2934"/>
                      <a:pt x="562" y="2997"/>
                      <a:pt x="662" y="2997"/>
                    </a:cubicBezTo>
                    <a:cubicBezTo>
                      <a:pt x="705" y="2997"/>
                      <a:pt x="745" y="2985"/>
                      <a:pt x="776" y="2959"/>
                    </a:cubicBezTo>
                    <a:cubicBezTo>
                      <a:pt x="879" y="2885"/>
                      <a:pt x="894" y="2768"/>
                      <a:pt x="908" y="2666"/>
                    </a:cubicBezTo>
                    <a:cubicBezTo>
                      <a:pt x="967" y="2227"/>
                      <a:pt x="1040" y="1787"/>
                      <a:pt x="1098" y="1348"/>
                    </a:cubicBezTo>
                    <a:cubicBezTo>
                      <a:pt x="1246" y="1417"/>
                      <a:pt x="1404" y="1450"/>
                      <a:pt x="1563" y="1450"/>
                    </a:cubicBezTo>
                    <a:cubicBezTo>
                      <a:pt x="1941" y="1450"/>
                      <a:pt x="2321" y="1267"/>
                      <a:pt x="2548" y="968"/>
                    </a:cubicBezTo>
                    <a:cubicBezTo>
                      <a:pt x="2777" y="1089"/>
                      <a:pt x="3030" y="1235"/>
                      <a:pt x="3297" y="1235"/>
                    </a:cubicBezTo>
                    <a:cubicBezTo>
                      <a:pt x="3320" y="1235"/>
                      <a:pt x="3344" y="1234"/>
                      <a:pt x="3368" y="1231"/>
                    </a:cubicBezTo>
                    <a:cubicBezTo>
                      <a:pt x="3660" y="1217"/>
                      <a:pt x="3953" y="924"/>
                      <a:pt x="3865" y="646"/>
                    </a:cubicBezTo>
                    <a:cubicBezTo>
                      <a:pt x="3792" y="411"/>
                      <a:pt x="3514" y="294"/>
                      <a:pt x="3250" y="250"/>
                    </a:cubicBezTo>
                    <a:cubicBezTo>
                      <a:pt x="2792" y="125"/>
                      <a:pt x="2321" y="0"/>
                      <a:pt x="18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855;p58">
                <a:extLst>
                  <a:ext uri="{FF2B5EF4-FFF2-40B4-BE49-F238E27FC236}">
                    <a16:creationId xmlns:a16="http://schemas.microsoft.com/office/drawing/2014/main" id="{5337BEAD-E12C-3C18-E541-F7CCFE23FEF8}"/>
                  </a:ext>
                </a:extLst>
              </p:cNvPr>
              <p:cNvSpPr/>
              <p:nvPr/>
            </p:nvSpPr>
            <p:spPr>
              <a:xfrm>
                <a:off x="966859" y="1417569"/>
                <a:ext cx="11268" cy="126572"/>
              </a:xfrm>
              <a:custGeom>
                <a:avLst/>
                <a:gdLst/>
                <a:ahLst/>
                <a:cxnLst/>
                <a:rect l="l" t="t" r="r" b="b"/>
                <a:pathLst>
                  <a:path w="133" h="1494" extrusionOk="0">
                    <a:moveTo>
                      <a:pt x="44" y="0"/>
                    </a:moveTo>
                    <a:cubicBezTo>
                      <a:pt x="30" y="0"/>
                      <a:pt x="0" y="322"/>
                      <a:pt x="30" y="747"/>
                    </a:cubicBezTo>
                    <a:cubicBezTo>
                      <a:pt x="44" y="1171"/>
                      <a:pt x="73" y="1493"/>
                      <a:pt x="103" y="1493"/>
                    </a:cubicBezTo>
                    <a:cubicBezTo>
                      <a:pt x="117" y="1493"/>
                      <a:pt x="132" y="1171"/>
                      <a:pt x="117" y="747"/>
                    </a:cubicBezTo>
                    <a:cubicBezTo>
                      <a:pt x="103" y="322"/>
                      <a:pt x="59" y="0"/>
                      <a:pt x="44"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856;p58">
                <a:extLst>
                  <a:ext uri="{FF2B5EF4-FFF2-40B4-BE49-F238E27FC236}">
                    <a16:creationId xmlns:a16="http://schemas.microsoft.com/office/drawing/2014/main" id="{A929407A-E252-8D5C-47A5-20DBAA6082ED}"/>
                  </a:ext>
                </a:extLst>
              </p:cNvPr>
              <p:cNvSpPr/>
              <p:nvPr/>
            </p:nvSpPr>
            <p:spPr>
              <a:xfrm>
                <a:off x="290875" y="2444465"/>
                <a:ext cx="172490" cy="143939"/>
              </a:xfrm>
              <a:custGeom>
                <a:avLst/>
                <a:gdLst/>
                <a:ahLst/>
                <a:cxnLst/>
                <a:rect l="l" t="t" r="r" b="b"/>
                <a:pathLst>
                  <a:path w="2036" h="1699" extrusionOk="0">
                    <a:moveTo>
                      <a:pt x="2019" y="0"/>
                    </a:moveTo>
                    <a:cubicBezTo>
                      <a:pt x="1971" y="0"/>
                      <a:pt x="1721" y="563"/>
                      <a:pt x="1172" y="1025"/>
                    </a:cubicBezTo>
                    <a:cubicBezTo>
                      <a:pt x="616" y="1508"/>
                      <a:pt x="1" y="1669"/>
                      <a:pt x="30" y="1699"/>
                    </a:cubicBezTo>
                    <a:cubicBezTo>
                      <a:pt x="30" y="1699"/>
                      <a:pt x="176" y="1684"/>
                      <a:pt x="411" y="1596"/>
                    </a:cubicBezTo>
                    <a:cubicBezTo>
                      <a:pt x="630" y="1523"/>
                      <a:pt x="938" y="1347"/>
                      <a:pt x="1230" y="1099"/>
                    </a:cubicBezTo>
                    <a:cubicBezTo>
                      <a:pt x="1509" y="864"/>
                      <a:pt x="1728" y="586"/>
                      <a:pt x="1860" y="367"/>
                    </a:cubicBezTo>
                    <a:cubicBezTo>
                      <a:pt x="1977" y="147"/>
                      <a:pt x="2036" y="1"/>
                      <a:pt x="2021" y="1"/>
                    </a:cubicBezTo>
                    <a:cubicBezTo>
                      <a:pt x="2020" y="0"/>
                      <a:pt x="2020" y="0"/>
                      <a:pt x="2019" y="0"/>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857;p58">
                <a:extLst>
                  <a:ext uri="{FF2B5EF4-FFF2-40B4-BE49-F238E27FC236}">
                    <a16:creationId xmlns:a16="http://schemas.microsoft.com/office/drawing/2014/main" id="{2CAB51C1-10C1-0A5D-5754-946375CD7862}"/>
                  </a:ext>
                </a:extLst>
              </p:cNvPr>
              <p:cNvSpPr/>
              <p:nvPr/>
            </p:nvSpPr>
            <p:spPr>
              <a:xfrm>
                <a:off x="623318" y="2434553"/>
                <a:ext cx="228236" cy="2135791"/>
              </a:xfrm>
              <a:custGeom>
                <a:avLst/>
                <a:gdLst/>
                <a:ahLst/>
                <a:cxnLst/>
                <a:rect l="l" t="t" r="r" b="b"/>
                <a:pathLst>
                  <a:path w="2694" h="25210" extrusionOk="0">
                    <a:moveTo>
                      <a:pt x="2665" y="0"/>
                    </a:moveTo>
                    <a:lnTo>
                      <a:pt x="2665" y="0"/>
                    </a:lnTo>
                    <a:cubicBezTo>
                      <a:pt x="2650" y="0"/>
                      <a:pt x="2020" y="5637"/>
                      <a:pt x="1288" y="12605"/>
                    </a:cubicBezTo>
                    <a:cubicBezTo>
                      <a:pt x="556" y="19559"/>
                      <a:pt x="0" y="25210"/>
                      <a:pt x="15" y="25210"/>
                    </a:cubicBezTo>
                    <a:cubicBezTo>
                      <a:pt x="29" y="25210"/>
                      <a:pt x="659" y="19574"/>
                      <a:pt x="1391" y="12605"/>
                    </a:cubicBezTo>
                    <a:cubicBezTo>
                      <a:pt x="2123" y="5651"/>
                      <a:pt x="2694" y="0"/>
                      <a:pt x="2665" y="0"/>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858;p58">
                <a:extLst>
                  <a:ext uri="{FF2B5EF4-FFF2-40B4-BE49-F238E27FC236}">
                    <a16:creationId xmlns:a16="http://schemas.microsoft.com/office/drawing/2014/main" id="{D1BE324A-8A44-596B-E109-82C7611000CF}"/>
                  </a:ext>
                </a:extLst>
              </p:cNvPr>
              <p:cNvSpPr/>
              <p:nvPr/>
            </p:nvSpPr>
            <p:spPr>
              <a:xfrm>
                <a:off x="159389" y="2412187"/>
                <a:ext cx="383358" cy="2164342"/>
              </a:xfrm>
              <a:custGeom>
                <a:avLst/>
                <a:gdLst/>
                <a:ahLst/>
                <a:cxnLst/>
                <a:rect l="l" t="t" r="r" b="b"/>
                <a:pathLst>
                  <a:path w="4525" h="25547" extrusionOk="0">
                    <a:moveTo>
                      <a:pt x="4525" y="1"/>
                    </a:moveTo>
                    <a:cubicBezTo>
                      <a:pt x="4525" y="1"/>
                      <a:pt x="4524" y="16"/>
                      <a:pt x="4481" y="74"/>
                    </a:cubicBezTo>
                    <a:cubicBezTo>
                      <a:pt x="4466" y="103"/>
                      <a:pt x="4451" y="177"/>
                      <a:pt x="4422" y="250"/>
                    </a:cubicBezTo>
                    <a:cubicBezTo>
                      <a:pt x="4393" y="426"/>
                      <a:pt x="4334" y="674"/>
                      <a:pt x="4261" y="982"/>
                    </a:cubicBezTo>
                    <a:cubicBezTo>
                      <a:pt x="4115" y="1626"/>
                      <a:pt x="3895" y="2548"/>
                      <a:pt x="3661" y="3690"/>
                    </a:cubicBezTo>
                    <a:cubicBezTo>
                      <a:pt x="3163" y="6003"/>
                      <a:pt x="2519" y="9165"/>
                      <a:pt x="1904" y="12693"/>
                    </a:cubicBezTo>
                    <a:cubicBezTo>
                      <a:pt x="1275" y="16236"/>
                      <a:pt x="806" y="19428"/>
                      <a:pt x="469" y="21755"/>
                    </a:cubicBezTo>
                    <a:cubicBezTo>
                      <a:pt x="308" y="22926"/>
                      <a:pt x="177" y="23863"/>
                      <a:pt x="103" y="24522"/>
                    </a:cubicBezTo>
                    <a:cubicBezTo>
                      <a:pt x="74" y="24844"/>
                      <a:pt x="30" y="25093"/>
                      <a:pt x="16" y="25269"/>
                    </a:cubicBezTo>
                    <a:cubicBezTo>
                      <a:pt x="16" y="25371"/>
                      <a:pt x="1" y="25415"/>
                      <a:pt x="1" y="25474"/>
                    </a:cubicBezTo>
                    <a:lnTo>
                      <a:pt x="1" y="25547"/>
                    </a:lnTo>
                    <a:cubicBezTo>
                      <a:pt x="1" y="25547"/>
                      <a:pt x="16" y="25518"/>
                      <a:pt x="16" y="25474"/>
                    </a:cubicBezTo>
                    <a:cubicBezTo>
                      <a:pt x="30" y="25415"/>
                      <a:pt x="30" y="25342"/>
                      <a:pt x="60" y="25269"/>
                    </a:cubicBezTo>
                    <a:cubicBezTo>
                      <a:pt x="89" y="25093"/>
                      <a:pt x="118" y="24844"/>
                      <a:pt x="162" y="24522"/>
                    </a:cubicBezTo>
                    <a:cubicBezTo>
                      <a:pt x="279" y="23863"/>
                      <a:pt x="411" y="22926"/>
                      <a:pt x="572" y="21770"/>
                    </a:cubicBezTo>
                    <a:cubicBezTo>
                      <a:pt x="909" y="19472"/>
                      <a:pt x="1406" y="16265"/>
                      <a:pt x="2036" y="12737"/>
                    </a:cubicBezTo>
                    <a:cubicBezTo>
                      <a:pt x="2651" y="9209"/>
                      <a:pt x="3280" y="6047"/>
                      <a:pt x="3749" y="3734"/>
                    </a:cubicBezTo>
                    <a:cubicBezTo>
                      <a:pt x="3998" y="2578"/>
                      <a:pt x="4188" y="1655"/>
                      <a:pt x="4320" y="1011"/>
                    </a:cubicBezTo>
                    <a:cubicBezTo>
                      <a:pt x="4378" y="704"/>
                      <a:pt x="4422" y="455"/>
                      <a:pt x="4466" y="279"/>
                    </a:cubicBezTo>
                    <a:cubicBezTo>
                      <a:pt x="4481" y="191"/>
                      <a:pt x="4481" y="133"/>
                      <a:pt x="4510" y="74"/>
                    </a:cubicBezTo>
                    <a:cubicBezTo>
                      <a:pt x="4524" y="16"/>
                      <a:pt x="4525" y="1"/>
                      <a:pt x="4525" y="1"/>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859;p58">
                <a:extLst>
                  <a:ext uri="{FF2B5EF4-FFF2-40B4-BE49-F238E27FC236}">
                    <a16:creationId xmlns:a16="http://schemas.microsoft.com/office/drawing/2014/main" id="{39D03966-6813-2C1D-E0FB-A9D9A5450F5A}"/>
                  </a:ext>
                </a:extLst>
              </p:cNvPr>
              <p:cNvSpPr/>
              <p:nvPr/>
            </p:nvSpPr>
            <p:spPr>
              <a:xfrm>
                <a:off x="929667" y="2419642"/>
                <a:ext cx="91836" cy="141737"/>
              </a:xfrm>
              <a:custGeom>
                <a:avLst/>
                <a:gdLst/>
                <a:ahLst/>
                <a:cxnLst/>
                <a:rect l="l" t="t" r="r" b="b"/>
                <a:pathLst>
                  <a:path w="1084" h="1673" extrusionOk="0">
                    <a:moveTo>
                      <a:pt x="29" y="1"/>
                    </a:moveTo>
                    <a:cubicBezTo>
                      <a:pt x="29" y="1"/>
                      <a:pt x="0" y="133"/>
                      <a:pt x="29" y="308"/>
                    </a:cubicBezTo>
                    <a:cubicBezTo>
                      <a:pt x="59" y="499"/>
                      <a:pt x="132" y="747"/>
                      <a:pt x="278" y="1011"/>
                    </a:cubicBezTo>
                    <a:cubicBezTo>
                      <a:pt x="439" y="1245"/>
                      <a:pt x="630" y="1435"/>
                      <a:pt x="791" y="1538"/>
                    </a:cubicBezTo>
                    <a:cubicBezTo>
                      <a:pt x="932" y="1628"/>
                      <a:pt x="1039" y="1672"/>
                      <a:pt x="1063" y="1672"/>
                    </a:cubicBezTo>
                    <a:cubicBezTo>
                      <a:pt x="1067" y="1672"/>
                      <a:pt x="1069" y="1672"/>
                      <a:pt x="1069" y="1670"/>
                    </a:cubicBezTo>
                    <a:cubicBezTo>
                      <a:pt x="1083" y="1655"/>
                      <a:pt x="644" y="1435"/>
                      <a:pt x="351" y="952"/>
                    </a:cubicBezTo>
                    <a:cubicBezTo>
                      <a:pt x="59" y="484"/>
                      <a:pt x="59" y="1"/>
                      <a:pt x="29" y="1"/>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860;p58">
                <a:extLst>
                  <a:ext uri="{FF2B5EF4-FFF2-40B4-BE49-F238E27FC236}">
                    <a16:creationId xmlns:a16="http://schemas.microsoft.com/office/drawing/2014/main" id="{3B7751D6-06C1-3E64-4FB7-FA77D78F81B3}"/>
                  </a:ext>
                </a:extLst>
              </p:cNvPr>
              <p:cNvSpPr/>
              <p:nvPr/>
            </p:nvSpPr>
            <p:spPr>
              <a:xfrm>
                <a:off x="-471862" y="3255579"/>
                <a:ext cx="963775" cy="711987"/>
              </a:xfrm>
              <a:custGeom>
                <a:avLst/>
                <a:gdLst/>
                <a:ahLst/>
                <a:cxnLst/>
                <a:rect l="l" t="t" r="r" b="b"/>
                <a:pathLst>
                  <a:path w="11376" h="8404" extrusionOk="0">
                    <a:moveTo>
                      <a:pt x="615" y="1"/>
                    </a:moveTo>
                    <a:lnTo>
                      <a:pt x="0" y="8053"/>
                    </a:lnTo>
                    <a:lnTo>
                      <a:pt x="11083" y="8404"/>
                    </a:lnTo>
                    <a:lnTo>
                      <a:pt x="1137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861;p58">
                <a:extLst>
                  <a:ext uri="{FF2B5EF4-FFF2-40B4-BE49-F238E27FC236}">
                    <a16:creationId xmlns:a16="http://schemas.microsoft.com/office/drawing/2014/main" id="{368D14E7-A582-5FC1-4A96-4271ED9B28CD}"/>
                  </a:ext>
                </a:extLst>
              </p:cNvPr>
              <p:cNvSpPr/>
              <p:nvPr/>
            </p:nvSpPr>
            <p:spPr>
              <a:xfrm>
                <a:off x="-217617" y="3067669"/>
                <a:ext cx="547037" cy="232641"/>
              </a:xfrm>
              <a:custGeom>
                <a:avLst/>
                <a:gdLst/>
                <a:ahLst/>
                <a:cxnLst/>
                <a:rect l="l" t="t" r="r" b="b"/>
                <a:pathLst>
                  <a:path w="6457" h="2746" extrusionOk="0">
                    <a:moveTo>
                      <a:pt x="3012" y="1"/>
                    </a:moveTo>
                    <a:cubicBezTo>
                      <a:pt x="303" y="1"/>
                      <a:pt x="1" y="2365"/>
                      <a:pt x="1" y="2365"/>
                    </a:cubicBezTo>
                    <a:lnTo>
                      <a:pt x="1084" y="2746"/>
                    </a:lnTo>
                    <a:cubicBezTo>
                      <a:pt x="1084" y="2746"/>
                      <a:pt x="601" y="1048"/>
                      <a:pt x="2870" y="477"/>
                    </a:cubicBezTo>
                    <a:cubicBezTo>
                      <a:pt x="3087" y="424"/>
                      <a:pt x="3289" y="400"/>
                      <a:pt x="3477" y="400"/>
                    </a:cubicBezTo>
                    <a:cubicBezTo>
                      <a:pt x="5264" y="400"/>
                      <a:pt x="5827" y="2556"/>
                      <a:pt x="5827" y="2556"/>
                    </a:cubicBezTo>
                    <a:lnTo>
                      <a:pt x="6457" y="2556"/>
                    </a:lnTo>
                    <a:cubicBezTo>
                      <a:pt x="6457" y="2556"/>
                      <a:pt x="6222" y="169"/>
                      <a:pt x="3280" y="8"/>
                    </a:cubicBezTo>
                    <a:cubicBezTo>
                      <a:pt x="3188" y="3"/>
                      <a:pt x="3099" y="1"/>
                      <a:pt x="30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862;p58">
                <a:extLst>
                  <a:ext uri="{FF2B5EF4-FFF2-40B4-BE49-F238E27FC236}">
                    <a16:creationId xmlns:a16="http://schemas.microsoft.com/office/drawing/2014/main" id="{30E8BAB2-9BFF-1EC7-620C-D38DD4033D8C}"/>
                  </a:ext>
                </a:extLst>
              </p:cNvPr>
              <p:cNvSpPr/>
              <p:nvPr/>
            </p:nvSpPr>
            <p:spPr>
              <a:xfrm>
                <a:off x="4435" y="1567609"/>
                <a:ext cx="540768" cy="1425160"/>
              </a:xfrm>
              <a:custGeom>
                <a:avLst/>
                <a:gdLst/>
                <a:ahLst/>
                <a:cxnLst/>
                <a:rect l="l" t="t" r="r" b="b"/>
                <a:pathLst>
                  <a:path w="6383" h="16822" extrusionOk="0">
                    <a:moveTo>
                      <a:pt x="3250" y="0"/>
                    </a:moveTo>
                    <a:cubicBezTo>
                      <a:pt x="3250" y="0"/>
                      <a:pt x="1596" y="4773"/>
                      <a:pt x="966" y="7569"/>
                    </a:cubicBezTo>
                    <a:cubicBezTo>
                      <a:pt x="234" y="10848"/>
                      <a:pt x="0" y="15504"/>
                      <a:pt x="0" y="15504"/>
                    </a:cubicBezTo>
                    <a:lnTo>
                      <a:pt x="2606" y="16821"/>
                    </a:lnTo>
                    <a:cubicBezTo>
                      <a:pt x="2606" y="16821"/>
                      <a:pt x="3631" y="9619"/>
                      <a:pt x="3894" y="8638"/>
                    </a:cubicBezTo>
                    <a:cubicBezTo>
                      <a:pt x="4304" y="7130"/>
                      <a:pt x="6383" y="674"/>
                      <a:pt x="6383" y="674"/>
                    </a:cubicBezTo>
                    <a:lnTo>
                      <a:pt x="32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863;p58">
                <a:extLst>
                  <a:ext uri="{FF2B5EF4-FFF2-40B4-BE49-F238E27FC236}">
                    <a16:creationId xmlns:a16="http://schemas.microsoft.com/office/drawing/2014/main" id="{80D15291-29FA-C41E-8FFF-33AB715FC224}"/>
                  </a:ext>
                </a:extLst>
              </p:cNvPr>
              <p:cNvSpPr/>
              <p:nvPr/>
            </p:nvSpPr>
            <p:spPr>
              <a:xfrm>
                <a:off x="-60122" y="2863323"/>
                <a:ext cx="292792" cy="338372"/>
              </a:xfrm>
              <a:custGeom>
                <a:avLst/>
                <a:gdLst/>
                <a:ahLst/>
                <a:cxnLst/>
                <a:rect l="l" t="t" r="r" b="b"/>
                <a:pathLst>
                  <a:path w="3456" h="3994" extrusionOk="0">
                    <a:moveTo>
                      <a:pt x="912" y="1"/>
                    </a:moveTo>
                    <a:cubicBezTo>
                      <a:pt x="826" y="1"/>
                      <a:pt x="764" y="29"/>
                      <a:pt x="733" y="93"/>
                    </a:cubicBezTo>
                    <a:cubicBezTo>
                      <a:pt x="733" y="93"/>
                      <a:pt x="1" y="2127"/>
                      <a:pt x="45" y="2362"/>
                    </a:cubicBezTo>
                    <a:cubicBezTo>
                      <a:pt x="53" y="2399"/>
                      <a:pt x="72" y="2415"/>
                      <a:pt x="100" y="2415"/>
                    </a:cubicBezTo>
                    <a:cubicBezTo>
                      <a:pt x="268" y="2415"/>
                      <a:pt x="733" y="1820"/>
                      <a:pt x="733" y="1820"/>
                    </a:cubicBezTo>
                    <a:lnTo>
                      <a:pt x="733" y="1820"/>
                    </a:lnTo>
                    <a:cubicBezTo>
                      <a:pt x="733" y="1820"/>
                      <a:pt x="220" y="2684"/>
                      <a:pt x="264" y="2933"/>
                    </a:cubicBezTo>
                    <a:cubicBezTo>
                      <a:pt x="271" y="2956"/>
                      <a:pt x="287" y="2966"/>
                      <a:pt x="309" y="2966"/>
                    </a:cubicBezTo>
                    <a:cubicBezTo>
                      <a:pt x="514" y="2966"/>
                      <a:pt x="1289" y="2084"/>
                      <a:pt x="1289" y="2084"/>
                    </a:cubicBezTo>
                    <a:lnTo>
                      <a:pt x="1289" y="2084"/>
                    </a:lnTo>
                    <a:cubicBezTo>
                      <a:pt x="1289" y="2084"/>
                      <a:pt x="411" y="3211"/>
                      <a:pt x="660" y="3401"/>
                    </a:cubicBezTo>
                    <a:cubicBezTo>
                      <a:pt x="678" y="3417"/>
                      <a:pt x="702" y="3425"/>
                      <a:pt x="730" y="3425"/>
                    </a:cubicBezTo>
                    <a:cubicBezTo>
                      <a:pt x="1055" y="3425"/>
                      <a:pt x="1948" y="2421"/>
                      <a:pt x="1948" y="2420"/>
                    </a:cubicBezTo>
                    <a:lnTo>
                      <a:pt x="1948" y="2420"/>
                    </a:lnTo>
                    <a:cubicBezTo>
                      <a:pt x="1948" y="2421"/>
                      <a:pt x="967" y="3709"/>
                      <a:pt x="1187" y="3972"/>
                    </a:cubicBezTo>
                    <a:cubicBezTo>
                      <a:pt x="1201" y="3987"/>
                      <a:pt x="1219" y="3994"/>
                      <a:pt x="1241" y="3994"/>
                    </a:cubicBezTo>
                    <a:cubicBezTo>
                      <a:pt x="1568" y="3994"/>
                      <a:pt x="2724" y="2479"/>
                      <a:pt x="2724" y="2479"/>
                    </a:cubicBezTo>
                    <a:cubicBezTo>
                      <a:pt x="2737" y="3088"/>
                      <a:pt x="3102" y="3422"/>
                      <a:pt x="3272" y="3422"/>
                    </a:cubicBezTo>
                    <a:cubicBezTo>
                      <a:pt x="3286" y="3422"/>
                      <a:pt x="3298" y="3420"/>
                      <a:pt x="3309" y="3416"/>
                    </a:cubicBezTo>
                    <a:cubicBezTo>
                      <a:pt x="3456" y="3372"/>
                      <a:pt x="3265" y="1381"/>
                      <a:pt x="3265" y="1381"/>
                    </a:cubicBezTo>
                    <a:cubicBezTo>
                      <a:pt x="3265" y="1381"/>
                      <a:pt x="1515" y="1"/>
                      <a:pt x="912"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864;p58">
                <a:extLst>
                  <a:ext uri="{FF2B5EF4-FFF2-40B4-BE49-F238E27FC236}">
                    <a16:creationId xmlns:a16="http://schemas.microsoft.com/office/drawing/2014/main" id="{BEA6B25D-3F56-DC54-B26D-1958720CCDC5}"/>
                  </a:ext>
                </a:extLst>
              </p:cNvPr>
              <p:cNvSpPr/>
              <p:nvPr/>
            </p:nvSpPr>
            <p:spPr>
              <a:xfrm>
                <a:off x="319426" y="1761110"/>
                <a:ext cx="124115" cy="570589"/>
              </a:xfrm>
              <a:custGeom>
                <a:avLst/>
                <a:gdLst/>
                <a:ahLst/>
                <a:cxnLst/>
                <a:rect l="l" t="t" r="r" b="b"/>
                <a:pathLst>
                  <a:path w="1465" h="6735" extrusionOk="0">
                    <a:moveTo>
                      <a:pt x="1450" y="0"/>
                    </a:moveTo>
                    <a:cubicBezTo>
                      <a:pt x="1420" y="0"/>
                      <a:pt x="1303" y="366"/>
                      <a:pt x="1128" y="966"/>
                    </a:cubicBezTo>
                    <a:cubicBezTo>
                      <a:pt x="967" y="1552"/>
                      <a:pt x="762" y="2401"/>
                      <a:pt x="571" y="3338"/>
                    </a:cubicBezTo>
                    <a:cubicBezTo>
                      <a:pt x="381" y="4260"/>
                      <a:pt x="220" y="5109"/>
                      <a:pt x="132" y="5724"/>
                    </a:cubicBezTo>
                    <a:cubicBezTo>
                      <a:pt x="30" y="6354"/>
                      <a:pt x="0" y="6734"/>
                      <a:pt x="15" y="6734"/>
                    </a:cubicBezTo>
                    <a:cubicBezTo>
                      <a:pt x="30" y="6734"/>
                      <a:pt x="118" y="6354"/>
                      <a:pt x="249" y="5754"/>
                    </a:cubicBezTo>
                    <a:cubicBezTo>
                      <a:pt x="381" y="5124"/>
                      <a:pt x="542" y="4290"/>
                      <a:pt x="747" y="3367"/>
                    </a:cubicBezTo>
                    <a:cubicBezTo>
                      <a:pt x="952" y="2460"/>
                      <a:pt x="1128" y="1611"/>
                      <a:pt x="1259" y="996"/>
                    </a:cubicBezTo>
                    <a:cubicBezTo>
                      <a:pt x="1391" y="381"/>
                      <a:pt x="1464" y="0"/>
                      <a:pt x="1450"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865;p58">
                <a:extLst>
                  <a:ext uri="{FF2B5EF4-FFF2-40B4-BE49-F238E27FC236}">
                    <a16:creationId xmlns:a16="http://schemas.microsoft.com/office/drawing/2014/main" id="{8BE40488-1FDD-6CE9-BCC8-5D87518B0F87}"/>
                  </a:ext>
                </a:extLst>
              </p:cNvPr>
              <p:cNvSpPr/>
              <p:nvPr/>
            </p:nvSpPr>
            <p:spPr>
              <a:xfrm>
                <a:off x="9349" y="2725568"/>
                <a:ext cx="255600" cy="97767"/>
              </a:xfrm>
              <a:custGeom>
                <a:avLst/>
                <a:gdLst/>
                <a:ahLst/>
                <a:cxnLst/>
                <a:rect l="l" t="t" r="r" b="b"/>
                <a:pathLst>
                  <a:path w="3017" h="1154" extrusionOk="0">
                    <a:moveTo>
                      <a:pt x="100" y="0"/>
                    </a:moveTo>
                    <a:cubicBezTo>
                      <a:pt x="36" y="0"/>
                      <a:pt x="1" y="8"/>
                      <a:pt x="1" y="20"/>
                    </a:cubicBezTo>
                    <a:cubicBezTo>
                      <a:pt x="1" y="64"/>
                      <a:pt x="689" y="196"/>
                      <a:pt x="1523" y="518"/>
                    </a:cubicBezTo>
                    <a:cubicBezTo>
                      <a:pt x="2286" y="804"/>
                      <a:pt x="2859" y="1154"/>
                      <a:pt x="2970" y="1154"/>
                    </a:cubicBezTo>
                    <a:cubicBezTo>
                      <a:pt x="2978" y="1154"/>
                      <a:pt x="2984" y="1152"/>
                      <a:pt x="2987" y="1148"/>
                    </a:cubicBezTo>
                    <a:cubicBezTo>
                      <a:pt x="3016" y="1118"/>
                      <a:pt x="2431" y="665"/>
                      <a:pt x="1596" y="342"/>
                    </a:cubicBezTo>
                    <a:cubicBezTo>
                      <a:pt x="922" y="91"/>
                      <a:pt x="329" y="0"/>
                      <a:pt x="100"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866;p58">
                <a:extLst>
                  <a:ext uri="{FF2B5EF4-FFF2-40B4-BE49-F238E27FC236}">
                    <a16:creationId xmlns:a16="http://schemas.microsoft.com/office/drawing/2014/main" id="{AFB6DC84-203B-FF3F-E15B-45967E1F2055}"/>
                  </a:ext>
                </a:extLst>
              </p:cNvPr>
              <p:cNvSpPr/>
              <p:nvPr/>
            </p:nvSpPr>
            <p:spPr>
              <a:xfrm>
                <a:off x="30445" y="2788007"/>
                <a:ext cx="52188" cy="43885"/>
              </a:xfrm>
              <a:custGeom>
                <a:avLst/>
                <a:gdLst/>
                <a:ahLst/>
                <a:cxnLst/>
                <a:rect l="l" t="t" r="r" b="b"/>
                <a:pathLst>
                  <a:path w="616" h="518" extrusionOk="0">
                    <a:moveTo>
                      <a:pt x="259" y="98"/>
                    </a:moveTo>
                    <a:cubicBezTo>
                      <a:pt x="293" y="98"/>
                      <a:pt x="315" y="114"/>
                      <a:pt x="337" y="147"/>
                    </a:cubicBezTo>
                    <a:cubicBezTo>
                      <a:pt x="352" y="176"/>
                      <a:pt x="352" y="250"/>
                      <a:pt x="337" y="264"/>
                    </a:cubicBezTo>
                    <a:cubicBezTo>
                      <a:pt x="317" y="291"/>
                      <a:pt x="284" y="303"/>
                      <a:pt x="253" y="303"/>
                    </a:cubicBezTo>
                    <a:cubicBezTo>
                      <a:pt x="217" y="303"/>
                      <a:pt x="184" y="288"/>
                      <a:pt x="176" y="264"/>
                    </a:cubicBezTo>
                    <a:cubicBezTo>
                      <a:pt x="157" y="258"/>
                      <a:pt x="146" y="240"/>
                      <a:pt x="141" y="220"/>
                    </a:cubicBezTo>
                    <a:lnTo>
                      <a:pt x="141" y="220"/>
                    </a:lnTo>
                    <a:cubicBezTo>
                      <a:pt x="180" y="212"/>
                      <a:pt x="206" y="158"/>
                      <a:pt x="220" y="103"/>
                    </a:cubicBezTo>
                    <a:cubicBezTo>
                      <a:pt x="235" y="100"/>
                      <a:pt x="248" y="98"/>
                      <a:pt x="259" y="98"/>
                    </a:cubicBezTo>
                    <a:close/>
                    <a:moveTo>
                      <a:pt x="352" y="1"/>
                    </a:moveTo>
                    <a:cubicBezTo>
                      <a:pt x="293" y="1"/>
                      <a:pt x="264" y="1"/>
                      <a:pt x="220" y="15"/>
                    </a:cubicBezTo>
                    <a:cubicBezTo>
                      <a:pt x="204" y="26"/>
                      <a:pt x="189" y="40"/>
                      <a:pt x="175" y="56"/>
                    </a:cubicBezTo>
                    <a:lnTo>
                      <a:pt x="175" y="56"/>
                    </a:lnTo>
                    <a:cubicBezTo>
                      <a:pt x="167" y="51"/>
                      <a:pt x="159" y="48"/>
                      <a:pt x="149" y="48"/>
                    </a:cubicBezTo>
                    <a:cubicBezTo>
                      <a:pt x="129" y="48"/>
                      <a:pt x="103" y="59"/>
                      <a:pt x="74" y="89"/>
                    </a:cubicBezTo>
                    <a:cubicBezTo>
                      <a:pt x="59" y="103"/>
                      <a:pt x="44" y="147"/>
                      <a:pt x="30" y="191"/>
                    </a:cubicBezTo>
                    <a:cubicBezTo>
                      <a:pt x="0" y="250"/>
                      <a:pt x="30" y="323"/>
                      <a:pt x="59" y="381"/>
                    </a:cubicBezTo>
                    <a:cubicBezTo>
                      <a:pt x="103" y="455"/>
                      <a:pt x="191" y="484"/>
                      <a:pt x="264" y="513"/>
                    </a:cubicBezTo>
                    <a:cubicBezTo>
                      <a:pt x="282" y="516"/>
                      <a:pt x="300" y="518"/>
                      <a:pt x="318" y="518"/>
                    </a:cubicBezTo>
                    <a:cubicBezTo>
                      <a:pt x="388" y="518"/>
                      <a:pt x="455" y="492"/>
                      <a:pt x="513" y="411"/>
                    </a:cubicBezTo>
                    <a:cubicBezTo>
                      <a:pt x="615" y="294"/>
                      <a:pt x="571" y="162"/>
                      <a:pt x="498" y="74"/>
                    </a:cubicBezTo>
                    <a:cubicBezTo>
                      <a:pt x="469" y="30"/>
                      <a:pt x="410" y="1"/>
                      <a:pt x="352"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867;p58">
                <a:extLst>
                  <a:ext uri="{FF2B5EF4-FFF2-40B4-BE49-F238E27FC236}">
                    <a16:creationId xmlns:a16="http://schemas.microsoft.com/office/drawing/2014/main" id="{0420355C-26BB-BAB6-4B38-AA1320C07654}"/>
                  </a:ext>
                </a:extLst>
              </p:cNvPr>
              <p:cNvSpPr/>
              <p:nvPr/>
            </p:nvSpPr>
            <p:spPr>
              <a:xfrm>
                <a:off x="355432" y="1419856"/>
                <a:ext cx="156308" cy="284236"/>
              </a:xfrm>
              <a:custGeom>
                <a:avLst/>
                <a:gdLst/>
                <a:ahLst/>
                <a:cxnLst/>
                <a:rect l="l" t="t" r="r" b="b"/>
                <a:pathLst>
                  <a:path w="1845" h="3355" extrusionOk="0">
                    <a:moveTo>
                      <a:pt x="561" y="0"/>
                    </a:moveTo>
                    <a:cubicBezTo>
                      <a:pt x="376" y="0"/>
                      <a:pt x="238" y="51"/>
                      <a:pt x="146" y="90"/>
                    </a:cubicBezTo>
                    <a:cubicBezTo>
                      <a:pt x="88" y="134"/>
                      <a:pt x="44" y="149"/>
                      <a:pt x="29" y="163"/>
                    </a:cubicBezTo>
                    <a:lnTo>
                      <a:pt x="0" y="207"/>
                    </a:lnTo>
                    <a:cubicBezTo>
                      <a:pt x="0" y="209"/>
                      <a:pt x="1" y="210"/>
                      <a:pt x="2" y="210"/>
                    </a:cubicBezTo>
                    <a:cubicBezTo>
                      <a:pt x="11" y="210"/>
                      <a:pt x="58" y="160"/>
                      <a:pt x="176" y="134"/>
                    </a:cubicBezTo>
                    <a:cubicBezTo>
                      <a:pt x="272" y="98"/>
                      <a:pt x="398" y="72"/>
                      <a:pt x="554" y="72"/>
                    </a:cubicBezTo>
                    <a:cubicBezTo>
                      <a:pt x="588" y="72"/>
                      <a:pt x="622" y="73"/>
                      <a:pt x="659" y="76"/>
                    </a:cubicBezTo>
                    <a:cubicBezTo>
                      <a:pt x="849" y="90"/>
                      <a:pt x="1098" y="193"/>
                      <a:pt x="1288" y="368"/>
                    </a:cubicBezTo>
                    <a:cubicBezTo>
                      <a:pt x="1493" y="559"/>
                      <a:pt x="1640" y="822"/>
                      <a:pt x="1698" y="1144"/>
                    </a:cubicBezTo>
                    <a:cubicBezTo>
                      <a:pt x="1757" y="1452"/>
                      <a:pt x="1727" y="1744"/>
                      <a:pt x="1684" y="2023"/>
                    </a:cubicBezTo>
                    <a:cubicBezTo>
                      <a:pt x="1625" y="2271"/>
                      <a:pt x="1523" y="2506"/>
                      <a:pt x="1464" y="2711"/>
                    </a:cubicBezTo>
                    <a:cubicBezTo>
                      <a:pt x="1288" y="3121"/>
                      <a:pt x="1186" y="3355"/>
                      <a:pt x="1200" y="3355"/>
                    </a:cubicBezTo>
                    <a:cubicBezTo>
                      <a:pt x="1200" y="3355"/>
                      <a:pt x="1244" y="3296"/>
                      <a:pt x="1288" y="3194"/>
                    </a:cubicBezTo>
                    <a:cubicBezTo>
                      <a:pt x="1347" y="3077"/>
                      <a:pt x="1420" y="2930"/>
                      <a:pt x="1508" y="2725"/>
                    </a:cubicBezTo>
                    <a:cubicBezTo>
                      <a:pt x="1610" y="2535"/>
                      <a:pt x="1698" y="2286"/>
                      <a:pt x="1757" y="2023"/>
                    </a:cubicBezTo>
                    <a:cubicBezTo>
                      <a:pt x="1830" y="1744"/>
                      <a:pt x="1845" y="1422"/>
                      <a:pt x="1771" y="1100"/>
                    </a:cubicBezTo>
                    <a:cubicBezTo>
                      <a:pt x="1713" y="793"/>
                      <a:pt x="1552" y="500"/>
                      <a:pt x="1332" y="295"/>
                    </a:cubicBezTo>
                    <a:cubicBezTo>
                      <a:pt x="1113" y="105"/>
                      <a:pt x="849" y="17"/>
                      <a:pt x="630" y="2"/>
                    </a:cubicBezTo>
                    <a:cubicBezTo>
                      <a:pt x="606" y="1"/>
                      <a:pt x="583" y="0"/>
                      <a:pt x="561"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868;p58">
                <a:extLst>
                  <a:ext uri="{FF2B5EF4-FFF2-40B4-BE49-F238E27FC236}">
                    <a16:creationId xmlns:a16="http://schemas.microsoft.com/office/drawing/2014/main" id="{F5BFCE5F-CF3B-6946-179D-8602835E8362}"/>
                  </a:ext>
                </a:extLst>
              </p:cNvPr>
              <p:cNvSpPr/>
              <p:nvPr/>
            </p:nvSpPr>
            <p:spPr>
              <a:xfrm>
                <a:off x="-425944" y="3486188"/>
                <a:ext cx="274154" cy="281779"/>
              </a:xfrm>
              <a:custGeom>
                <a:avLst/>
                <a:gdLst/>
                <a:ahLst/>
                <a:cxnLst/>
                <a:rect l="l" t="t" r="r" b="b"/>
                <a:pathLst>
                  <a:path w="3236" h="3326" extrusionOk="0">
                    <a:moveTo>
                      <a:pt x="3189" y="1"/>
                    </a:moveTo>
                    <a:cubicBezTo>
                      <a:pt x="3133" y="1"/>
                      <a:pt x="2413" y="708"/>
                      <a:pt x="1552" y="1597"/>
                    </a:cubicBezTo>
                    <a:cubicBezTo>
                      <a:pt x="674" y="2520"/>
                      <a:pt x="0" y="3281"/>
                      <a:pt x="29" y="3325"/>
                    </a:cubicBezTo>
                    <a:cubicBezTo>
                      <a:pt x="30" y="3326"/>
                      <a:pt x="31" y="3326"/>
                      <a:pt x="33" y="3326"/>
                    </a:cubicBezTo>
                    <a:cubicBezTo>
                      <a:pt x="102" y="3326"/>
                      <a:pt x="823" y="2619"/>
                      <a:pt x="1684" y="1729"/>
                    </a:cubicBezTo>
                    <a:cubicBezTo>
                      <a:pt x="2562" y="807"/>
                      <a:pt x="3235" y="46"/>
                      <a:pt x="3192" y="2"/>
                    </a:cubicBezTo>
                    <a:cubicBezTo>
                      <a:pt x="3191" y="1"/>
                      <a:pt x="3190" y="1"/>
                      <a:pt x="3189"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869;p58">
                <a:extLst>
                  <a:ext uri="{FF2B5EF4-FFF2-40B4-BE49-F238E27FC236}">
                    <a16:creationId xmlns:a16="http://schemas.microsoft.com/office/drawing/2014/main" id="{EA904F74-119F-3E0A-C8C9-353D26041CDF}"/>
                  </a:ext>
                </a:extLst>
              </p:cNvPr>
              <p:cNvSpPr/>
              <p:nvPr/>
            </p:nvSpPr>
            <p:spPr>
              <a:xfrm>
                <a:off x="202851" y="3514654"/>
                <a:ext cx="261785" cy="218747"/>
              </a:xfrm>
              <a:custGeom>
                <a:avLst/>
                <a:gdLst/>
                <a:ahLst/>
                <a:cxnLst/>
                <a:rect l="l" t="t" r="r" b="b"/>
                <a:pathLst>
                  <a:path w="3090" h="2582" extrusionOk="0">
                    <a:moveTo>
                      <a:pt x="64" y="0"/>
                    </a:moveTo>
                    <a:cubicBezTo>
                      <a:pt x="62" y="0"/>
                      <a:pt x="60" y="1"/>
                      <a:pt x="59" y="2"/>
                    </a:cubicBezTo>
                    <a:cubicBezTo>
                      <a:pt x="0" y="32"/>
                      <a:pt x="615" y="676"/>
                      <a:pt x="1479" y="1379"/>
                    </a:cubicBezTo>
                    <a:cubicBezTo>
                      <a:pt x="2297" y="2041"/>
                      <a:pt x="2965" y="2581"/>
                      <a:pt x="3052" y="2581"/>
                    </a:cubicBezTo>
                    <a:cubicBezTo>
                      <a:pt x="3056" y="2581"/>
                      <a:pt x="3058" y="2581"/>
                      <a:pt x="3060" y="2579"/>
                    </a:cubicBezTo>
                    <a:cubicBezTo>
                      <a:pt x="3089" y="2520"/>
                      <a:pt x="2460" y="1920"/>
                      <a:pt x="1611" y="1232"/>
                    </a:cubicBezTo>
                    <a:cubicBezTo>
                      <a:pt x="792" y="569"/>
                      <a:pt x="136" y="0"/>
                      <a:pt x="64"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870;p58">
                <a:extLst>
                  <a:ext uri="{FF2B5EF4-FFF2-40B4-BE49-F238E27FC236}">
                    <a16:creationId xmlns:a16="http://schemas.microsoft.com/office/drawing/2014/main" id="{15A61294-D55D-D62D-7BC9-5601A021319D}"/>
                  </a:ext>
                </a:extLst>
              </p:cNvPr>
              <p:cNvSpPr/>
              <p:nvPr/>
            </p:nvSpPr>
            <p:spPr>
              <a:xfrm>
                <a:off x="-406119" y="3262950"/>
                <a:ext cx="842202" cy="393609"/>
              </a:xfrm>
              <a:custGeom>
                <a:avLst/>
                <a:gdLst/>
                <a:ahLst/>
                <a:cxnLst/>
                <a:rect l="l" t="t" r="r" b="b"/>
                <a:pathLst>
                  <a:path w="9941" h="4646" extrusionOk="0">
                    <a:moveTo>
                      <a:pt x="1" y="1"/>
                    </a:moveTo>
                    <a:cubicBezTo>
                      <a:pt x="1" y="1"/>
                      <a:pt x="0" y="1"/>
                      <a:pt x="0" y="2"/>
                    </a:cubicBezTo>
                    <a:cubicBezTo>
                      <a:pt x="0" y="31"/>
                      <a:pt x="117" y="148"/>
                      <a:pt x="366" y="397"/>
                    </a:cubicBezTo>
                    <a:cubicBezTo>
                      <a:pt x="601" y="631"/>
                      <a:pt x="967" y="953"/>
                      <a:pt x="1406" y="1378"/>
                    </a:cubicBezTo>
                    <a:cubicBezTo>
                      <a:pt x="1845" y="1788"/>
                      <a:pt x="2372" y="2271"/>
                      <a:pt x="2958" y="2827"/>
                    </a:cubicBezTo>
                    <a:cubicBezTo>
                      <a:pt x="3280" y="3105"/>
                      <a:pt x="3558" y="3398"/>
                      <a:pt x="3894" y="3691"/>
                    </a:cubicBezTo>
                    <a:cubicBezTo>
                      <a:pt x="4056" y="3837"/>
                      <a:pt x="4231" y="3998"/>
                      <a:pt x="4392" y="4145"/>
                    </a:cubicBezTo>
                    <a:cubicBezTo>
                      <a:pt x="4568" y="4291"/>
                      <a:pt x="4744" y="4452"/>
                      <a:pt x="4978" y="4569"/>
                    </a:cubicBezTo>
                    <a:cubicBezTo>
                      <a:pt x="5092" y="4607"/>
                      <a:pt x="5195" y="4645"/>
                      <a:pt x="5306" y="4645"/>
                    </a:cubicBezTo>
                    <a:cubicBezTo>
                      <a:pt x="5323" y="4645"/>
                      <a:pt x="5341" y="4644"/>
                      <a:pt x="5358" y="4642"/>
                    </a:cubicBezTo>
                    <a:cubicBezTo>
                      <a:pt x="5505" y="4642"/>
                      <a:pt x="5637" y="4584"/>
                      <a:pt x="5724" y="4511"/>
                    </a:cubicBezTo>
                    <a:cubicBezTo>
                      <a:pt x="5929" y="4364"/>
                      <a:pt x="6076" y="4203"/>
                      <a:pt x="6237" y="4057"/>
                    </a:cubicBezTo>
                    <a:cubicBezTo>
                      <a:pt x="6559" y="3735"/>
                      <a:pt x="6852" y="3442"/>
                      <a:pt x="7159" y="3178"/>
                    </a:cubicBezTo>
                    <a:cubicBezTo>
                      <a:pt x="7715" y="2608"/>
                      <a:pt x="8213" y="2080"/>
                      <a:pt x="8638" y="1641"/>
                    </a:cubicBezTo>
                    <a:cubicBezTo>
                      <a:pt x="9033" y="1173"/>
                      <a:pt x="9370" y="807"/>
                      <a:pt x="9589" y="558"/>
                    </a:cubicBezTo>
                    <a:cubicBezTo>
                      <a:pt x="9809" y="294"/>
                      <a:pt x="9941" y="133"/>
                      <a:pt x="9911" y="133"/>
                    </a:cubicBezTo>
                    <a:lnTo>
                      <a:pt x="9911" y="133"/>
                    </a:lnTo>
                    <a:cubicBezTo>
                      <a:pt x="9911" y="133"/>
                      <a:pt x="9765" y="265"/>
                      <a:pt x="9531" y="514"/>
                    </a:cubicBezTo>
                    <a:cubicBezTo>
                      <a:pt x="9282" y="763"/>
                      <a:pt x="8945" y="1100"/>
                      <a:pt x="8521" y="1539"/>
                    </a:cubicBezTo>
                    <a:cubicBezTo>
                      <a:pt x="8111" y="1978"/>
                      <a:pt x="7598" y="2490"/>
                      <a:pt x="7027" y="3047"/>
                    </a:cubicBezTo>
                    <a:cubicBezTo>
                      <a:pt x="6735" y="3325"/>
                      <a:pt x="6427" y="3618"/>
                      <a:pt x="6105" y="3910"/>
                    </a:cubicBezTo>
                    <a:cubicBezTo>
                      <a:pt x="5944" y="4028"/>
                      <a:pt x="5783" y="4218"/>
                      <a:pt x="5622" y="4320"/>
                    </a:cubicBezTo>
                    <a:cubicBezTo>
                      <a:pt x="5519" y="4397"/>
                      <a:pt x="5412" y="4434"/>
                      <a:pt x="5299" y="4434"/>
                    </a:cubicBezTo>
                    <a:cubicBezTo>
                      <a:pt x="5219" y="4434"/>
                      <a:pt x="5136" y="4415"/>
                      <a:pt x="5051" y="4379"/>
                    </a:cubicBezTo>
                    <a:cubicBezTo>
                      <a:pt x="4846" y="4291"/>
                      <a:pt x="4685" y="4145"/>
                      <a:pt x="4524" y="3998"/>
                    </a:cubicBezTo>
                    <a:lnTo>
                      <a:pt x="4026" y="3559"/>
                    </a:lnTo>
                    <a:cubicBezTo>
                      <a:pt x="3690" y="3266"/>
                      <a:pt x="3382" y="2988"/>
                      <a:pt x="3089" y="2710"/>
                    </a:cubicBezTo>
                    <a:cubicBezTo>
                      <a:pt x="2489" y="2183"/>
                      <a:pt x="1947" y="1685"/>
                      <a:pt x="1494" y="1290"/>
                    </a:cubicBezTo>
                    <a:cubicBezTo>
                      <a:pt x="1040" y="880"/>
                      <a:pt x="674" y="558"/>
                      <a:pt x="425" y="338"/>
                    </a:cubicBezTo>
                    <a:cubicBezTo>
                      <a:pt x="161" y="130"/>
                      <a:pt x="15" y="1"/>
                      <a:pt x="1"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871;p58">
                <a:extLst>
                  <a:ext uri="{FF2B5EF4-FFF2-40B4-BE49-F238E27FC236}">
                    <a16:creationId xmlns:a16="http://schemas.microsoft.com/office/drawing/2014/main" id="{A8B49342-B690-6422-9297-F09D99480D92}"/>
                  </a:ext>
                </a:extLst>
              </p:cNvPr>
              <p:cNvSpPr/>
              <p:nvPr/>
            </p:nvSpPr>
            <p:spPr>
              <a:xfrm>
                <a:off x="22989" y="3584210"/>
                <a:ext cx="43461" cy="111915"/>
              </a:xfrm>
              <a:custGeom>
                <a:avLst/>
                <a:gdLst/>
                <a:ahLst/>
                <a:cxnLst/>
                <a:rect l="l" t="t" r="r" b="b"/>
                <a:pathLst>
                  <a:path w="513" h="1321" extrusionOk="0">
                    <a:moveTo>
                      <a:pt x="255" y="1"/>
                    </a:moveTo>
                    <a:cubicBezTo>
                      <a:pt x="126" y="1"/>
                      <a:pt x="1" y="303"/>
                      <a:pt x="15" y="675"/>
                    </a:cubicBezTo>
                    <a:cubicBezTo>
                      <a:pt x="57" y="1038"/>
                      <a:pt x="206" y="1321"/>
                      <a:pt x="334" y="1321"/>
                    </a:cubicBezTo>
                    <a:cubicBezTo>
                      <a:pt x="340" y="1321"/>
                      <a:pt x="346" y="1320"/>
                      <a:pt x="352" y="1319"/>
                    </a:cubicBezTo>
                    <a:cubicBezTo>
                      <a:pt x="469" y="1290"/>
                      <a:pt x="513" y="997"/>
                      <a:pt x="498" y="645"/>
                    </a:cubicBezTo>
                    <a:cubicBezTo>
                      <a:pt x="484" y="294"/>
                      <a:pt x="381" y="1"/>
                      <a:pt x="264" y="1"/>
                    </a:cubicBezTo>
                    <a:cubicBezTo>
                      <a:pt x="261" y="1"/>
                      <a:pt x="258" y="1"/>
                      <a:pt x="2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872;p58">
                <a:extLst>
                  <a:ext uri="{FF2B5EF4-FFF2-40B4-BE49-F238E27FC236}">
                    <a16:creationId xmlns:a16="http://schemas.microsoft.com/office/drawing/2014/main" id="{9CF11631-52E5-F3B7-2996-5D9C0F9BA8AC}"/>
                  </a:ext>
                </a:extLst>
              </p:cNvPr>
              <p:cNvSpPr/>
              <p:nvPr/>
            </p:nvSpPr>
            <p:spPr>
              <a:xfrm>
                <a:off x="-465678" y="3848453"/>
                <a:ext cx="927769" cy="118100"/>
              </a:xfrm>
              <a:custGeom>
                <a:avLst/>
                <a:gdLst/>
                <a:ahLst/>
                <a:cxnLst/>
                <a:rect l="l" t="t" r="r" b="b"/>
                <a:pathLst>
                  <a:path w="10951" h="1394" extrusionOk="0">
                    <a:moveTo>
                      <a:pt x="4957" y="0"/>
                    </a:moveTo>
                    <a:cubicBezTo>
                      <a:pt x="4383" y="0"/>
                      <a:pt x="3837" y="47"/>
                      <a:pt x="3324" y="103"/>
                    </a:cubicBezTo>
                    <a:cubicBezTo>
                      <a:pt x="2972" y="147"/>
                      <a:pt x="2665" y="176"/>
                      <a:pt x="2372" y="249"/>
                    </a:cubicBezTo>
                    <a:cubicBezTo>
                      <a:pt x="2226" y="293"/>
                      <a:pt x="2065" y="308"/>
                      <a:pt x="1948" y="337"/>
                    </a:cubicBezTo>
                    <a:cubicBezTo>
                      <a:pt x="1816" y="381"/>
                      <a:pt x="1684" y="396"/>
                      <a:pt x="1552" y="440"/>
                    </a:cubicBezTo>
                    <a:cubicBezTo>
                      <a:pt x="1304" y="513"/>
                      <a:pt x="1099" y="586"/>
                      <a:pt x="894" y="630"/>
                    </a:cubicBezTo>
                    <a:cubicBezTo>
                      <a:pt x="703" y="689"/>
                      <a:pt x="528" y="747"/>
                      <a:pt x="411" y="806"/>
                    </a:cubicBezTo>
                    <a:cubicBezTo>
                      <a:pt x="147" y="908"/>
                      <a:pt x="1" y="967"/>
                      <a:pt x="1" y="981"/>
                    </a:cubicBezTo>
                    <a:cubicBezTo>
                      <a:pt x="2" y="985"/>
                      <a:pt x="6" y="986"/>
                      <a:pt x="15" y="986"/>
                    </a:cubicBezTo>
                    <a:cubicBezTo>
                      <a:pt x="110" y="986"/>
                      <a:pt x="679" y="759"/>
                      <a:pt x="1596" y="557"/>
                    </a:cubicBezTo>
                    <a:cubicBezTo>
                      <a:pt x="1728" y="528"/>
                      <a:pt x="1860" y="513"/>
                      <a:pt x="1977" y="469"/>
                    </a:cubicBezTo>
                    <a:cubicBezTo>
                      <a:pt x="2109" y="454"/>
                      <a:pt x="2255" y="410"/>
                      <a:pt x="2402" y="396"/>
                    </a:cubicBezTo>
                    <a:cubicBezTo>
                      <a:pt x="2694" y="337"/>
                      <a:pt x="3002" y="308"/>
                      <a:pt x="3338" y="264"/>
                    </a:cubicBezTo>
                    <a:cubicBezTo>
                      <a:pt x="3909" y="226"/>
                      <a:pt x="4534" y="188"/>
                      <a:pt x="5186" y="188"/>
                    </a:cubicBezTo>
                    <a:cubicBezTo>
                      <a:pt x="5287" y="188"/>
                      <a:pt x="5388" y="189"/>
                      <a:pt x="5490" y="191"/>
                    </a:cubicBezTo>
                    <a:cubicBezTo>
                      <a:pt x="6266" y="235"/>
                      <a:pt x="6998" y="323"/>
                      <a:pt x="7657" y="440"/>
                    </a:cubicBezTo>
                    <a:cubicBezTo>
                      <a:pt x="7979" y="513"/>
                      <a:pt x="8287" y="557"/>
                      <a:pt x="8594" y="630"/>
                    </a:cubicBezTo>
                    <a:cubicBezTo>
                      <a:pt x="8726" y="674"/>
                      <a:pt x="8872" y="703"/>
                      <a:pt x="9004" y="747"/>
                    </a:cubicBezTo>
                    <a:lnTo>
                      <a:pt x="9385" y="850"/>
                    </a:lnTo>
                    <a:cubicBezTo>
                      <a:pt x="10318" y="1128"/>
                      <a:pt x="10866" y="1393"/>
                      <a:pt x="10943" y="1393"/>
                    </a:cubicBezTo>
                    <a:cubicBezTo>
                      <a:pt x="10947" y="1393"/>
                      <a:pt x="10950" y="1393"/>
                      <a:pt x="10951" y="1391"/>
                    </a:cubicBezTo>
                    <a:cubicBezTo>
                      <a:pt x="10951" y="1391"/>
                      <a:pt x="10805" y="1318"/>
                      <a:pt x="10541" y="1172"/>
                    </a:cubicBezTo>
                    <a:cubicBezTo>
                      <a:pt x="10409" y="1113"/>
                      <a:pt x="10248" y="1040"/>
                      <a:pt x="10073" y="967"/>
                    </a:cubicBezTo>
                    <a:cubicBezTo>
                      <a:pt x="9882" y="894"/>
                      <a:pt x="9663" y="806"/>
                      <a:pt x="9428" y="732"/>
                    </a:cubicBezTo>
                    <a:cubicBezTo>
                      <a:pt x="9297" y="689"/>
                      <a:pt x="9165" y="630"/>
                      <a:pt x="9048" y="601"/>
                    </a:cubicBezTo>
                    <a:cubicBezTo>
                      <a:pt x="8916" y="557"/>
                      <a:pt x="8770" y="528"/>
                      <a:pt x="8623" y="484"/>
                    </a:cubicBezTo>
                    <a:cubicBezTo>
                      <a:pt x="8331" y="396"/>
                      <a:pt x="8023" y="337"/>
                      <a:pt x="7686" y="264"/>
                    </a:cubicBezTo>
                    <a:cubicBezTo>
                      <a:pt x="7028" y="147"/>
                      <a:pt x="6296" y="44"/>
                      <a:pt x="5505" y="15"/>
                    </a:cubicBezTo>
                    <a:cubicBezTo>
                      <a:pt x="5320" y="5"/>
                      <a:pt x="5137" y="0"/>
                      <a:pt x="4957"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873;p58">
                <a:extLst>
                  <a:ext uri="{FF2B5EF4-FFF2-40B4-BE49-F238E27FC236}">
                    <a16:creationId xmlns:a16="http://schemas.microsoft.com/office/drawing/2014/main" id="{270D7F19-DDF1-D8CA-0E77-B384F5636E8A}"/>
                  </a:ext>
                </a:extLst>
              </p:cNvPr>
              <p:cNvSpPr/>
              <p:nvPr/>
            </p:nvSpPr>
            <p:spPr>
              <a:xfrm>
                <a:off x="731167" y="1500595"/>
                <a:ext cx="28635" cy="934038"/>
              </a:xfrm>
              <a:custGeom>
                <a:avLst/>
                <a:gdLst/>
                <a:ahLst/>
                <a:cxnLst/>
                <a:rect l="l" t="t" r="r" b="b"/>
                <a:pathLst>
                  <a:path w="338" h="11025" extrusionOk="0">
                    <a:moveTo>
                      <a:pt x="45" y="1"/>
                    </a:moveTo>
                    <a:lnTo>
                      <a:pt x="45" y="1"/>
                    </a:lnTo>
                    <a:cubicBezTo>
                      <a:pt x="1" y="1"/>
                      <a:pt x="59" y="2475"/>
                      <a:pt x="133" y="5505"/>
                    </a:cubicBezTo>
                    <a:cubicBezTo>
                      <a:pt x="206" y="8550"/>
                      <a:pt x="294" y="11024"/>
                      <a:pt x="323" y="11024"/>
                    </a:cubicBezTo>
                    <a:cubicBezTo>
                      <a:pt x="337" y="11024"/>
                      <a:pt x="294" y="8550"/>
                      <a:pt x="220" y="5505"/>
                    </a:cubicBezTo>
                    <a:cubicBezTo>
                      <a:pt x="147" y="2475"/>
                      <a:pt x="59" y="1"/>
                      <a:pt x="45" y="1"/>
                    </a:cubicBezTo>
                    <a:close/>
                  </a:path>
                </a:pathLst>
              </a:custGeom>
              <a:solidFill>
                <a:srgbClr val="528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874;p58">
                <a:extLst>
                  <a:ext uri="{FF2B5EF4-FFF2-40B4-BE49-F238E27FC236}">
                    <a16:creationId xmlns:a16="http://schemas.microsoft.com/office/drawing/2014/main" id="{87905350-B1E5-C070-DE98-7E2AC6DC04E7}"/>
                  </a:ext>
                </a:extLst>
              </p:cNvPr>
              <p:cNvSpPr/>
              <p:nvPr/>
            </p:nvSpPr>
            <p:spPr>
              <a:xfrm>
                <a:off x="30445" y="1381562"/>
                <a:ext cx="1538007" cy="1427617"/>
              </a:xfrm>
              <a:custGeom>
                <a:avLst/>
                <a:gdLst/>
                <a:ahLst/>
                <a:cxnLst/>
                <a:rect l="l" t="t" r="r" b="b"/>
                <a:pathLst>
                  <a:path w="18154" h="16851" extrusionOk="0">
                    <a:moveTo>
                      <a:pt x="3397" y="2270"/>
                    </a:moveTo>
                    <a:cubicBezTo>
                      <a:pt x="3851" y="2284"/>
                      <a:pt x="4744" y="2284"/>
                      <a:pt x="5856" y="2284"/>
                    </a:cubicBezTo>
                    <a:lnTo>
                      <a:pt x="5856" y="4495"/>
                    </a:lnTo>
                    <a:cubicBezTo>
                      <a:pt x="4714" y="4495"/>
                      <a:pt x="3734" y="4509"/>
                      <a:pt x="3119" y="4509"/>
                    </a:cubicBezTo>
                    <a:cubicBezTo>
                      <a:pt x="3133" y="4100"/>
                      <a:pt x="3192" y="3690"/>
                      <a:pt x="3250" y="3324"/>
                    </a:cubicBezTo>
                    <a:cubicBezTo>
                      <a:pt x="3294" y="2928"/>
                      <a:pt x="3338" y="2577"/>
                      <a:pt x="3397" y="2270"/>
                    </a:cubicBezTo>
                    <a:close/>
                    <a:moveTo>
                      <a:pt x="9999" y="2299"/>
                    </a:moveTo>
                    <a:cubicBezTo>
                      <a:pt x="10029" y="2943"/>
                      <a:pt x="10072" y="3690"/>
                      <a:pt x="10131" y="4524"/>
                    </a:cubicBezTo>
                    <a:lnTo>
                      <a:pt x="5929" y="4524"/>
                    </a:lnTo>
                    <a:cubicBezTo>
                      <a:pt x="5929" y="3690"/>
                      <a:pt x="5929" y="2943"/>
                      <a:pt x="5915" y="2299"/>
                    </a:cubicBezTo>
                    <a:close/>
                    <a:moveTo>
                      <a:pt x="12356" y="2270"/>
                    </a:moveTo>
                    <a:cubicBezTo>
                      <a:pt x="12371" y="2401"/>
                      <a:pt x="12400" y="2548"/>
                      <a:pt x="12415" y="2694"/>
                    </a:cubicBezTo>
                    <a:cubicBezTo>
                      <a:pt x="12488" y="3207"/>
                      <a:pt x="12561" y="3821"/>
                      <a:pt x="12649" y="4524"/>
                    </a:cubicBezTo>
                    <a:cubicBezTo>
                      <a:pt x="12122" y="4524"/>
                      <a:pt x="11258" y="4495"/>
                      <a:pt x="10219" y="4495"/>
                    </a:cubicBezTo>
                    <a:cubicBezTo>
                      <a:pt x="10160" y="3675"/>
                      <a:pt x="10116" y="2928"/>
                      <a:pt x="10072" y="2284"/>
                    </a:cubicBezTo>
                    <a:cubicBezTo>
                      <a:pt x="11053" y="2284"/>
                      <a:pt x="11858" y="2284"/>
                      <a:pt x="12356" y="2270"/>
                    </a:cubicBezTo>
                    <a:close/>
                    <a:moveTo>
                      <a:pt x="10146" y="4597"/>
                    </a:moveTo>
                    <a:cubicBezTo>
                      <a:pt x="10146" y="5066"/>
                      <a:pt x="10175" y="5549"/>
                      <a:pt x="10219" y="6061"/>
                    </a:cubicBezTo>
                    <a:cubicBezTo>
                      <a:pt x="10233" y="6354"/>
                      <a:pt x="10248" y="6647"/>
                      <a:pt x="10263" y="6910"/>
                    </a:cubicBezTo>
                    <a:lnTo>
                      <a:pt x="5915" y="6910"/>
                    </a:lnTo>
                    <a:cubicBezTo>
                      <a:pt x="5915" y="6603"/>
                      <a:pt x="5929" y="6310"/>
                      <a:pt x="5929" y="5988"/>
                    </a:cubicBezTo>
                    <a:cubicBezTo>
                      <a:pt x="5929" y="5505"/>
                      <a:pt x="5959" y="5051"/>
                      <a:pt x="5959" y="4597"/>
                    </a:cubicBezTo>
                    <a:close/>
                    <a:moveTo>
                      <a:pt x="3075" y="4568"/>
                    </a:moveTo>
                    <a:cubicBezTo>
                      <a:pt x="3719" y="4568"/>
                      <a:pt x="4685" y="4583"/>
                      <a:pt x="5842" y="4583"/>
                    </a:cubicBezTo>
                    <a:cubicBezTo>
                      <a:pt x="5842" y="5037"/>
                      <a:pt x="5842" y="5505"/>
                      <a:pt x="5827" y="5973"/>
                    </a:cubicBezTo>
                    <a:cubicBezTo>
                      <a:pt x="5827" y="6296"/>
                      <a:pt x="5798" y="6603"/>
                      <a:pt x="5798" y="6910"/>
                    </a:cubicBezTo>
                    <a:cubicBezTo>
                      <a:pt x="4612" y="6910"/>
                      <a:pt x="3572" y="6910"/>
                      <a:pt x="2797" y="6925"/>
                    </a:cubicBezTo>
                    <a:cubicBezTo>
                      <a:pt x="2899" y="6076"/>
                      <a:pt x="2987" y="5285"/>
                      <a:pt x="3075" y="4568"/>
                    </a:cubicBezTo>
                    <a:close/>
                    <a:moveTo>
                      <a:pt x="12634" y="4568"/>
                    </a:moveTo>
                    <a:cubicBezTo>
                      <a:pt x="12708" y="5154"/>
                      <a:pt x="12795" y="5783"/>
                      <a:pt x="12869" y="6442"/>
                    </a:cubicBezTo>
                    <a:cubicBezTo>
                      <a:pt x="12883" y="6603"/>
                      <a:pt x="12927" y="6764"/>
                      <a:pt x="12942" y="6954"/>
                    </a:cubicBezTo>
                    <a:cubicBezTo>
                      <a:pt x="12444" y="6910"/>
                      <a:pt x="11522" y="6910"/>
                      <a:pt x="10351" y="6910"/>
                    </a:cubicBezTo>
                    <a:cubicBezTo>
                      <a:pt x="10321" y="6647"/>
                      <a:pt x="10307" y="6354"/>
                      <a:pt x="10292" y="6061"/>
                    </a:cubicBezTo>
                    <a:cubicBezTo>
                      <a:pt x="10248" y="5564"/>
                      <a:pt x="10233" y="5066"/>
                      <a:pt x="10204" y="4597"/>
                    </a:cubicBezTo>
                    <a:cubicBezTo>
                      <a:pt x="11258" y="4597"/>
                      <a:pt x="12122" y="4568"/>
                      <a:pt x="12634" y="4568"/>
                    </a:cubicBezTo>
                    <a:close/>
                    <a:moveTo>
                      <a:pt x="2782" y="6969"/>
                    </a:moveTo>
                    <a:cubicBezTo>
                      <a:pt x="3558" y="6969"/>
                      <a:pt x="4597" y="6984"/>
                      <a:pt x="5783" y="6984"/>
                    </a:cubicBezTo>
                    <a:cubicBezTo>
                      <a:pt x="5768" y="7847"/>
                      <a:pt x="5754" y="8652"/>
                      <a:pt x="5739" y="9326"/>
                    </a:cubicBezTo>
                    <a:cubicBezTo>
                      <a:pt x="4524" y="9355"/>
                      <a:pt x="3426" y="9355"/>
                      <a:pt x="2548" y="9355"/>
                    </a:cubicBezTo>
                    <a:cubicBezTo>
                      <a:pt x="2562" y="9209"/>
                      <a:pt x="2592" y="9062"/>
                      <a:pt x="2592" y="8916"/>
                    </a:cubicBezTo>
                    <a:cubicBezTo>
                      <a:pt x="2665" y="8228"/>
                      <a:pt x="2709" y="7598"/>
                      <a:pt x="2782" y="6969"/>
                    </a:cubicBezTo>
                    <a:close/>
                    <a:moveTo>
                      <a:pt x="10263" y="7013"/>
                    </a:moveTo>
                    <a:cubicBezTo>
                      <a:pt x="10321" y="7847"/>
                      <a:pt x="10365" y="8652"/>
                      <a:pt x="10424" y="9370"/>
                    </a:cubicBezTo>
                    <a:lnTo>
                      <a:pt x="10190" y="9370"/>
                    </a:lnTo>
                    <a:cubicBezTo>
                      <a:pt x="9194" y="9370"/>
                      <a:pt x="7818" y="9370"/>
                      <a:pt x="6295" y="9355"/>
                    </a:cubicBezTo>
                    <a:lnTo>
                      <a:pt x="5842" y="9355"/>
                    </a:lnTo>
                    <a:cubicBezTo>
                      <a:pt x="5856" y="8652"/>
                      <a:pt x="5900" y="7862"/>
                      <a:pt x="5915" y="7013"/>
                    </a:cubicBezTo>
                    <a:close/>
                    <a:moveTo>
                      <a:pt x="13352" y="9663"/>
                    </a:moveTo>
                    <a:cubicBezTo>
                      <a:pt x="13366" y="9824"/>
                      <a:pt x="13396" y="10014"/>
                      <a:pt x="13410" y="10160"/>
                    </a:cubicBezTo>
                    <a:cubicBezTo>
                      <a:pt x="13440" y="10204"/>
                      <a:pt x="13440" y="10263"/>
                      <a:pt x="13440" y="10336"/>
                    </a:cubicBezTo>
                    <a:cubicBezTo>
                      <a:pt x="13147" y="10380"/>
                      <a:pt x="12854" y="10409"/>
                      <a:pt x="12620" y="10424"/>
                    </a:cubicBezTo>
                    <a:cubicBezTo>
                      <a:pt x="12751" y="10263"/>
                      <a:pt x="12956" y="10058"/>
                      <a:pt x="13161" y="9868"/>
                    </a:cubicBezTo>
                    <a:cubicBezTo>
                      <a:pt x="13235" y="9794"/>
                      <a:pt x="13293" y="9736"/>
                      <a:pt x="13352" y="9663"/>
                    </a:cubicBezTo>
                    <a:close/>
                    <a:moveTo>
                      <a:pt x="10438" y="9399"/>
                    </a:moveTo>
                    <a:cubicBezTo>
                      <a:pt x="10468" y="10160"/>
                      <a:pt x="10512" y="10775"/>
                      <a:pt x="10541" y="11229"/>
                    </a:cubicBezTo>
                    <a:cubicBezTo>
                      <a:pt x="9794" y="11302"/>
                      <a:pt x="8813" y="11405"/>
                      <a:pt x="7715" y="11405"/>
                    </a:cubicBezTo>
                    <a:cubicBezTo>
                      <a:pt x="6998" y="11405"/>
                      <a:pt x="6339" y="11375"/>
                      <a:pt x="5754" y="11346"/>
                    </a:cubicBezTo>
                    <a:cubicBezTo>
                      <a:pt x="5768" y="11053"/>
                      <a:pt x="5783" y="10629"/>
                      <a:pt x="5827" y="10102"/>
                    </a:cubicBezTo>
                    <a:cubicBezTo>
                      <a:pt x="5842" y="9897"/>
                      <a:pt x="5842" y="9663"/>
                      <a:pt x="5856" y="9428"/>
                    </a:cubicBezTo>
                    <a:lnTo>
                      <a:pt x="6325" y="9428"/>
                    </a:lnTo>
                    <a:cubicBezTo>
                      <a:pt x="7833" y="9428"/>
                      <a:pt x="9209" y="9399"/>
                      <a:pt x="10219" y="9399"/>
                    </a:cubicBezTo>
                    <a:close/>
                    <a:moveTo>
                      <a:pt x="9926" y="1"/>
                    </a:moveTo>
                    <a:lnTo>
                      <a:pt x="9926" y="1"/>
                    </a:lnTo>
                    <a:cubicBezTo>
                      <a:pt x="9911" y="1"/>
                      <a:pt x="9941" y="864"/>
                      <a:pt x="10014" y="2211"/>
                    </a:cubicBezTo>
                    <a:lnTo>
                      <a:pt x="5959" y="2211"/>
                    </a:lnTo>
                    <a:lnTo>
                      <a:pt x="5959" y="1845"/>
                    </a:lnTo>
                    <a:cubicBezTo>
                      <a:pt x="5929" y="1318"/>
                      <a:pt x="5929" y="894"/>
                      <a:pt x="5915" y="601"/>
                    </a:cubicBezTo>
                    <a:cubicBezTo>
                      <a:pt x="5915" y="454"/>
                      <a:pt x="5900" y="352"/>
                      <a:pt x="5900" y="249"/>
                    </a:cubicBezTo>
                    <a:cubicBezTo>
                      <a:pt x="5900" y="176"/>
                      <a:pt x="5900" y="147"/>
                      <a:pt x="5886" y="147"/>
                    </a:cubicBezTo>
                    <a:lnTo>
                      <a:pt x="5886" y="249"/>
                    </a:lnTo>
                    <a:lnTo>
                      <a:pt x="5886" y="601"/>
                    </a:lnTo>
                    <a:lnTo>
                      <a:pt x="5886" y="1845"/>
                    </a:lnTo>
                    <a:lnTo>
                      <a:pt x="5886" y="2211"/>
                    </a:lnTo>
                    <a:cubicBezTo>
                      <a:pt x="4758" y="2211"/>
                      <a:pt x="3880" y="2226"/>
                      <a:pt x="3411" y="2226"/>
                    </a:cubicBezTo>
                    <a:cubicBezTo>
                      <a:pt x="3441" y="2006"/>
                      <a:pt x="3470" y="1787"/>
                      <a:pt x="3485" y="1626"/>
                    </a:cubicBezTo>
                    <a:cubicBezTo>
                      <a:pt x="3499" y="1421"/>
                      <a:pt x="3514" y="1274"/>
                      <a:pt x="3529" y="1172"/>
                    </a:cubicBezTo>
                    <a:cubicBezTo>
                      <a:pt x="3529" y="1113"/>
                      <a:pt x="3558" y="1084"/>
                      <a:pt x="3558" y="1040"/>
                    </a:cubicBezTo>
                    <a:lnTo>
                      <a:pt x="3558" y="1011"/>
                    </a:lnTo>
                    <a:cubicBezTo>
                      <a:pt x="3558" y="1011"/>
                      <a:pt x="3558" y="1025"/>
                      <a:pt x="3529" y="1040"/>
                    </a:cubicBezTo>
                    <a:cubicBezTo>
                      <a:pt x="3529" y="1084"/>
                      <a:pt x="3514" y="1113"/>
                      <a:pt x="3514" y="1157"/>
                    </a:cubicBezTo>
                    <a:cubicBezTo>
                      <a:pt x="3499" y="1260"/>
                      <a:pt x="3485" y="1421"/>
                      <a:pt x="3441" y="1611"/>
                    </a:cubicBezTo>
                    <a:cubicBezTo>
                      <a:pt x="3411" y="1772"/>
                      <a:pt x="3397" y="1992"/>
                      <a:pt x="3353" y="2211"/>
                    </a:cubicBezTo>
                    <a:cubicBezTo>
                      <a:pt x="3148" y="2211"/>
                      <a:pt x="3045" y="2226"/>
                      <a:pt x="3045" y="2226"/>
                    </a:cubicBezTo>
                    <a:cubicBezTo>
                      <a:pt x="3045" y="2226"/>
                      <a:pt x="3148" y="2255"/>
                      <a:pt x="3353" y="2255"/>
                    </a:cubicBezTo>
                    <a:cubicBezTo>
                      <a:pt x="3309" y="2562"/>
                      <a:pt x="3265" y="2914"/>
                      <a:pt x="3207" y="3294"/>
                    </a:cubicBezTo>
                    <a:cubicBezTo>
                      <a:pt x="3148" y="3660"/>
                      <a:pt x="3104" y="4056"/>
                      <a:pt x="3045" y="4495"/>
                    </a:cubicBezTo>
                    <a:cubicBezTo>
                      <a:pt x="2562" y="4495"/>
                      <a:pt x="2299" y="4524"/>
                      <a:pt x="2299" y="4524"/>
                    </a:cubicBezTo>
                    <a:cubicBezTo>
                      <a:pt x="2299" y="4524"/>
                      <a:pt x="2562" y="4539"/>
                      <a:pt x="3045" y="4539"/>
                    </a:cubicBezTo>
                    <a:cubicBezTo>
                      <a:pt x="2958" y="5256"/>
                      <a:pt x="2855" y="6032"/>
                      <a:pt x="2753" y="6881"/>
                    </a:cubicBezTo>
                    <a:cubicBezTo>
                      <a:pt x="1948" y="6881"/>
                      <a:pt x="1450" y="6896"/>
                      <a:pt x="1450" y="6910"/>
                    </a:cubicBezTo>
                    <a:cubicBezTo>
                      <a:pt x="1450" y="6940"/>
                      <a:pt x="1933" y="6940"/>
                      <a:pt x="2738" y="6954"/>
                    </a:cubicBezTo>
                    <a:cubicBezTo>
                      <a:pt x="2665" y="7569"/>
                      <a:pt x="2592" y="8213"/>
                      <a:pt x="2533" y="8887"/>
                    </a:cubicBezTo>
                    <a:cubicBezTo>
                      <a:pt x="2504" y="9033"/>
                      <a:pt x="2489" y="9180"/>
                      <a:pt x="2489" y="9326"/>
                    </a:cubicBezTo>
                    <a:lnTo>
                      <a:pt x="2416" y="9326"/>
                    </a:lnTo>
                    <a:cubicBezTo>
                      <a:pt x="1918" y="9326"/>
                      <a:pt x="1523" y="9355"/>
                      <a:pt x="1230" y="9355"/>
                    </a:cubicBezTo>
                    <a:lnTo>
                      <a:pt x="908" y="9355"/>
                    </a:lnTo>
                    <a:cubicBezTo>
                      <a:pt x="835" y="9355"/>
                      <a:pt x="791" y="9355"/>
                      <a:pt x="791" y="9370"/>
                    </a:cubicBezTo>
                    <a:cubicBezTo>
                      <a:pt x="791" y="9377"/>
                      <a:pt x="802" y="9377"/>
                      <a:pt x="822" y="9377"/>
                    </a:cubicBezTo>
                    <a:cubicBezTo>
                      <a:pt x="842" y="9377"/>
                      <a:pt x="872" y="9377"/>
                      <a:pt x="908" y="9384"/>
                    </a:cubicBezTo>
                    <a:lnTo>
                      <a:pt x="1230" y="9384"/>
                    </a:lnTo>
                    <a:cubicBezTo>
                      <a:pt x="1523" y="9384"/>
                      <a:pt x="1918" y="9384"/>
                      <a:pt x="2416" y="9399"/>
                    </a:cubicBezTo>
                    <a:lnTo>
                      <a:pt x="2489" y="9399"/>
                    </a:lnTo>
                    <a:cubicBezTo>
                      <a:pt x="2401" y="10365"/>
                      <a:pt x="2328" y="11288"/>
                      <a:pt x="2255" y="12122"/>
                    </a:cubicBezTo>
                    <a:lnTo>
                      <a:pt x="1889" y="12122"/>
                    </a:lnTo>
                    <a:cubicBezTo>
                      <a:pt x="1011" y="12122"/>
                      <a:pt x="279" y="12151"/>
                      <a:pt x="279" y="12181"/>
                    </a:cubicBezTo>
                    <a:cubicBezTo>
                      <a:pt x="279" y="12225"/>
                      <a:pt x="996" y="12239"/>
                      <a:pt x="1889" y="12239"/>
                    </a:cubicBezTo>
                    <a:lnTo>
                      <a:pt x="2255" y="12239"/>
                    </a:lnTo>
                    <a:cubicBezTo>
                      <a:pt x="2196" y="13103"/>
                      <a:pt x="2138" y="13864"/>
                      <a:pt x="2109" y="14523"/>
                    </a:cubicBezTo>
                    <a:cubicBezTo>
                      <a:pt x="2109" y="14699"/>
                      <a:pt x="2094" y="14830"/>
                      <a:pt x="2094" y="14991"/>
                    </a:cubicBezTo>
                    <a:lnTo>
                      <a:pt x="1377" y="14991"/>
                    </a:lnTo>
                    <a:cubicBezTo>
                      <a:pt x="630" y="14991"/>
                      <a:pt x="0" y="15006"/>
                      <a:pt x="0" y="15035"/>
                    </a:cubicBezTo>
                    <a:cubicBezTo>
                      <a:pt x="0" y="15065"/>
                      <a:pt x="601" y="15094"/>
                      <a:pt x="1377" y="15094"/>
                    </a:cubicBezTo>
                    <a:lnTo>
                      <a:pt x="2094" y="15094"/>
                    </a:lnTo>
                    <a:cubicBezTo>
                      <a:pt x="2065" y="15577"/>
                      <a:pt x="2050" y="15958"/>
                      <a:pt x="2035" y="16265"/>
                    </a:cubicBezTo>
                    <a:cubicBezTo>
                      <a:pt x="2035" y="16470"/>
                      <a:pt x="2021" y="16616"/>
                      <a:pt x="2021" y="16719"/>
                    </a:cubicBezTo>
                    <a:lnTo>
                      <a:pt x="2021" y="16851"/>
                    </a:lnTo>
                    <a:cubicBezTo>
                      <a:pt x="2021" y="16821"/>
                      <a:pt x="2021" y="16777"/>
                      <a:pt x="2035" y="16719"/>
                    </a:cubicBezTo>
                    <a:cubicBezTo>
                      <a:pt x="2035" y="16616"/>
                      <a:pt x="2050" y="16455"/>
                      <a:pt x="2079" y="16265"/>
                    </a:cubicBezTo>
                    <a:cubicBezTo>
                      <a:pt x="2094" y="15958"/>
                      <a:pt x="2109" y="15577"/>
                      <a:pt x="2152" y="15094"/>
                    </a:cubicBezTo>
                    <a:cubicBezTo>
                      <a:pt x="2518" y="15094"/>
                      <a:pt x="2738" y="15079"/>
                      <a:pt x="2738" y="15065"/>
                    </a:cubicBezTo>
                    <a:cubicBezTo>
                      <a:pt x="2738" y="15035"/>
                      <a:pt x="2489" y="15021"/>
                      <a:pt x="2152" y="15021"/>
                    </a:cubicBezTo>
                    <a:cubicBezTo>
                      <a:pt x="2167" y="14874"/>
                      <a:pt x="2167" y="14728"/>
                      <a:pt x="2182" y="14567"/>
                    </a:cubicBezTo>
                    <a:cubicBezTo>
                      <a:pt x="2226" y="13908"/>
                      <a:pt x="2270" y="13118"/>
                      <a:pt x="2343" y="12283"/>
                    </a:cubicBezTo>
                    <a:cubicBezTo>
                      <a:pt x="3002" y="12283"/>
                      <a:pt x="3499" y="12254"/>
                      <a:pt x="3499" y="12239"/>
                    </a:cubicBezTo>
                    <a:cubicBezTo>
                      <a:pt x="3499" y="12225"/>
                      <a:pt x="3031" y="12210"/>
                      <a:pt x="2343" y="12210"/>
                    </a:cubicBezTo>
                    <a:cubicBezTo>
                      <a:pt x="2416" y="11361"/>
                      <a:pt x="2489" y="10453"/>
                      <a:pt x="2592" y="9472"/>
                    </a:cubicBezTo>
                    <a:cubicBezTo>
                      <a:pt x="3441" y="9472"/>
                      <a:pt x="4568" y="9472"/>
                      <a:pt x="5783" y="9502"/>
                    </a:cubicBezTo>
                    <a:cubicBezTo>
                      <a:pt x="5783" y="9736"/>
                      <a:pt x="5768" y="9955"/>
                      <a:pt x="5768" y="10175"/>
                    </a:cubicBezTo>
                    <a:cubicBezTo>
                      <a:pt x="5754" y="10687"/>
                      <a:pt x="5754" y="11112"/>
                      <a:pt x="5724" y="11419"/>
                    </a:cubicBezTo>
                    <a:cubicBezTo>
                      <a:pt x="5388" y="11405"/>
                      <a:pt x="5051" y="11375"/>
                      <a:pt x="4773" y="11346"/>
                    </a:cubicBezTo>
                    <a:cubicBezTo>
                      <a:pt x="4392" y="11302"/>
                      <a:pt x="4100" y="11273"/>
                      <a:pt x="3880" y="11258"/>
                    </a:cubicBezTo>
                    <a:cubicBezTo>
                      <a:pt x="3792" y="11229"/>
                      <a:pt x="3704" y="11229"/>
                      <a:pt x="3646" y="11229"/>
                    </a:cubicBezTo>
                    <a:lnTo>
                      <a:pt x="3558" y="11229"/>
                    </a:lnTo>
                    <a:cubicBezTo>
                      <a:pt x="3558" y="11229"/>
                      <a:pt x="3587" y="11258"/>
                      <a:pt x="3646" y="11258"/>
                    </a:cubicBezTo>
                    <a:cubicBezTo>
                      <a:pt x="3719" y="11273"/>
                      <a:pt x="3792" y="11273"/>
                      <a:pt x="3880" y="11288"/>
                    </a:cubicBezTo>
                    <a:cubicBezTo>
                      <a:pt x="4085" y="11332"/>
                      <a:pt x="4392" y="11361"/>
                      <a:pt x="4773" y="11405"/>
                    </a:cubicBezTo>
                    <a:cubicBezTo>
                      <a:pt x="5051" y="11434"/>
                      <a:pt x="5388" y="11449"/>
                      <a:pt x="5724" y="11493"/>
                    </a:cubicBezTo>
                    <a:lnTo>
                      <a:pt x="5724" y="11741"/>
                    </a:lnTo>
                    <a:lnTo>
                      <a:pt x="5724" y="11859"/>
                    </a:lnTo>
                    <a:cubicBezTo>
                      <a:pt x="5724" y="11859"/>
                      <a:pt x="5724" y="11815"/>
                      <a:pt x="5754" y="11741"/>
                    </a:cubicBezTo>
                    <a:cubicBezTo>
                      <a:pt x="5754" y="11668"/>
                      <a:pt x="5768" y="11580"/>
                      <a:pt x="5768" y="11493"/>
                    </a:cubicBezTo>
                    <a:cubicBezTo>
                      <a:pt x="6274" y="11518"/>
                      <a:pt x="6845" y="11554"/>
                      <a:pt x="7453" y="11554"/>
                    </a:cubicBezTo>
                    <a:cubicBezTo>
                      <a:pt x="7549" y="11554"/>
                      <a:pt x="7647" y="11553"/>
                      <a:pt x="7745" y="11551"/>
                    </a:cubicBezTo>
                    <a:cubicBezTo>
                      <a:pt x="8843" y="11522"/>
                      <a:pt x="9853" y="11449"/>
                      <a:pt x="10599" y="11346"/>
                    </a:cubicBezTo>
                    <a:cubicBezTo>
                      <a:pt x="10643" y="11859"/>
                      <a:pt x="10658" y="12151"/>
                      <a:pt x="10673" y="12151"/>
                    </a:cubicBezTo>
                    <a:cubicBezTo>
                      <a:pt x="10673" y="12151"/>
                      <a:pt x="10673" y="11859"/>
                      <a:pt x="10658" y="11346"/>
                    </a:cubicBezTo>
                    <a:lnTo>
                      <a:pt x="10702" y="11346"/>
                    </a:lnTo>
                    <a:cubicBezTo>
                      <a:pt x="11097" y="11288"/>
                      <a:pt x="11390" y="11258"/>
                      <a:pt x="11580" y="11214"/>
                    </a:cubicBezTo>
                    <a:cubicBezTo>
                      <a:pt x="11683" y="11200"/>
                      <a:pt x="11771" y="11185"/>
                      <a:pt x="11829" y="11156"/>
                    </a:cubicBezTo>
                    <a:cubicBezTo>
                      <a:pt x="11873" y="11141"/>
                      <a:pt x="11917" y="11141"/>
                      <a:pt x="11902" y="11141"/>
                    </a:cubicBezTo>
                    <a:lnTo>
                      <a:pt x="11800" y="11141"/>
                    </a:lnTo>
                    <a:cubicBezTo>
                      <a:pt x="11727" y="11141"/>
                      <a:pt x="11653" y="11156"/>
                      <a:pt x="11566" y="11185"/>
                    </a:cubicBezTo>
                    <a:cubicBezTo>
                      <a:pt x="11361" y="11214"/>
                      <a:pt x="11053" y="11258"/>
                      <a:pt x="10673" y="11288"/>
                    </a:cubicBezTo>
                    <a:lnTo>
                      <a:pt x="10614" y="11288"/>
                    </a:lnTo>
                    <a:cubicBezTo>
                      <a:pt x="10599" y="10834"/>
                      <a:pt x="10556" y="10204"/>
                      <a:pt x="10526" y="9472"/>
                    </a:cubicBezTo>
                    <a:cubicBezTo>
                      <a:pt x="10878" y="9472"/>
                      <a:pt x="11185" y="9472"/>
                      <a:pt x="11405" y="9458"/>
                    </a:cubicBezTo>
                    <a:lnTo>
                      <a:pt x="11727" y="9458"/>
                    </a:lnTo>
                    <a:cubicBezTo>
                      <a:pt x="11800" y="9458"/>
                      <a:pt x="11844" y="9458"/>
                      <a:pt x="11844" y="9443"/>
                    </a:cubicBezTo>
                    <a:cubicBezTo>
                      <a:pt x="11844" y="9436"/>
                      <a:pt x="11833" y="9436"/>
                      <a:pt x="11813" y="9436"/>
                    </a:cubicBezTo>
                    <a:cubicBezTo>
                      <a:pt x="11793" y="9436"/>
                      <a:pt x="11763" y="9436"/>
                      <a:pt x="11727" y="9428"/>
                    </a:cubicBezTo>
                    <a:lnTo>
                      <a:pt x="11405" y="9428"/>
                    </a:lnTo>
                    <a:cubicBezTo>
                      <a:pt x="11185" y="9428"/>
                      <a:pt x="10878" y="9428"/>
                      <a:pt x="10526" y="9399"/>
                    </a:cubicBezTo>
                    <a:cubicBezTo>
                      <a:pt x="10482" y="8711"/>
                      <a:pt x="10438" y="7906"/>
                      <a:pt x="10394" y="7027"/>
                    </a:cubicBezTo>
                    <a:cubicBezTo>
                      <a:pt x="11566" y="7027"/>
                      <a:pt x="12503" y="7013"/>
                      <a:pt x="13015" y="7013"/>
                    </a:cubicBezTo>
                    <a:cubicBezTo>
                      <a:pt x="13074" y="7423"/>
                      <a:pt x="13117" y="7833"/>
                      <a:pt x="13176" y="8213"/>
                    </a:cubicBezTo>
                    <a:cubicBezTo>
                      <a:pt x="13044" y="8272"/>
                      <a:pt x="12883" y="8330"/>
                      <a:pt x="12708" y="8374"/>
                    </a:cubicBezTo>
                    <a:cubicBezTo>
                      <a:pt x="12210" y="8565"/>
                      <a:pt x="11785" y="8667"/>
                      <a:pt x="11785" y="8696"/>
                    </a:cubicBezTo>
                    <a:cubicBezTo>
                      <a:pt x="11785" y="8698"/>
                      <a:pt x="11788" y="8698"/>
                      <a:pt x="11794" y="8698"/>
                    </a:cubicBezTo>
                    <a:cubicBezTo>
                      <a:pt x="11858" y="8698"/>
                      <a:pt x="12267" y="8622"/>
                      <a:pt x="12737" y="8448"/>
                    </a:cubicBezTo>
                    <a:cubicBezTo>
                      <a:pt x="12898" y="8404"/>
                      <a:pt x="13044" y="8330"/>
                      <a:pt x="13176" y="8272"/>
                    </a:cubicBezTo>
                    <a:cubicBezTo>
                      <a:pt x="13249" y="8726"/>
                      <a:pt x="13308" y="9165"/>
                      <a:pt x="13366" y="9575"/>
                    </a:cubicBezTo>
                    <a:cubicBezTo>
                      <a:pt x="13293" y="9648"/>
                      <a:pt x="13191" y="9736"/>
                      <a:pt x="13117" y="9824"/>
                    </a:cubicBezTo>
                    <a:cubicBezTo>
                      <a:pt x="12883" y="10058"/>
                      <a:pt x="12678" y="10277"/>
                      <a:pt x="12503" y="10482"/>
                    </a:cubicBezTo>
                    <a:cubicBezTo>
                      <a:pt x="12268" y="10497"/>
                      <a:pt x="12078" y="10526"/>
                      <a:pt x="11932" y="10541"/>
                    </a:cubicBezTo>
                    <a:cubicBezTo>
                      <a:pt x="11771" y="10556"/>
                      <a:pt x="11683" y="10556"/>
                      <a:pt x="11683" y="10570"/>
                    </a:cubicBezTo>
                    <a:lnTo>
                      <a:pt x="11932" y="10570"/>
                    </a:lnTo>
                    <a:cubicBezTo>
                      <a:pt x="12063" y="10570"/>
                      <a:pt x="12224" y="10556"/>
                      <a:pt x="12444" y="10556"/>
                    </a:cubicBezTo>
                    <a:cubicBezTo>
                      <a:pt x="12151" y="10863"/>
                      <a:pt x="11976" y="11068"/>
                      <a:pt x="11990" y="11083"/>
                    </a:cubicBezTo>
                    <a:cubicBezTo>
                      <a:pt x="11991" y="11084"/>
                      <a:pt x="11993" y="11085"/>
                      <a:pt x="11995" y="11085"/>
                    </a:cubicBezTo>
                    <a:cubicBezTo>
                      <a:pt x="12032" y="11085"/>
                      <a:pt x="12245" y="10872"/>
                      <a:pt x="12561" y="10556"/>
                    </a:cubicBezTo>
                    <a:lnTo>
                      <a:pt x="12649" y="10556"/>
                    </a:lnTo>
                    <a:cubicBezTo>
                      <a:pt x="12883" y="10541"/>
                      <a:pt x="13176" y="10497"/>
                      <a:pt x="13483" y="10468"/>
                    </a:cubicBezTo>
                    <a:cubicBezTo>
                      <a:pt x="13542" y="10819"/>
                      <a:pt x="13586" y="11112"/>
                      <a:pt x="13615" y="11346"/>
                    </a:cubicBezTo>
                    <a:cubicBezTo>
                      <a:pt x="13630" y="11478"/>
                      <a:pt x="13659" y="11566"/>
                      <a:pt x="13674" y="11654"/>
                    </a:cubicBezTo>
                    <a:cubicBezTo>
                      <a:pt x="13688" y="11727"/>
                      <a:pt x="13688" y="11771"/>
                      <a:pt x="13688" y="11771"/>
                    </a:cubicBezTo>
                    <a:lnTo>
                      <a:pt x="13688" y="11654"/>
                    </a:lnTo>
                    <a:cubicBezTo>
                      <a:pt x="13688" y="11580"/>
                      <a:pt x="13674" y="11478"/>
                      <a:pt x="13659" y="11346"/>
                    </a:cubicBezTo>
                    <a:cubicBezTo>
                      <a:pt x="13615" y="11127"/>
                      <a:pt x="13601" y="10834"/>
                      <a:pt x="13542" y="10468"/>
                    </a:cubicBezTo>
                    <a:cubicBezTo>
                      <a:pt x="13967" y="10409"/>
                      <a:pt x="14435" y="10336"/>
                      <a:pt x="14947" y="10234"/>
                    </a:cubicBezTo>
                    <a:lnTo>
                      <a:pt x="14947" y="10234"/>
                    </a:lnTo>
                    <a:cubicBezTo>
                      <a:pt x="14874" y="11083"/>
                      <a:pt x="14860" y="11771"/>
                      <a:pt x="14874" y="11785"/>
                    </a:cubicBezTo>
                    <a:cubicBezTo>
                      <a:pt x="14903" y="11785"/>
                      <a:pt x="14977" y="11083"/>
                      <a:pt x="15050" y="10204"/>
                    </a:cubicBezTo>
                    <a:cubicBezTo>
                      <a:pt x="15606" y="10102"/>
                      <a:pt x="16148" y="9955"/>
                      <a:pt x="16602" y="9824"/>
                    </a:cubicBezTo>
                    <a:cubicBezTo>
                      <a:pt x="16745" y="10370"/>
                      <a:pt x="16847" y="10761"/>
                      <a:pt x="16892" y="10761"/>
                    </a:cubicBezTo>
                    <a:cubicBezTo>
                      <a:pt x="16893" y="10761"/>
                      <a:pt x="16894" y="10761"/>
                      <a:pt x="16894" y="10761"/>
                    </a:cubicBezTo>
                    <a:cubicBezTo>
                      <a:pt x="16909" y="10761"/>
                      <a:pt x="16821" y="10336"/>
                      <a:pt x="16689" y="9794"/>
                    </a:cubicBezTo>
                    <a:cubicBezTo>
                      <a:pt x="16894" y="9736"/>
                      <a:pt x="17070" y="9663"/>
                      <a:pt x="17246" y="9604"/>
                    </a:cubicBezTo>
                    <a:cubicBezTo>
                      <a:pt x="17539" y="9516"/>
                      <a:pt x="17758" y="9428"/>
                      <a:pt x="17919" y="9370"/>
                    </a:cubicBezTo>
                    <a:cubicBezTo>
                      <a:pt x="18080" y="9311"/>
                      <a:pt x="18153" y="9282"/>
                      <a:pt x="18153" y="9253"/>
                    </a:cubicBezTo>
                    <a:cubicBezTo>
                      <a:pt x="18139" y="9243"/>
                      <a:pt x="18118" y="9238"/>
                      <a:pt x="18091" y="9238"/>
                    </a:cubicBezTo>
                    <a:cubicBezTo>
                      <a:pt x="18036" y="9238"/>
                      <a:pt x="17958" y="9258"/>
                      <a:pt x="17861" y="9297"/>
                    </a:cubicBezTo>
                    <a:cubicBezTo>
                      <a:pt x="17700" y="9355"/>
                      <a:pt x="17480" y="9428"/>
                      <a:pt x="17187" y="9516"/>
                    </a:cubicBezTo>
                    <a:cubicBezTo>
                      <a:pt x="17026" y="9575"/>
                      <a:pt x="16836" y="9619"/>
                      <a:pt x="16646" y="9677"/>
                    </a:cubicBezTo>
                    <a:lnTo>
                      <a:pt x="16587" y="9458"/>
                    </a:lnTo>
                    <a:cubicBezTo>
                      <a:pt x="16399" y="8793"/>
                      <a:pt x="16254" y="8228"/>
                      <a:pt x="16222" y="8228"/>
                    </a:cubicBezTo>
                    <a:cubicBezTo>
                      <a:pt x="16222" y="8228"/>
                      <a:pt x="16221" y="8228"/>
                      <a:pt x="16221" y="8228"/>
                    </a:cubicBezTo>
                    <a:cubicBezTo>
                      <a:pt x="16206" y="8228"/>
                      <a:pt x="16309" y="8799"/>
                      <a:pt x="16499" y="9472"/>
                    </a:cubicBezTo>
                    <a:lnTo>
                      <a:pt x="16543" y="9692"/>
                    </a:lnTo>
                    <a:cubicBezTo>
                      <a:pt x="16104" y="9824"/>
                      <a:pt x="15577" y="9955"/>
                      <a:pt x="15035" y="10058"/>
                    </a:cubicBezTo>
                    <a:cubicBezTo>
                      <a:pt x="15108" y="9165"/>
                      <a:pt x="15138" y="8448"/>
                      <a:pt x="15108" y="8448"/>
                    </a:cubicBezTo>
                    <a:lnTo>
                      <a:pt x="15108" y="8448"/>
                    </a:lnTo>
                    <a:cubicBezTo>
                      <a:pt x="15079" y="8448"/>
                      <a:pt x="14991" y="9180"/>
                      <a:pt x="14933" y="10087"/>
                    </a:cubicBezTo>
                    <a:cubicBezTo>
                      <a:pt x="14420" y="10190"/>
                      <a:pt x="13952" y="10263"/>
                      <a:pt x="13527" y="10321"/>
                    </a:cubicBezTo>
                    <a:cubicBezTo>
                      <a:pt x="13527" y="10263"/>
                      <a:pt x="13513" y="10204"/>
                      <a:pt x="13513" y="10131"/>
                    </a:cubicBezTo>
                    <a:cubicBezTo>
                      <a:pt x="13483" y="9970"/>
                      <a:pt x="13454" y="9765"/>
                      <a:pt x="13440" y="9589"/>
                    </a:cubicBezTo>
                    <a:cubicBezTo>
                      <a:pt x="13952" y="9033"/>
                      <a:pt x="14333" y="8623"/>
                      <a:pt x="14318" y="8594"/>
                    </a:cubicBezTo>
                    <a:cubicBezTo>
                      <a:pt x="14317" y="8594"/>
                      <a:pt x="14317" y="8593"/>
                      <a:pt x="14316" y="8593"/>
                    </a:cubicBezTo>
                    <a:cubicBezTo>
                      <a:pt x="14274" y="8593"/>
                      <a:pt x="13898" y="8955"/>
                      <a:pt x="13410" y="9472"/>
                    </a:cubicBezTo>
                    <a:cubicBezTo>
                      <a:pt x="13366" y="9092"/>
                      <a:pt x="13308" y="8667"/>
                      <a:pt x="13249" y="8213"/>
                    </a:cubicBezTo>
                    <a:cubicBezTo>
                      <a:pt x="13469" y="8111"/>
                      <a:pt x="13615" y="8038"/>
                      <a:pt x="13615" y="8008"/>
                    </a:cubicBezTo>
                    <a:cubicBezTo>
                      <a:pt x="13615" y="8007"/>
                      <a:pt x="13614" y="8006"/>
                      <a:pt x="13611" y="8006"/>
                    </a:cubicBezTo>
                    <a:cubicBezTo>
                      <a:pt x="13584" y="8006"/>
                      <a:pt x="13446" y="8061"/>
                      <a:pt x="13249" y="8140"/>
                    </a:cubicBezTo>
                    <a:cubicBezTo>
                      <a:pt x="13205" y="7774"/>
                      <a:pt x="13147" y="7379"/>
                      <a:pt x="13103" y="6969"/>
                    </a:cubicBezTo>
                    <a:cubicBezTo>
                      <a:pt x="13352" y="6969"/>
                      <a:pt x="13469" y="6954"/>
                      <a:pt x="13469" y="6954"/>
                    </a:cubicBezTo>
                    <a:cubicBezTo>
                      <a:pt x="13469" y="6954"/>
                      <a:pt x="13352" y="6940"/>
                      <a:pt x="13088" y="6940"/>
                    </a:cubicBezTo>
                    <a:cubicBezTo>
                      <a:pt x="13074" y="6764"/>
                      <a:pt x="13044" y="6588"/>
                      <a:pt x="13015" y="6427"/>
                    </a:cubicBezTo>
                    <a:cubicBezTo>
                      <a:pt x="12927" y="5768"/>
                      <a:pt x="12839" y="5139"/>
                      <a:pt x="12766" y="4568"/>
                    </a:cubicBezTo>
                    <a:cubicBezTo>
                      <a:pt x="13074" y="4568"/>
                      <a:pt x="13249" y="4553"/>
                      <a:pt x="13249" y="4553"/>
                    </a:cubicBezTo>
                    <a:cubicBezTo>
                      <a:pt x="13249" y="4553"/>
                      <a:pt x="13074" y="4539"/>
                      <a:pt x="12766" y="4539"/>
                    </a:cubicBezTo>
                    <a:cubicBezTo>
                      <a:pt x="12664" y="3836"/>
                      <a:pt x="12576" y="3221"/>
                      <a:pt x="12503" y="2709"/>
                    </a:cubicBezTo>
                    <a:cubicBezTo>
                      <a:pt x="12488" y="2562"/>
                      <a:pt x="12473" y="2416"/>
                      <a:pt x="12444" y="2284"/>
                    </a:cubicBezTo>
                    <a:cubicBezTo>
                      <a:pt x="12766" y="2284"/>
                      <a:pt x="12927" y="2270"/>
                      <a:pt x="12927" y="2270"/>
                    </a:cubicBezTo>
                    <a:cubicBezTo>
                      <a:pt x="12927" y="2270"/>
                      <a:pt x="12737" y="2255"/>
                      <a:pt x="12429" y="2255"/>
                    </a:cubicBezTo>
                    <a:cubicBezTo>
                      <a:pt x="12400" y="1992"/>
                      <a:pt x="12356" y="1757"/>
                      <a:pt x="12342" y="1567"/>
                    </a:cubicBezTo>
                    <a:cubicBezTo>
                      <a:pt x="12327" y="1450"/>
                      <a:pt x="12298" y="1347"/>
                      <a:pt x="12283" y="1260"/>
                    </a:cubicBezTo>
                    <a:cubicBezTo>
                      <a:pt x="12268" y="1186"/>
                      <a:pt x="12268" y="1157"/>
                      <a:pt x="12268" y="1157"/>
                    </a:cubicBezTo>
                    <a:lnTo>
                      <a:pt x="12268" y="1260"/>
                    </a:lnTo>
                    <a:cubicBezTo>
                      <a:pt x="12268" y="1333"/>
                      <a:pt x="12283" y="1450"/>
                      <a:pt x="12298" y="1567"/>
                    </a:cubicBezTo>
                    <a:cubicBezTo>
                      <a:pt x="12327" y="1757"/>
                      <a:pt x="12356" y="1977"/>
                      <a:pt x="12371" y="2226"/>
                    </a:cubicBezTo>
                    <a:cubicBezTo>
                      <a:pt x="11888" y="2226"/>
                      <a:pt x="11083" y="2211"/>
                      <a:pt x="10087" y="2211"/>
                    </a:cubicBezTo>
                    <a:cubicBezTo>
                      <a:pt x="9999" y="864"/>
                      <a:pt x="9941" y="1"/>
                      <a:pt x="99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875;p58">
                <a:extLst>
                  <a:ext uri="{FF2B5EF4-FFF2-40B4-BE49-F238E27FC236}">
                    <a16:creationId xmlns:a16="http://schemas.microsoft.com/office/drawing/2014/main" id="{FFA6136A-48D9-6709-6DC0-B838F8C35CC9}"/>
                  </a:ext>
                </a:extLst>
              </p:cNvPr>
              <p:cNvSpPr/>
              <p:nvPr/>
            </p:nvSpPr>
            <p:spPr>
              <a:xfrm>
                <a:off x="696431" y="1485769"/>
                <a:ext cx="64641" cy="125301"/>
              </a:xfrm>
              <a:custGeom>
                <a:avLst/>
                <a:gdLst/>
                <a:ahLst/>
                <a:cxnLst/>
                <a:rect l="l" t="t" r="r" b="b"/>
                <a:pathLst>
                  <a:path w="763" h="1479" extrusionOk="0">
                    <a:moveTo>
                      <a:pt x="762" y="0"/>
                    </a:moveTo>
                    <a:lnTo>
                      <a:pt x="162" y="88"/>
                    </a:lnTo>
                    <a:lnTo>
                      <a:pt x="1" y="1186"/>
                    </a:lnTo>
                    <a:lnTo>
                      <a:pt x="513" y="1479"/>
                    </a:lnTo>
                    <a:lnTo>
                      <a:pt x="762" y="732"/>
                    </a:lnTo>
                    <a:lnTo>
                      <a:pt x="7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876;p58">
                <a:extLst>
                  <a:ext uri="{FF2B5EF4-FFF2-40B4-BE49-F238E27FC236}">
                    <a16:creationId xmlns:a16="http://schemas.microsoft.com/office/drawing/2014/main" id="{C444E167-FF19-0658-2EC2-1788110C5C57}"/>
                  </a:ext>
                </a:extLst>
              </p:cNvPr>
              <p:cNvSpPr/>
              <p:nvPr/>
            </p:nvSpPr>
            <p:spPr>
              <a:xfrm>
                <a:off x="639415" y="1561424"/>
                <a:ext cx="137755" cy="914129"/>
              </a:xfrm>
              <a:custGeom>
                <a:avLst/>
                <a:gdLst/>
                <a:ahLst/>
                <a:cxnLst/>
                <a:rect l="l" t="t" r="r" b="b"/>
                <a:pathLst>
                  <a:path w="1626" h="10790" extrusionOk="0">
                    <a:moveTo>
                      <a:pt x="1201" y="0"/>
                    </a:moveTo>
                    <a:lnTo>
                      <a:pt x="1040" y="498"/>
                    </a:lnTo>
                    <a:cubicBezTo>
                      <a:pt x="1040" y="498"/>
                      <a:pt x="0" y="8564"/>
                      <a:pt x="249" y="9135"/>
                    </a:cubicBezTo>
                    <a:cubicBezTo>
                      <a:pt x="484" y="9692"/>
                      <a:pt x="1054" y="10790"/>
                      <a:pt x="1054" y="10790"/>
                    </a:cubicBezTo>
                    <a:lnTo>
                      <a:pt x="1625" y="7569"/>
                    </a:lnTo>
                    <a:lnTo>
                      <a:pt x="12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1877;p58">
              <a:extLst>
                <a:ext uri="{FF2B5EF4-FFF2-40B4-BE49-F238E27FC236}">
                  <a16:creationId xmlns:a16="http://schemas.microsoft.com/office/drawing/2014/main" id="{63AB9AE0-0416-DD53-1E48-3B1B1507D09A}"/>
                </a:ext>
              </a:extLst>
            </p:cNvPr>
            <p:cNvGrpSpPr/>
            <p:nvPr/>
          </p:nvGrpSpPr>
          <p:grpSpPr>
            <a:xfrm>
              <a:off x="2416712" y="1007088"/>
              <a:ext cx="1815182" cy="3590018"/>
              <a:chOff x="2306551" y="947031"/>
              <a:chExt cx="1881993" cy="3721768"/>
            </a:xfrm>
          </p:grpSpPr>
          <p:sp>
            <p:nvSpPr>
              <p:cNvPr id="5" name="Google Shape;1878;p58">
                <a:extLst>
                  <a:ext uri="{FF2B5EF4-FFF2-40B4-BE49-F238E27FC236}">
                    <a16:creationId xmlns:a16="http://schemas.microsoft.com/office/drawing/2014/main" id="{EBA5ED79-CB12-D012-63AA-A16D74A15C5F}"/>
                  </a:ext>
                </a:extLst>
              </p:cNvPr>
              <p:cNvSpPr/>
              <p:nvPr/>
            </p:nvSpPr>
            <p:spPr>
              <a:xfrm>
                <a:off x="2735744" y="947031"/>
                <a:ext cx="725627" cy="940392"/>
              </a:xfrm>
              <a:custGeom>
                <a:avLst/>
                <a:gdLst/>
                <a:ahLst/>
                <a:cxnLst/>
                <a:rect l="l" t="t" r="r" b="b"/>
                <a:pathLst>
                  <a:path w="8565" h="11100" extrusionOk="0">
                    <a:moveTo>
                      <a:pt x="3123" y="1"/>
                    </a:moveTo>
                    <a:cubicBezTo>
                      <a:pt x="2777" y="1"/>
                      <a:pt x="2428" y="37"/>
                      <a:pt x="2079" y="79"/>
                    </a:cubicBezTo>
                    <a:cubicBezTo>
                      <a:pt x="1684" y="108"/>
                      <a:pt x="1288" y="167"/>
                      <a:pt x="893" y="313"/>
                    </a:cubicBezTo>
                    <a:cubicBezTo>
                      <a:pt x="527" y="460"/>
                      <a:pt x="366" y="621"/>
                      <a:pt x="205" y="987"/>
                    </a:cubicBezTo>
                    <a:cubicBezTo>
                      <a:pt x="0" y="1265"/>
                      <a:pt x="59" y="1675"/>
                      <a:pt x="220" y="1953"/>
                    </a:cubicBezTo>
                    <a:cubicBezTo>
                      <a:pt x="395" y="2246"/>
                      <a:pt x="674" y="2465"/>
                      <a:pt x="952" y="2670"/>
                    </a:cubicBezTo>
                    <a:cubicBezTo>
                      <a:pt x="1230" y="2890"/>
                      <a:pt x="1493" y="3109"/>
                      <a:pt x="1640" y="3417"/>
                    </a:cubicBezTo>
                    <a:cubicBezTo>
                      <a:pt x="1903" y="3929"/>
                      <a:pt x="1742" y="4544"/>
                      <a:pt x="1552" y="5086"/>
                    </a:cubicBezTo>
                    <a:cubicBezTo>
                      <a:pt x="1376" y="5598"/>
                      <a:pt x="1171" y="6110"/>
                      <a:pt x="1040" y="6637"/>
                    </a:cubicBezTo>
                    <a:cubicBezTo>
                      <a:pt x="937" y="7179"/>
                      <a:pt x="908" y="7735"/>
                      <a:pt x="1113" y="8248"/>
                    </a:cubicBezTo>
                    <a:cubicBezTo>
                      <a:pt x="1406" y="8980"/>
                      <a:pt x="2108" y="9448"/>
                      <a:pt x="2767" y="9858"/>
                    </a:cubicBezTo>
                    <a:cubicBezTo>
                      <a:pt x="3572" y="10356"/>
                      <a:pt x="4421" y="10854"/>
                      <a:pt x="5358" y="11029"/>
                    </a:cubicBezTo>
                    <a:cubicBezTo>
                      <a:pt x="5589" y="11075"/>
                      <a:pt x="5826" y="11099"/>
                      <a:pt x="6062" y="11099"/>
                    </a:cubicBezTo>
                    <a:cubicBezTo>
                      <a:pt x="6803" y="11099"/>
                      <a:pt x="7538" y="10866"/>
                      <a:pt x="8037" y="10356"/>
                    </a:cubicBezTo>
                    <a:cubicBezTo>
                      <a:pt x="8286" y="10107"/>
                      <a:pt x="8476" y="9756"/>
                      <a:pt x="8520" y="9390"/>
                    </a:cubicBezTo>
                    <a:cubicBezTo>
                      <a:pt x="8564" y="9024"/>
                      <a:pt x="8447" y="8614"/>
                      <a:pt x="8198" y="8365"/>
                    </a:cubicBezTo>
                    <a:cubicBezTo>
                      <a:pt x="8023" y="8204"/>
                      <a:pt x="7774" y="8087"/>
                      <a:pt x="7583" y="7926"/>
                    </a:cubicBezTo>
                    <a:cubicBezTo>
                      <a:pt x="7378" y="7765"/>
                      <a:pt x="7232" y="7501"/>
                      <a:pt x="7291" y="7267"/>
                    </a:cubicBezTo>
                    <a:cubicBezTo>
                      <a:pt x="7349" y="7003"/>
                      <a:pt x="7613" y="6886"/>
                      <a:pt x="7759" y="6667"/>
                    </a:cubicBezTo>
                    <a:cubicBezTo>
                      <a:pt x="7979" y="6330"/>
                      <a:pt x="7876" y="5876"/>
                      <a:pt x="7613" y="5598"/>
                    </a:cubicBezTo>
                    <a:cubicBezTo>
                      <a:pt x="7364" y="5305"/>
                      <a:pt x="6969" y="5173"/>
                      <a:pt x="6588" y="5130"/>
                    </a:cubicBezTo>
                    <a:cubicBezTo>
                      <a:pt x="6237" y="5071"/>
                      <a:pt x="5856" y="5071"/>
                      <a:pt x="5563" y="4895"/>
                    </a:cubicBezTo>
                    <a:cubicBezTo>
                      <a:pt x="5197" y="4646"/>
                      <a:pt x="5036" y="4193"/>
                      <a:pt x="5036" y="3753"/>
                    </a:cubicBezTo>
                    <a:cubicBezTo>
                      <a:pt x="5036" y="3314"/>
                      <a:pt x="5153" y="2890"/>
                      <a:pt x="5270" y="2480"/>
                    </a:cubicBezTo>
                    <a:cubicBezTo>
                      <a:pt x="5358" y="2041"/>
                      <a:pt x="5431" y="1601"/>
                      <a:pt x="5285" y="1177"/>
                    </a:cubicBezTo>
                    <a:cubicBezTo>
                      <a:pt x="5080" y="591"/>
                      <a:pt x="4524" y="211"/>
                      <a:pt x="3909" y="79"/>
                    </a:cubicBezTo>
                    <a:cubicBezTo>
                      <a:pt x="3649" y="22"/>
                      <a:pt x="3387" y="1"/>
                      <a:pt x="3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879;p58">
                <a:extLst>
                  <a:ext uri="{FF2B5EF4-FFF2-40B4-BE49-F238E27FC236}">
                    <a16:creationId xmlns:a16="http://schemas.microsoft.com/office/drawing/2014/main" id="{7922493A-76DB-BF28-4BDC-03780B6AA0B6}"/>
                  </a:ext>
                </a:extLst>
              </p:cNvPr>
              <p:cNvSpPr/>
              <p:nvPr/>
            </p:nvSpPr>
            <p:spPr>
              <a:xfrm>
                <a:off x="2374835" y="2430825"/>
                <a:ext cx="1018334" cy="2153159"/>
              </a:xfrm>
              <a:custGeom>
                <a:avLst/>
                <a:gdLst/>
                <a:ahLst/>
                <a:cxnLst/>
                <a:rect l="l" t="t" r="r" b="b"/>
                <a:pathLst>
                  <a:path w="12020" h="25415" extrusionOk="0">
                    <a:moveTo>
                      <a:pt x="12019" y="1"/>
                    </a:moveTo>
                    <a:lnTo>
                      <a:pt x="8154" y="733"/>
                    </a:lnTo>
                    <a:cubicBezTo>
                      <a:pt x="5973" y="10673"/>
                      <a:pt x="0" y="23395"/>
                      <a:pt x="0" y="23395"/>
                    </a:cubicBezTo>
                    <a:lnTo>
                      <a:pt x="3309" y="25415"/>
                    </a:lnTo>
                    <a:cubicBezTo>
                      <a:pt x="11009" y="10219"/>
                      <a:pt x="12019" y="1"/>
                      <a:pt x="12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880;p58">
                <a:extLst>
                  <a:ext uri="{FF2B5EF4-FFF2-40B4-BE49-F238E27FC236}">
                    <a16:creationId xmlns:a16="http://schemas.microsoft.com/office/drawing/2014/main" id="{67EF8B02-EF2A-6B3F-A33F-09681BDC5679}"/>
                  </a:ext>
                </a:extLst>
              </p:cNvPr>
              <p:cNvSpPr/>
              <p:nvPr/>
            </p:nvSpPr>
            <p:spPr>
              <a:xfrm>
                <a:off x="2374835" y="4400406"/>
                <a:ext cx="333712" cy="268393"/>
              </a:xfrm>
              <a:custGeom>
                <a:avLst/>
                <a:gdLst/>
                <a:ahLst/>
                <a:cxnLst/>
                <a:rect l="l" t="t" r="r" b="b"/>
                <a:pathLst>
                  <a:path w="3939" h="3168" extrusionOk="0">
                    <a:moveTo>
                      <a:pt x="0" y="0"/>
                    </a:moveTo>
                    <a:lnTo>
                      <a:pt x="0" y="117"/>
                    </a:lnTo>
                    <a:cubicBezTo>
                      <a:pt x="0" y="117"/>
                      <a:pt x="3438" y="3168"/>
                      <a:pt x="3805" y="3168"/>
                    </a:cubicBezTo>
                    <a:cubicBezTo>
                      <a:pt x="3822" y="3168"/>
                      <a:pt x="3832" y="3161"/>
                      <a:pt x="3836" y="3148"/>
                    </a:cubicBezTo>
                    <a:cubicBezTo>
                      <a:pt x="3938" y="2826"/>
                      <a:pt x="3309" y="2152"/>
                      <a:pt x="3309" y="2152"/>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81;p58">
                <a:extLst>
                  <a:ext uri="{FF2B5EF4-FFF2-40B4-BE49-F238E27FC236}">
                    <a16:creationId xmlns:a16="http://schemas.microsoft.com/office/drawing/2014/main" id="{E15A08A5-FFF5-4FA0-22D8-9AF2AA6193D3}"/>
                  </a:ext>
                </a:extLst>
              </p:cNvPr>
              <p:cNvSpPr/>
              <p:nvPr/>
            </p:nvSpPr>
            <p:spPr>
              <a:xfrm>
                <a:off x="2306551" y="2918307"/>
                <a:ext cx="261785" cy="299485"/>
              </a:xfrm>
              <a:custGeom>
                <a:avLst/>
                <a:gdLst/>
                <a:ahLst/>
                <a:cxnLst/>
                <a:rect l="l" t="t" r="r" b="b"/>
                <a:pathLst>
                  <a:path w="3090" h="3535" extrusionOk="0">
                    <a:moveTo>
                      <a:pt x="810" y="0"/>
                    </a:moveTo>
                    <a:cubicBezTo>
                      <a:pt x="738" y="0"/>
                      <a:pt x="686" y="22"/>
                      <a:pt x="660" y="73"/>
                    </a:cubicBezTo>
                    <a:cubicBezTo>
                      <a:pt x="660" y="73"/>
                      <a:pt x="1" y="1859"/>
                      <a:pt x="59" y="2079"/>
                    </a:cubicBezTo>
                    <a:cubicBezTo>
                      <a:pt x="65" y="2108"/>
                      <a:pt x="80" y="2120"/>
                      <a:pt x="102" y="2120"/>
                    </a:cubicBezTo>
                    <a:cubicBezTo>
                      <a:pt x="241" y="2120"/>
                      <a:pt x="660" y="1581"/>
                      <a:pt x="660" y="1581"/>
                    </a:cubicBezTo>
                    <a:lnTo>
                      <a:pt x="660" y="1581"/>
                    </a:lnTo>
                    <a:cubicBezTo>
                      <a:pt x="660" y="1581"/>
                      <a:pt x="206" y="2357"/>
                      <a:pt x="250" y="2576"/>
                    </a:cubicBezTo>
                    <a:cubicBezTo>
                      <a:pt x="255" y="2596"/>
                      <a:pt x="269" y="2605"/>
                      <a:pt x="288" y="2605"/>
                    </a:cubicBezTo>
                    <a:cubicBezTo>
                      <a:pt x="465" y="2605"/>
                      <a:pt x="1157" y="1830"/>
                      <a:pt x="1157" y="1830"/>
                    </a:cubicBezTo>
                    <a:lnTo>
                      <a:pt x="1157" y="1830"/>
                    </a:lnTo>
                    <a:cubicBezTo>
                      <a:pt x="1157" y="1830"/>
                      <a:pt x="367" y="2825"/>
                      <a:pt x="586" y="3001"/>
                    </a:cubicBezTo>
                    <a:cubicBezTo>
                      <a:pt x="602" y="3013"/>
                      <a:pt x="622" y="3018"/>
                      <a:pt x="644" y="3018"/>
                    </a:cubicBezTo>
                    <a:cubicBezTo>
                      <a:pt x="936" y="3018"/>
                      <a:pt x="1743" y="2123"/>
                      <a:pt x="1743" y="2123"/>
                    </a:cubicBezTo>
                    <a:lnTo>
                      <a:pt x="1743" y="2123"/>
                    </a:lnTo>
                    <a:cubicBezTo>
                      <a:pt x="1743" y="2123"/>
                      <a:pt x="865" y="3294"/>
                      <a:pt x="1055" y="3513"/>
                    </a:cubicBezTo>
                    <a:cubicBezTo>
                      <a:pt x="1069" y="3528"/>
                      <a:pt x="1087" y="3535"/>
                      <a:pt x="1108" y="3535"/>
                    </a:cubicBezTo>
                    <a:cubicBezTo>
                      <a:pt x="1409" y="3535"/>
                      <a:pt x="2416" y="2196"/>
                      <a:pt x="2416" y="2196"/>
                    </a:cubicBezTo>
                    <a:cubicBezTo>
                      <a:pt x="2430" y="2734"/>
                      <a:pt x="2753" y="3037"/>
                      <a:pt x="2907" y="3037"/>
                    </a:cubicBezTo>
                    <a:cubicBezTo>
                      <a:pt x="2921" y="3037"/>
                      <a:pt x="2933" y="3035"/>
                      <a:pt x="2943" y="3030"/>
                    </a:cubicBezTo>
                    <a:cubicBezTo>
                      <a:pt x="3090" y="2972"/>
                      <a:pt x="2929" y="1215"/>
                      <a:pt x="2929" y="1215"/>
                    </a:cubicBezTo>
                    <a:cubicBezTo>
                      <a:pt x="2929" y="1215"/>
                      <a:pt x="1339" y="0"/>
                      <a:pt x="810" y="0"/>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882;p58">
                <a:extLst>
                  <a:ext uri="{FF2B5EF4-FFF2-40B4-BE49-F238E27FC236}">
                    <a16:creationId xmlns:a16="http://schemas.microsoft.com/office/drawing/2014/main" id="{029ED58A-816D-87B8-56C6-B8AB2BCEF13D}"/>
                  </a:ext>
                </a:extLst>
              </p:cNvPr>
              <p:cNvSpPr/>
              <p:nvPr/>
            </p:nvSpPr>
            <p:spPr>
              <a:xfrm>
                <a:off x="2699738" y="2404816"/>
                <a:ext cx="1082806" cy="2232541"/>
              </a:xfrm>
              <a:custGeom>
                <a:avLst/>
                <a:gdLst/>
                <a:ahLst/>
                <a:cxnLst/>
                <a:rect l="l" t="t" r="r" b="b"/>
                <a:pathLst>
                  <a:path w="12781" h="26352" extrusionOk="0">
                    <a:moveTo>
                      <a:pt x="5168" y="0"/>
                    </a:moveTo>
                    <a:lnTo>
                      <a:pt x="1" y="1742"/>
                    </a:lnTo>
                    <a:cubicBezTo>
                      <a:pt x="1" y="1742"/>
                      <a:pt x="2855" y="15006"/>
                      <a:pt x="9794" y="26351"/>
                    </a:cubicBezTo>
                    <a:lnTo>
                      <a:pt x="12781" y="24741"/>
                    </a:lnTo>
                    <a:cubicBezTo>
                      <a:pt x="12781" y="24741"/>
                      <a:pt x="4905" y="8228"/>
                      <a:pt x="5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883;p58">
                <a:extLst>
                  <a:ext uri="{FF2B5EF4-FFF2-40B4-BE49-F238E27FC236}">
                    <a16:creationId xmlns:a16="http://schemas.microsoft.com/office/drawing/2014/main" id="{08676E8B-0846-8DA1-D752-C3136347494F}"/>
                  </a:ext>
                </a:extLst>
              </p:cNvPr>
              <p:cNvGrpSpPr/>
              <p:nvPr/>
            </p:nvGrpSpPr>
            <p:grpSpPr>
              <a:xfrm>
                <a:off x="3559968" y="976874"/>
                <a:ext cx="628575" cy="651555"/>
                <a:chOff x="3559968" y="976874"/>
                <a:chExt cx="628575" cy="651555"/>
              </a:xfrm>
            </p:grpSpPr>
            <p:sp>
              <p:nvSpPr>
                <p:cNvPr id="38" name="Google Shape;1884;p58">
                  <a:extLst>
                    <a:ext uri="{FF2B5EF4-FFF2-40B4-BE49-F238E27FC236}">
                      <a16:creationId xmlns:a16="http://schemas.microsoft.com/office/drawing/2014/main" id="{04E8E8F8-BAB7-ECE4-39F4-C73FA75AB99B}"/>
                    </a:ext>
                  </a:extLst>
                </p:cNvPr>
                <p:cNvSpPr/>
                <p:nvPr/>
              </p:nvSpPr>
              <p:spPr>
                <a:xfrm rot="3731416">
                  <a:off x="3623752" y="1080600"/>
                  <a:ext cx="502390" cy="444102"/>
                </a:xfrm>
                <a:custGeom>
                  <a:avLst/>
                  <a:gdLst/>
                  <a:ahLst/>
                  <a:cxnLst/>
                  <a:rect l="l" t="t" r="r" b="b"/>
                  <a:pathLst>
                    <a:path w="5930" h="5242" extrusionOk="0">
                      <a:moveTo>
                        <a:pt x="2965" y="0"/>
                      </a:moveTo>
                      <a:cubicBezTo>
                        <a:pt x="2151" y="0"/>
                        <a:pt x="1349" y="382"/>
                        <a:pt x="835" y="1090"/>
                      </a:cubicBezTo>
                      <a:cubicBezTo>
                        <a:pt x="1" y="2261"/>
                        <a:pt x="250" y="3901"/>
                        <a:pt x="1421" y="4750"/>
                      </a:cubicBezTo>
                      <a:cubicBezTo>
                        <a:pt x="1885" y="5081"/>
                        <a:pt x="2426" y="5242"/>
                        <a:pt x="2962" y="5242"/>
                      </a:cubicBezTo>
                      <a:cubicBezTo>
                        <a:pt x="3776" y="5242"/>
                        <a:pt x="4577" y="4871"/>
                        <a:pt x="5081" y="4164"/>
                      </a:cubicBezTo>
                      <a:cubicBezTo>
                        <a:pt x="5930" y="2993"/>
                        <a:pt x="5666" y="1339"/>
                        <a:pt x="4495" y="504"/>
                      </a:cubicBezTo>
                      <a:cubicBezTo>
                        <a:pt x="4032" y="163"/>
                        <a:pt x="3496" y="0"/>
                        <a:pt x="29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885;p58">
                  <a:extLst>
                    <a:ext uri="{FF2B5EF4-FFF2-40B4-BE49-F238E27FC236}">
                      <a16:creationId xmlns:a16="http://schemas.microsoft.com/office/drawing/2014/main" id="{64EA50A8-A83B-E91C-2063-06270419D53F}"/>
                    </a:ext>
                  </a:extLst>
                </p:cNvPr>
                <p:cNvSpPr/>
                <p:nvPr/>
              </p:nvSpPr>
              <p:spPr>
                <a:xfrm rot="3731416">
                  <a:off x="3585078" y="1356276"/>
                  <a:ext cx="93107" cy="112932"/>
                </a:xfrm>
                <a:custGeom>
                  <a:avLst/>
                  <a:gdLst/>
                  <a:ahLst/>
                  <a:cxnLst/>
                  <a:rect l="l" t="t" r="r" b="b"/>
                  <a:pathLst>
                    <a:path w="1099" h="1333" extrusionOk="0">
                      <a:moveTo>
                        <a:pt x="1" y="0"/>
                      </a:moveTo>
                      <a:lnTo>
                        <a:pt x="718" y="1332"/>
                      </a:lnTo>
                      <a:lnTo>
                        <a:pt x="1099" y="117"/>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1886;p58">
                <a:extLst>
                  <a:ext uri="{FF2B5EF4-FFF2-40B4-BE49-F238E27FC236}">
                    <a16:creationId xmlns:a16="http://schemas.microsoft.com/office/drawing/2014/main" id="{82D7B7E4-A2FD-84BC-0F5C-437EB173AB58}"/>
                  </a:ext>
                </a:extLst>
              </p:cNvPr>
              <p:cNvSpPr/>
              <p:nvPr/>
            </p:nvSpPr>
            <p:spPr>
              <a:xfrm>
                <a:off x="2796488" y="2219956"/>
                <a:ext cx="163764" cy="180877"/>
              </a:xfrm>
              <a:custGeom>
                <a:avLst/>
                <a:gdLst/>
                <a:ahLst/>
                <a:cxnLst/>
                <a:rect l="l" t="t" r="r" b="b"/>
                <a:pathLst>
                  <a:path w="1933" h="2135" extrusionOk="0">
                    <a:moveTo>
                      <a:pt x="176" y="45"/>
                    </a:moveTo>
                    <a:cubicBezTo>
                      <a:pt x="176" y="45"/>
                      <a:pt x="165" y="78"/>
                      <a:pt x="157" y="158"/>
                    </a:cubicBezTo>
                    <a:lnTo>
                      <a:pt x="157" y="158"/>
                    </a:lnTo>
                    <a:cubicBezTo>
                      <a:pt x="170" y="84"/>
                      <a:pt x="176" y="45"/>
                      <a:pt x="176" y="45"/>
                    </a:cubicBezTo>
                    <a:close/>
                    <a:moveTo>
                      <a:pt x="157" y="158"/>
                    </a:moveTo>
                    <a:lnTo>
                      <a:pt x="157" y="158"/>
                    </a:lnTo>
                    <a:cubicBezTo>
                      <a:pt x="150" y="195"/>
                      <a:pt x="142" y="240"/>
                      <a:pt x="132" y="294"/>
                    </a:cubicBezTo>
                    <a:cubicBezTo>
                      <a:pt x="107" y="386"/>
                      <a:pt x="87" y="507"/>
                      <a:pt x="68" y="651"/>
                    </a:cubicBezTo>
                    <a:lnTo>
                      <a:pt x="68" y="651"/>
                    </a:lnTo>
                    <a:cubicBezTo>
                      <a:pt x="92" y="539"/>
                      <a:pt x="119" y="443"/>
                      <a:pt x="147" y="367"/>
                    </a:cubicBezTo>
                    <a:cubicBezTo>
                      <a:pt x="147" y="277"/>
                      <a:pt x="151" y="208"/>
                      <a:pt x="157" y="158"/>
                    </a:cubicBezTo>
                    <a:close/>
                    <a:moveTo>
                      <a:pt x="103" y="1"/>
                    </a:moveTo>
                    <a:cubicBezTo>
                      <a:pt x="103" y="1"/>
                      <a:pt x="205" y="15"/>
                      <a:pt x="366" y="45"/>
                    </a:cubicBezTo>
                    <a:cubicBezTo>
                      <a:pt x="542" y="45"/>
                      <a:pt x="776" y="74"/>
                      <a:pt x="1069" y="89"/>
                    </a:cubicBezTo>
                    <a:cubicBezTo>
                      <a:pt x="1230" y="118"/>
                      <a:pt x="1391" y="118"/>
                      <a:pt x="1567" y="133"/>
                    </a:cubicBezTo>
                    <a:cubicBezTo>
                      <a:pt x="1669" y="147"/>
                      <a:pt x="1757" y="147"/>
                      <a:pt x="1787" y="206"/>
                    </a:cubicBezTo>
                    <a:cubicBezTo>
                      <a:pt x="1830" y="264"/>
                      <a:pt x="1830" y="367"/>
                      <a:pt x="1830" y="455"/>
                    </a:cubicBezTo>
                    <a:cubicBezTo>
                      <a:pt x="1816" y="660"/>
                      <a:pt x="1816" y="879"/>
                      <a:pt x="1772" y="1084"/>
                    </a:cubicBezTo>
                    <a:cubicBezTo>
                      <a:pt x="1713" y="1289"/>
                      <a:pt x="1640" y="1509"/>
                      <a:pt x="1479" y="1655"/>
                    </a:cubicBezTo>
                    <a:cubicBezTo>
                      <a:pt x="1318" y="1816"/>
                      <a:pt x="1113" y="1904"/>
                      <a:pt x="908" y="1963"/>
                    </a:cubicBezTo>
                    <a:cubicBezTo>
                      <a:pt x="818" y="1990"/>
                      <a:pt x="722" y="2005"/>
                      <a:pt x="627" y="2005"/>
                    </a:cubicBezTo>
                    <a:cubicBezTo>
                      <a:pt x="520" y="2005"/>
                      <a:pt x="415" y="1987"/>
                      <a:pt x="323" y="1948"/>
                    </a:cubicBezTo>
                    <a:cubicBezTo>
                      <a:pt x="162" y="1845"/>
                      <a:pt x="74" y="1670"/>
                      <a:pt x="59" y="1509"/>
                    </a:cubicBezTo>
                    <a:cubicBezTo>
                      <a:pt x="15" y="1318"/>
                      <a:pt x="30" y="1157"/>
                      <a:pt x="30" y="1011"/>
                    </a:cubicBezTo>
                    <a:cubicBezTo>
                      <a:pt x="42" y="880"/>
                      <a:pt x="55" y="759"/>
                      <a:pt x="68" y="651"/>
                    </a:cubicBezTo>
                    <a:lnTo>
                      <a:pt x="68" y="651"/>
                    </a:lnTo>
                    <a:cubicBezTo>
                      <a:pt x="43" y="776"/>
                      <a:pt x="23" y="922"/>
                      <a:pt x="15" y="1084"/>
                    </a:cubicBezTo>
                    <a:cubicBezTo>
                      <a:pt x="1" y="1231"/>
                      <a:pt x="1" y="1392"/>
                      <a:pt x="15" y="1582"/>
                    </a:cubicBezTo>
                    <a:cubicBezTo>
                      <a:pt x="30" y="1758"/>
                      <a:pt x="118" y="1963"/>
                      <a:pt x="323" y="2065"/>
                    </a:cubicBezTo>
                    <a:cubicBezTo>
                      <a:pt x="425" y="2116"/>
                      <a:pt x="531" y="2135"/>
                      <a:pt x="639" y="2135"/>
                    </a:cubicBezTo>
                    <a:cubicBezTo>
                      <a:pt x="747" y="2135"/>
                      <a:pt x="857" y="2116"/>
                      <a:pt x="967" y="2094"/>
                    </a:cubicBezTo>
                    <a:cubicBezTo>
                      <a:pt x="1186" y="2036"/>
                      <a:pt x="1406" y="1919"/>
                      <a:pt x="1567" y="1758"/>
                    </a:cubicBezTo>
                    <a:cubicBezTo>
                      <a:pt x="1757" y="1582"/>
                      <a:pt x="1845" y="1362"/>
                      <a:pt x="1874" y="1143"/>
                    </a:cubicBezTo>
                    <a:cubicBezTo>
                      <a:pt x="1918" y="923"/>
                      <a:pt x="1918" y="704"/>
                      <a:pt x="1918" y="499"/>
                    </a:cubicBezTo>
                    <a:cubicBezTo>
                      <a:pt x="1918" y="381"/>
                      <a:pt x="1933" y="279"/>
                      <a:pt x="1860" y="191"/>
                    </a:cubicBezTo>
                    <a:cubicBezTo>
                      <a:pt x="1830" y="133"/>
                      <a:pt x="1772" y="89"/>
                      <a:pt x="1713" y="89"/>
                    </a:cubicBezTo>
                    <a:cubicBezTo>
                      <a:pt x="1669" y="74"/>
                      <a:pt x="1611" y="74"/>
                      <a:pt x="1567" y="74"/>
                    </a:cubicBezTo>
                    <a:cubicBezTo>
                      <a:pt x="1391" y="59"/>
                      <a:pt x="1216" y="45"/>
                      <a:pt x="1069" y="45"/>
                    </a:cubicBezTo>
                    <a:cubicBezTo>
                      <a:pt x="776" y="15"/>
                      <a:pt x="542" y="1"/>
                      <a:pt x="366" y="1"/>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87;p58">
                <a:extLst>
                  <a:ext uri="{FF2B5EF4-FFF2-40B4-BE49-F238E27FC236}">
                    <a16:creationId xmlns:a16="http://schemas.microsoft.com/office/drawing/2014/main" id="{698D50B2-4BCB-6EBA-B367-B02395966C2D}"/>
                  </a:ext>
                </a:extLst>
              </p:cNvPr>
              <p:cNvSpPr/>
              <p:nvPr/>
            </p:nvSpPr>
            <p:spPr>
              <a:xfrm>
                <a:off x="3530760" y="4492582"/>
                <a:ext cx="387001" cy="144786"/>
              </a:xfrm>
              <a:custGeom>
                <a:avLst/>
                <a:gdLst/>
                <a:ahLst/>
                <a:cxnLst/>
                <a:rect l="l" t="t" r="r" b="b"/>
                <a:pathLst>
                  <a:path w="4568" h="1709" extrusionOk="0">
                    <a:moveTo>
                      <a:pt x="4071" y="0"/>
                    </a:moveTo>
                    <a:cubicBezTo>
                      <a:pt x="3624" y="0"/>
                      <a:pt x="2987" y="98"/>
                      <a:pt x="2987" y="98"/>
                    </a:cubicBezTo>
                    <a:lnTo>
                      <a:pt x="0" y="1708"/>
                    </a:lnTo>
                    <a:cubicBezTo>
                      <a:pt x="0" y="1708"/>
                      <a:pt x="4568" y="303"/>
                      <a:pt x="4494" y="98"/>
                    </a:cubicBezTo>
                    <a:cubicBezTo>
                      <a:pt x="4470" y="25"/>
                      <a:pt x="4294" y="0"/>
                      <a:pt x="40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888;p58">
                <a:extLst>
                  <a:ext uri="{FF2B5EF4-FFF2-40B4-BE49-F238E27FC236}">
                    <a16:creationId xmlns:a16="http://schemas.microsoft.com/office/drawing/2014/main" id="{17C8068B-4E10-CD03-B458-B068D16A7B5E}"/>
                  </a:ext>
                </a:extLst>
              </p:cNvPr>
              <p:cNvSpPr/>
              <p:nvPr/>
            </p:nvSpPr>
            <p:spPr>
              <a:xfrm>
                <a:off x="3864389" y="1760941"/>
                <a:ext cx="276611" cy="344726"/>
              </a:xfrm>
              <a:custGeom>
                <a:avLst/>
                <a:gdLst/>
                <a:ahLst/>
                <a:cxnLst/>
                <a:rect l="l" t="t" r="r" b="b"/>
                <a:pathLst>
                  <a:path w="3265" h="4069" extrusionOk="0">
                    <a:moveTo>
                      <a:pt x="1221" y="1"/>
                    </a:moveTo>
                    <a:cubicBezTo>
                      <a:pt x="1045" y="1"/>
                      <a:pt x="0" y="1539"/>
                      <a:pt x="0" y="1539"/>
                    </a:cubicBezTo>
                    <a:cubicBezTo>
                      <a:pt x="0" y="1539"/>
                      <a:pt x="585" y="4068"/>
                      <a:pt x="1060" y="4068"/>
                    </a:cubicBezTo>
                    <a:cubicBezTo>
                      <a:pt x="1077" y="4068"/>
                      <a:pt x="1095" y="4065"/>
                      <a:pt x="1113" y="4057"/>
                    </a:cubicBezTo>
                    <a:cubicBezTo>
                      <a:pt x="1113" y="4057"/>
                      <a:pt x="2913" y="3003"/>
                      <a:pt x="3001" y="2784"/>
                    </a:cubicBezTo>
                    <a:cubicBezTo>
                      <a:pt x="3040" y="2711"/>
                      <a:pt x="2961" y="2686"/>
                      <a:pt x="2837" y="2686"/>
                    </a:cubicBezTo>
                    <a:cubicBezTo>
                      <a:pt x="2590" y="2686"/>
                      <a:pt x="2167" y="2784"/>
                      <a:pt x="2167" y="2784"/>
                    </a:cubicBezTo>
                    <a:cubicBezTo>
                      <a:pt x="2167" y="2784"/>
                      <a:pt x="3089" y="2447"/>
                      <a:pt x="3192" y="2227"/>
                    </a:cubicBezTo>
                    <a:cubicBezTo>
                      <a:pt x="3221" y="2154"/>
                      <a:pt x="3087" y="2130"/>
                      <a:pt x="2897" y="2130"/>
                    </a:cubicBezTo>
                    <a:cubicBezTo>
                      <a:pt x="2515" y="2130"/>
                      <a:pt x="1903" y="2227"/>
                      <a:pt x="1903" y="2227"/>
                    </a:cubicBezTo>
                    <a:cubicBezTo>
                      <a:pt x="1903" y="2227"/>
                      <a:pt x="3265" y="1935"/>
                      <a:pt x="3206" y="1642"/>
                    </a:cubicBezTo>
                    <a:cubicBezTo>
                      <a:pt x="3179" y="1533"/>
                      <a:pt x="2955" y="1499"/>
                      <a:pt x="2684" y="1499"/>
                    </a:cubicBezTo>
                    <a:cubicBezTo>
                      <a:pt x="2223" y="1499"/>
                      <a:pt x="1625" y="1598"/>
                      <a:pt x="1625" y="1598"/>
                    </a:cubicBezTo>
                    <a:cubicBezTo>
                      <a:pt x="1625" y="1598"/>
                      <a:pt x="3162" y="1232"/>
                      <a:pt x="3148" y="895"/>
                    </a:cubicBezTo>
                    <a:cubicBezTo>
                      <a:pt x="3144" y="817"/>
                      <a:pt x="3020" y="787"/>
                      <a:pt x="2834" y="787"/>
                    </a:cubicBezTo>
                    <a:cubicBezTo>
                      <a:pt x="2260" y="787"/>
                      <a:pt x="1098" y="1071"/>
                      <a:pt x="1098" y="1071"/>
                    </a:cubicBezTo>
                    <a:cubicBezTo>
                      <a:pt x="1464" y="573"/>
                      <a:pt x="1376" y="61"/>
                      <a:pt x="1230" y="2"/>
                    </a:cubicBezTo>
                    <a:cubicBezTo>
                      <a:pt x="1227" y="1"/>
                      <a:pt x="1224" y="1"/>
                      <a:pt x="1221"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889;p58">
                <a:extLst>
                  <a:ext uri="{FF2B5EF4-FFF2-40B4-BE49-F238E27FC236}">
                    <a16:creationId xmlns:a16="http://schemas.microsoft.com/office/drawing/2014/main" id="{FE5AA990-B76D-E046-E021-F64FA187C396}"/>
                  </a:ext>
                </a:extLst>
              </p:cNvPr>
              <p:cNvSpPr/>
              <p:nvPr/>
            </p:nvSpPr>
            <p:spPr>
              <a:xfrm>
                <a:off x="3059460" y="1465944"/>
                <a:ext cx="899218" cy="816447"/>
              </a:xfrm>
              <a:custGeom>
                <a:avLst/>
                <a:gdLst/>
                <a:ahLst/>
                <a:cxnLst/>
                <a:rect l="l" t="t" r="r" b="b"/>
                <a:pathLst>
                  <a:path w="10614" h="9637" extrusionOk="0">
                    <a:moveTo>
                      <a:pt x="2591" y="0"/>
                    </a:moveTo>
                    <a:lnTo>
                      <a:pt x="351" y="146"/>
                    </a:lnTo>
                    <a:cubicBezTo>
                      <a:pt x="351" y="146"/>
                      <a:pt x="0" y="2782"/>
                      <a:pt x="761" y="6749"/>
                    </a:cubicBezTo>
                    <a:cubicBezTo>
                      <a:pt x="1201" y="9075"/>
                      <a:pt x="2608" y="9637"/>
                      <a:pt x="3883" y="9637"/>
                    </a:cubicBezTo>
                    <a:cubicBezTo>
                      <a:pt x="4775" y="9637"/>
                      <a:pt x="5602" y="9362"/>
                      <a:pt x="5988" y="9223"/>
                    </a:cubicBezTo>
                    <a:cubicBezTo>
                      <a:pt x="6925" y="8915"/>
                      <a:pt x="10614" y="7569"/>
                      <a:pt x="10614" y="7569"/>
                    </a:cubicBezTo>
                    <a:lnTo>
                      <a:pt x="9501" y="5021"/>
                    </a:lnTo>
                    <a:cubicBezTo>
                      <a:pt x="9501" y="5021"/>
                      <a:pt x="7232" y="5827"/>
                      <a:pt x="4670" y="6383"/>
                    </a:cubicBezTo>
                    <a:cubicBezTo>
                      <a:pt x="4649" y="6387"/>
                      <a:pt x="4628" y="6390"/>
                      <a:pt x="4606" y="6390"/>
                    </a:cubicBezTo>
                    <a:cubicBezTo>
                      <a:pt x="3480" y="6390"/>
                      <a:pt x="2591" y="0"/>
                      <a:pt x="25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890;p58">
                <a:extLst>
                  <a:ext uri="{FF2B5EF4-FFF2-40B4-BE49-F238E27FC236}">
                    <a16:creationId xmlns:a16="http://schemas.microsoft.com/office/drawing/2014/main" id="{C33332C9-47AB-8CD3-E72F-E2B20FF6FC49}"/>
                  </a:ext>
                </a:extLst>
              </p:cNvPr>
              <p:cNvSpPr/>
              <p:nvPr/>
            </p:nvSpPr>
            <p:spPr>
              <a:xfrm>
                <a:off x="2621626" y="1450186"/>
                <a:ext cx="821106" cy="1147109"/>
              </a:xfrm>
              <a:custGeom>
                <a:avLst/>
                <a:gdLst/>
                <a:ahLst/>
                <a:cxnLst/>
                <a:rect l="l" t="t" r="r" b="b"/>
                <a:pathLst>
                  <a:path w="9692" h="13540" extrusionOk="0">
                    <a:moveTo>
                      <a:pt x="5610" y="0"/>
                    </a:moveTo>
                    <a:cubicBezTo>
                      <a:pt x="4266" y="0"/>
                      <a:pt x="2589" y="122"/>
                      <a:pt x="1699" y="611"/>
                    </a:cubicBezTo>
                    <a:cubicBezTo>
                      <a:pt x="1699" y="611"/>
                      <a:pt x="249" y="1240"/>
                      <a:pt x="0" y="2104"/>
                    </a:cubicBezTo>
                    <a:lnTo>
                      <a:pt x="923" y="8794"/>
                    </a:lnTo>
                    <a:lnTo>
                      <a:pt x="688" y="13010"/>
                    </a:lnTo>
                    <a:cubicBezTo>
                      <a:pt x="688" y="13010"/>
                      <a:pt x="1977" y="13539"/>
                      <a:pt x="3606" y="13539"/>
                    </a:cubicBezTo>
                    <a:cubicBezTo>
                      <a:pt x="4632" y="13539"/>
                      <a:pt x="5793" y="13329"/>
                      <a:pt x="6852" y="12644"/>
                    </a:cubicBezTo>
                    <a:cubicBezTo>
                      <a:pt x="6852" y="12644"/>
                      <a:pt x="8231" y="13098"/>
                      <a:pt x="9118" y="13098"/>
                    </a:cubicBezTo>
                    <a:cubicBezTo>
                      <a:pt x="9357" y="13098"/>
                      <a:pt x="9561" y="13065"/>
                      <a:pt x="9692" y="12981"/>
                    </a:cubicBezTo>
                    <a:lnTo>
                      <a:pt x="8755" y="7711"/>
                    </a:lnTo>
                    <a:cubicBezTo>
                      <a:pt x="8510" y="6084"/>
                      <a:pt x="8279" y="152"/>
                      <a:pt x="7784" y="152"/>
                    </a:cubicBezTo>
                    <a:cubicBezTo>
                      <a:pt x="7776" y="152"/>
                      <a:pt x="7768" y="153"/>
                      <a:pt x="7759" y="157"/>
                    </a:cubicBezTo>
                    <a:cubicBezTo>
                      <a:pt x="7754" y="158"/>
                      <a:pt x="7748" y="159"/>
                      <a:pt x="7743" y="159"/>
                    </a:cubicBezTo>
                    <a:cubicBezTo>
                      <a:pt x="7688" y="159"/>
                      <a:pt x="7622" y="98"/>
                      <a:pt x="7569" y="98"/>
                    </a:cubicBezTo>
                    <a:cubicBezTo>
                      <a:pt x="7350" y="62"/>
                      <a:pt x="6564" y="0"/>
                      <a:pt x="5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891;p58">
                <a:extLst>
                  <a:ext uri="{FF2B5EF4-FFF2-40B4-BE49-F238E27FC236}">
                    <a16:creationId xmlns:a16="http://schemas.microsoft.com/office/drawing/2014/main" id="{CFD4A566-D653-35F1-1F2A-1C2DBD4F6F46}"/>
                  </a:ext>
                </a:extLst>
              </p:cNvPr>
              <p:cNvSpPr/>
              <p:nvPr/>
            </p:nvSpPr>
            <p:spPr>
              <a:xfrm>
                <a:off x="2875871" y="1449424"/>
                <a:ext cx="267292" cy="530008"/>
              </a:xfrm>
              <a:custGeom>
                <a:avLst/>
                <a:gdLst/>
                <a:ahLst/>
                <a:cxnLst/>
                <a:rect l="l" t="t" r="r" b="b"/>
                <a:pathLst>
                  <a:path w="3155" h="6256" extrusionOk="0">
                    <a:moveTo>
                      <a:pt x="2163" y="1"/>
                    </a:moveTo>
                    <a:cubicBezTo>
                      <a:pt x="1406" y="1"/>
                      <a:pt x="422" y="35"/>
                      <a:pt x="0" y="195"/>
                    </a:cubicBezTo>
                    <a:lnTo>
                      <a:pt x="3148" y="6256"/>
                    </a:lnTo>
                    <a:lnTo>
                      <a:pt x="3148" y="19"/>
                    </a:lnTo>
                    <a:cubicBezTo>
                      <a:pt x="3154" y="19"/>
                      <a:pt x="2720" y="1"/>
                      <a:pt x="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92;p58">
                <a:extLst>
                  <a:ext uri="{FF2B5EF4-FFF2-40B4-BE49-F238E27FC236}">
                    <a16:creationId xmlns:a16="http://schemas.microsoft.com/office/drawing/2014/main" id="{39CD67DF-6366-28AB-CBA2-BEE3FE78BDBF}"/>
                  </a:ext>
                </a:extLst>
              </p:cNvPr>
              <p:cNvSpPr/>
              <p:nvPr/>
            </p:nvSpPr>
            <p:spPr>
              <a:xfrm>
                <a:off x="2743199" y="995745"/>
                <a:ext cx="426650" cy="539073"/>
              </a:xfrm>
              <a:custGeom>
                <a:avLst/>
                <a:gdLst/>
                <a:ahLst/>
                <a:cxnLst/>
                <a:rect l="l" t="t" r="r" b="b"/>
                <a:pathLst>
                  <a:path w="5036" h="6363" extrusionOk="0">
                    <a:moveTo>
                      <a:pt x="2418" y="1"/>
                    </a:moveTo>
                    <a:cubicBezTo>
                      <a:pt x="2388" y="1"/>
                      <a:pt x="2358" y="1"/>
                      <a:pt x="2328" y="2"/>
                    </a:cubicBezTo>
                    <a:lnTo>
                      <a:pt x="1010" y="31"/>
                    </a:lnTo>
                    <a:cubicBezTo>
                      <a:pt x="1010" y="31"/>
                      <a:pt x="1006" y="31"/>
                      <a:pt x="998" y="31"/>
                    </a:cubicBezTo>
                    <a:cubicBezTo>
                      <a:pt x="902" y="31"/>
                      <a:pt x="249" y="43"/>
                      <a:pt x="249" y="382"/>
                    </a:cubicBezTo>
                    <a:cubicBezTo>
                      <a:pt x="249" y="382"/>
                      <a:pt x="0" y="4818"/>
                      <a:pt x="1391" y="4906"/>
                    </a:cubicBezTo>
                    <a:lnTo>
                      <a:pt x="2254" y="4906"/>
                    </a:lnTo>
                    <a:lnTo>
                      <a:pt x="2254" y="5521"/>
                    </a:lnTo>
                    <a:cubicBezTo>
                      <a:pt x="2254" y="5740"/>
                      <a:pt x="2372" y="5931"/>
                      <a:pt x="2547" y="6048"/>
                    </a:cubicBezTo>
                    <a:cubicBezTo>
                      <a:pt x="2776" y="6197"/>
                      <a:pt x="3121" y="6363"/>
                      <a:pt x="3472" y="6363"/>
                    </a:cubicBezTo>
                    <a:cubicBezTo>
                      <a:pt x="3704" y="6363"/>
                      <a:pt x="3939" y="6290"/>
                      <a:pt x="4143" y="6092"/>
                    </a:cubicBezTo>
                    <a:cubicBezTo>
                      <a:pt x="4363" y="5872"/>
                      <a:pt x="4450" y="5565"/>
                      <a:pt x="4436" y="5243"/>
                    </a:cubicBezTo>
                    <a:lnTo>
                      <a:pt x="4245" y="2886"/>
                    </a:lnTo>
                    <a:cubicBezTo>
                      <a:pt x="4245" y="2886"/>
                      <a:pt x="5036" y="2725"/>
                      <a:pt x="4890" y="1919"/>
                    </a:cubicBezTo>
                    <a:cubicBezTo>
                      <a:pt x="4815" y="1478"/>
                      <a:pt x="4589" y="1350"/>
                      <a:pt x="4355" y="1350"/>
                    </a:cubicBezTo>
                    <a:cubicBezTo>
                      <a:pt x="4038" y="1350"/>
                      <a:pt x="3704" y="1583"/>
                      <a:pt x="3704" y="1583"/>
                    </a:cubicBezTo>
                    <a:lnTo>
                      <a:pt x="3704" y="587"/>
                    </a:lnTo>
                    <a:cubicBezTo>
                      <a:pt x="3704" y="587"/>
                      <a:pt x="3648" y="1"/>
                      <a:pt x="2418"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93;p58">
                <a:extLst>
                  <a:ext uri="{FF2B5EF4-FFF2-40B4-BE49-F238E27FC236}">
                    <a16:creationId xmlns:a16="http://schemas.microsoft.com/office/drawing/2014/main" id="{3E0F8153-6DD0-5202-0717-5B2A26EBB751}"/>
                  </a:ext>
                </a:extLst>
              </p:cNvPr>
              <p:cNvSpPr/>
              <p:nvPr/>
            </p:nvSpPr>
            <p:spPr>
              <a:xfrm>
                <a:off x="2829953" y="1171964"/>
                <a:ext cx="22451" cy="110475"/>
              </a:xfrm>
              <a:custGeom>
                <a:avLst/>
                <a:gdLst/>
                <a:ahLst/>
                <a:cxnLst/>
                <a:rect l="l" t="t" r="r" b="b"/>
                <a:pathLst>
                  <a:path w="265" h="1304" extrusionOk="0">
                    <a:moveTo>
                      <a:pt x="59" y="0"/>
                    </a:moveTo>
                    <a:cubicBezTo>
                      <a:pt x="45" y="0"/>
                      <a:pt x="30" y="308"/>
                      <a:pt x="1" y="689"/>
                    </a:cubicBezTo>
                    <a:lnTo>
                      <a:pt x="1" y="967"/>
                    </a:lnTo>
                    <a:cubicBezTo>
                      <a:pt x="1" y="1054"/>
                      <a:pt x="30" y="1157"/>
                      <a:pt x="59" y="1201"/>
                    </a:cubicBezTo>
                    <a:cubicBezTo>
                      <a:pt x="103" y="1274"/>
                      <a:pt x="176" y="1303"/>
                      <a:pt x="206" y="1303"/>
                    </a:cubicBezTo>
                    <a:cubicBezTo>
                      <a:pt x="235" y="1303"/>
                      <a:pt x="264" y="1274"/>
                      <a:pt x="264" y="1274"/>
                    </a:cubicBezTo>
                    <a:cubicBezTo>
                      <a:pt x="264" y="1259"/>
                      <a:pt x="250" y="1259"/>
                      <a:pt x="206" y="1259"/>
                    </a:cubicBezTo>
                    <a:cubicBezTo>
                      <a:pt x="191" y="1259"/>
                      <a:pt x="133" y="1245"/>
                      <a:pt x="118" y="1186"/>
                    </a:cubicBezTo>
                    <a:cubicBezTo>
                      <a:pt x="59" y="1098"/>
                      <a:pt x="103" y="923"/>
                      <a:pt x="103" y="718"/>
                    </a:cubicBezTo>
                    <a:cubicBezTo>
                      <a:pt x="103" y="337"/>
                      <a:pt x="74"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894;p58">
                <a:extLst>
                  <a:ext uri="{FF2B5EF4-FFF2-40B4-BE49-F238E27FC236}">
                    <a16:creationId xmlns:a16="http://schemas.microsoft.com/office/drawing/2014/main" id="{FEF8E5B4-A4EA-9EE9-B5EF-B7693E8FE942}"/>
                  </a:ext>
                </a:extLst>
              </p:cNvPr>
              <p:cNvSpPr/>
              <p:nvPr/>
            </p:nvSpPr>
            <p:spPr>
              <a:xfrm>
                <a:off x="2910607" y="1175099"/>
                <a:ext cx="8726" cy="27958"/>
              </a:xfrm>
              <a:custGeom>
                <a:avLst/>
                <a:gdLst/>
                <a:ahLst/>
                <a:cxnLst/>
                <a:rect l="l" t="t" r="r" b="b"/>
                <a:pathLst>
                  <a:path w="103" h="330" extrusionOk="0">
                    <a:moveTo>
                      <a:pt x="51" y="1"/>
                    </a:moveTo>
                    <a:cubicBezTo>
                      <a:pt x="32" y="1"/>
                      <a:pt x="0" y="69"/>
                      <a:pt x="0" y="168"/>
                    </a:cubicBezTo>
                    <a:cubicBezTo>
                      <a:pt x="0" y="256"/>
                      <a:pt x="30" y="329"/>
                      <a:pt x="44" y="329"/>
                    </a:cubicBezTo>
                    <a:cubicBezTo>
                      <a:pt x="59" y="329"/>
                      <a:pt x="103" y="256"/>
                      <a:pt x="103" y="168"/>
                    </a:cubicBezTo>
                    <a:cubicBezTo>
                      <a:pt x="103" y="81"/>
                      <a:pt x="74" y="7"/>
                      <a:pt x="59" y="7"/>
                    </a:cubicBezTo>
                    <a:cubicBezTo>
                      <a:pt x="57" y="3"/>
                      <a:pt x="54" y="1"/>
                      <a:pt x="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895;p58">
                <a:extLst>
                  <a:ext uri="{FF2B5EF4-FFF2-40B4-BE49-F238E27FC236}">
                    <a16:creationId xmlns:a16="http://schemas.microsoft.com/office/drawing/2014/main" id="{C9657B87-504B-9EFC-AEBD-8FE4BB2318E7}"/>
                  </a:ext>
                </a:extLst>
              </p:cNvPr>
              <p:cNvSpPr/>
              <p:nvPr/>
            </p:nvSpPr>
            <p:spPr>
              <a:xfrm>
                <a:off x="2790304" y="1171964"/>
                <a:ext cx="7540" cy="28635"/>
              </a:xfrm>
              <a:custGeom>
                <a:avLst/>
                <a:gdLst/>
                <a:ahLst/>
                <a:cxnLst/>
                <a:rect l="l" t="t" r="r" b="b"/>
                <a:pathLst>
                  <a:path w="89" h="338" extrusionOk="0">
                    <a:moveTo>
                      <a:pt x="59" y="0"/>
                    </a:moveTo>
                    <a:cubicBezTo>
                      <a:pt x="15" y="0"/>
                      <a:pt x="0" y="74"/>
                      <a:pt x="0" y="161"/>
                    </a:cubicBezTo>
                    <a:cubicBezTo>
                      <a:pt x="0" y="264"/>
                      <a:pt x="15" y="337"/>
                      <a:pt x="30" y="337"/>
                    </a:cubicBezTo>
                    <a:cubicBezTo>
                      <a:pt x="59" y="337"/>
                      <a:pt x="88" y="264"/>
                      <a:pt x="88" y="161"/>
                    </a:cubicBezTo>
                    <a:cubicBezTo>
                      <a:pt x="88" y="74"/>
                      <a:pt x="74"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96;p58">
                <a:extLst>
                  <a:ext uri="{FF2B5EF4-FFF2-40B4-BE49-F238E27FC236}">
                    <a16:creationId xmlns:a16="http://schemas.microsoft.com/office/drawing/2014/main" id="{29ECC8F9-148E-E454-F3A5-09F946D1F86F}"/>
                  </a:ext>
                </a:extLst>
              </p:cNvPr>
              <p:cNvSpPr/>
              <p:nvPr/>
            </p:nvSpPr>
            <p:spPr>
              <a:xfrm>
                <a:off x="2931702" y="1369193"/>
                <a:ext cx="65827" cy="117846"/>
              </a:xfrm>
              <a:custGeom>
                <a:avLst/>
                <a:gdLst/>
                <a:ahLst/>
                <a:cxnLst/>
                <a:rect l="l" t="t" r="r" b="b"/>
                <a:pathLst>
                  <a:path w="777" h="1391" extrusionOk="0">
                    <a:moveTo>
                      <a:pt x="761" y="0"/>
                    </a:moveTo>
                    <a:lnTo>
                      <a:pt x="761" y="0"/>
                    </a:lnTo>
                    <a:cubicBezTo>
                      <a:pt x="586" y="220"/>
                      <a:pt x="322" y="395"/>
                      <a:pt x="29" y="469"/>
                    </a:cubicBezTo>
                    <a:cubicBezTo>
                      <a:pt x="15" y="761"/>
                      <a:pt x="0" y="966"/>
                      <a:pt x="29" y="1201"/>
                    </a:cubicBezTo>
                    <a:cubicBezTo>
                      <a:pt x="29" y="1230"/>
                      <a:pt x="73" y="1376"/>
                      <a:pt x="73" y="1391"/>
                    </a:cubicBezTo>
                    <a:cubicBezTo>
                      <a:pt x="73" y="1391"/>
                      <a:pt x="191" y="1332"/>
                      <a:pt x="264" y="1303"/>
                    </a:cubicBezTo>
                    <a:cubicBezTo>
                      <a:pt x="483" y="1186"/>
                      <a:pt x="630" y="966"/>
                      <a:pt x="703" y="732"/>
                    </a:cubicBezTo>
                    <a:cubicBezTo>
                      <a:pt x="776" y="498"/>
                      <a:pt x="776" y="234"/>
                      <a:pt x="761"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897;p58">
                <a:extLst>
                  <a:ext uri="{FF2B5EF4-FFF2-40B4-BE49-F238E27FC236}">
                    <a16:creationId xmlns:a16="http://schemas.microsoft.com/office/drawing/2014/main" id="{4D78D5F0-A7A2-E23B-ABB6-3F48047B0004}"/>
                  </a:ext>
                </a:extLst>
              </p:cNvPr>
              <p:cNvSpPr/>
              <p:nvPr/>
            </p:nvSpPr>
            <p:spPr>
              <a:xfrm>
                <a:off x="3065645" y="1141465"/>
                <a:ext cx="55915" cy="77688"/>
              </a:xfrm>
              <a:custGeom>
                <a:avLst/>
                <a:gdLst/>
                <a:ahLst/>
                <a:cxnLst/>
                <a:rect l="l" t="t" r="r" b="b"/>
                <a:pathLst>
                  <a:path w="660" h="917" extrusionOk="0">
                    <a:moveTo>
                      <a:pt x="563" y="1"/>
                    </a:moveTo>
                    <a:cubicBezTo>
                      <a:pt x="534" y="1"/>
                      <a:pt x="478" y="14"/>
                      <a:pt x="410" y="53"/>
                    </a:cubicBezTo>
                    <a:cubicBezTo>
                      <a:pt x="293" y="112"/>
                      <a:pt x="176" y="199"/>
                      <a:pt x="73" y="375"/>
                    </a:cubicBezTo>
                    <a:lnTo>
                      <a:pt x="0" y="521"/>
                    </a:lnTo>
                    <a:lnTo>
                      <a:pt x="147" y="434"/>
                    </a:lnTo>
                    <a:cubicBezTo>
                      <a:pt x="156" y="429"/>
                      <a:pt x="166" y="424"/>
                      <a:pt x="176" y="419"/>
                    </a:cubicBezTo>
                    <a:lnTo>
                      <a:pt x="176" y="419"/>
                    </a:lnTo>
                    <a:lnTo>
                      <a:pt x="176" y="419"/>
                    </a:lnTo>
                    <a:cubicBezTo>
                      <a:pt x="176" y="419"/>
                      <a:pt x="176" y="419"/>
                      <a:pt x="176" y="418"/>
                    </a:cubicBezTo>
                    <a:lnTo>
                      <a:pt x="176" y="418"/>
                    </a:lnTo>
                    <a:cubicBezTo>
                      <a:pt x="229" y="391"/>
                      <a:pt x="288" y="358"/>
                      <a:pt x="337" y="346"/>
                    </a:cubicBezTo>
                    <a:cubicBezTo>
                      <a:pt x="348" y="344"/>
                      <a:pt x="359" y="343"/>
                      <a:pt x="369" y="343"/>
                    </a:cubicBezTo>
                    <a:cubicBezTo>
                      <a:pt x="443" y="343"/>
                      <a:pt x="504" y="388"/>
                      <a:pt x="542" y="478"/>
                    </a:cubicBezTo>
                    <a:cubicBezTo>
                      <a:pt x="571" y="565"/>
                      <a:pt x="557" y="653"/>
                      <a:pt x="513" y="712"/>
                    </a:cubicBezTo>
                    <a:cubicBezTo>
                      <a:pt x="439" y="844"/>
                      <a:pt x="352" y="887"/>
                      <a:pt x="366" y="917"/>
                    </a:cubicBezTo>
                    <a:cubicBezTo>
                      <a:pt x="366" y="917"/>
                      <a:pt x="469" y="873"/>
                      <a:pt x="571" y="726"/>
                    </a:cubicBezTo>
                    <a:cubicBezTo>
                      <a:pt x="630" y="653"/>
                      <a:pt x="659" y="551"/>
                      <a:pt x="630" y="434"/>
                    </a:cubicBezTo>
                    <a:cubicBezTo>
                      <a:pt x="615" y="375"/>
                      <a:pt x="571" y="331"/>
                      <a:pt x="513" y="287"/>
                    </a:cubicBezTo>
                    <a:cubicBezTo>
                      <a:pt x="482" y="267"/>
                      <a:pt x="436" y="246"/>
                      <a:pt x="386" y="246"/>
                    </a:cubicBezTo>
                    <a:cubicBezTo>
                      <a:pt x="365" y="246"/>
                      <a:pt x="344" y="249"/>
                      <a:pt x="322" y="258"/>
                    </a:cubicBezTo>
                    <a:cubicBezTo>
                      <a:pt x="303" y="261"/>
                      <a:pt x="284" y="265"/>
                      <a:pt x="267" y="271"/>
                    </a:cubicBezTo>
                    <a:lnTo>
                      <a:pt x="267" y="271"/>
                    </a:lnTo>
                    <a:cubicBezTo>
                      <a:pt x="323" y="196"/>
                      <a:pt x="384" y="139"/>
                      <a:pt x="439" y="112"/>
                    </a:cubicBezTo>
                    <a:cubicBezTo>
                      <a:pt x="542" y="53"/>
                      <a:pt x="586" y="38"/>
                      <a:pt x="586" y="9"/>
                    </a:cubicBezTo>
                    <a:cubicBezTo>
                      <a:pt x="586" y="4"/>
                      <a:pt x="578" y="1"/>
                      <a:pt x="5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898;p58">
                <a:extLst>
                  <a:ext uri="{FF2B5EF4-FFF2-40B4-BE49-F238E27FC236}">
                    <a16:creationId xmlns:a16="http://schemas.microsoft.com/office/drawing/2014/main" id="{368D5BC2-7CBA-1680-469F-35386BFD1BA6}"/>
                  </a:ext>
                </a:extLst>
              </p:cNvPr>
              <p:cNvSpPr/>
              <p:nvPr/>
            </p:nvSpPr>
            <p:spPr>
              <a:xfrm>
                <a:off x="2842407" y="1276170"/>
                <a:ext cx="67014" cy="52950"/>
              </a:xfrm>
              <a:custGeom>
                <a:avLst/>
                <a:gdLst/>
                <a:ahLst/>
                <a:cxnLst/>
                <a:rect l="l" t="t" r="r" b="b"/>
                <a:pathLst>
                  <a:path w="791" h="625" extrusionOk="0">
                    <a:moveTo>
                      <a:pt x="747" y="0"/>
                    </a:moveTo>
                    <a:cubicBezTo>
                      <a:pt x="732" y="0"/>
                      <a:pt x="732" y="59"/>
                      <a:pt x="703" y="147"/>
                    </a:cubicBezTo>
                    <a:cubicBezTo>
                      <a:pt x="659" y="234"/>
                      <a:pt x="600" y="352"/>
                      <a:pt x="498" y="439"/>
                    </a:cubicBezTo>
                    <a:cubicBezTo>
                      <a:pt x="395" y="513"/>
                      <a:pt x="264" y="542"/>
                      <a:pt x="161" y="542"/>
                    </a:cubicBezTo>
                    <a:cubicBezTo>
                      <a:pt x="93" y="542"/>
                      <a:pt x="44" y="535"/>
                      <a:pt x="19" y="535"/>
                    </a:cubicBezTo>
                    <a:cubicBezTo>
                      <a:pt x="7" y="535"/>
                      <a:pt x="0" y="537"/>
                      <a:pt x="0" y="542"/>
                    </a:cubicBezTo>
                    <a:cubicBezTo>
                      <a:pt x="0" y="571"/>
                      <a:pt x="59" y="600"/>
                      <a:pt x="161" y="615"/>
                    </a:cubicBezTo>
                    <a:cubicBezTo>
                      <a:pt x="183" y="621"/>
                      <a:pt x="207" y="624"/>
                      <a:pt x="232" y="624"/>
                    </a:cubicBezTo>
                    <a:cubicBezTo>
                      <a:pt x="330" y="624"/>
                      <a:pt x="452" y="582"/>
                      <a:pt x="556" y="513"/>
                    </a:cubicBezTo>
                    <a:cubicBezTo>
                      <a:pt x="703" y="395"/>
                      <a:pt x="747" y="278"/>
                      <a:pt x="776" y="161"/>
                    </a:cubicBezTo>
                    <a:cubicBezTo>
                      <a:pt x="791" y="59"/>
                      <a:pt x="776"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899;p58">
                <a:extLst>
                  <a:ext uri="{FF2B5EF4-FFF2-40B4-BE49-F238E27FC236}">
                    <a16:creationId xmlns:a16="http://schemas.microsoft.com/office/drawing/2014/main" id="{2ED7BCB9-4C11-18AB-0CCA-3C004A41A4C1}"/>
                  </a:ext>
                </a:extLst>
              </p:cNvPr>
              <p:cNvSpPr/>
              <p:nvPr/>
            </p:nvSpPr>
            <p:spPr>
              <a:xfrm>
                <a:off x="2890782" y="1268884"/>
                <a:ext cx="34820" cy="22197"/>
              </a:xfrm>
              <a:custGeom>
                <a:avLst/>
                <a:gdLst/>
                <a:ahLst/>
                <a:cxnLst/>
                <a:rect l="l" t="t" r="r" b="b"/>
                <a:pathLst>
                  <a:path w="411" h="262" extrusionOk="0">
                    <a:moveTo>
                      <a:pt x="127" y="1"/>
                    </a:moveTo>
                    <a:cubicBezTo>
                      <a:pt x="109" y="1"/>
                      <a:pt x="90" y="4"/>
                      <a:pt x="73" y="13"/>
                    </a:cubicBezTo>
                    <a:cubicBezTo>
                      <a:pt x="15" y="13"/>
                      <a:pt x="0" y="28"/>
                      <a:pt x="0" y="42"/>
                    </a:cubicBezTo>
                    <a:cubicBezTo>
                      <a:pt x="0" y="86"/>
                      <a:pt x="117" y="72"/>
                      <a:pt x="220" y="115"/>
                    </a:cubicBezTo>
                    <a:cubicBezTo>
                      <a:pt x="308" y="174"/>
                      <a:pt x="366" y="262"/>
                      <a:pt x="381" y="262"/>
                    </a:cubicBezTo>
                    <a:cubicBezTo>
                      <a:pt x="410" y="262"/>
                      <a:pt x="410" y="247"/>
                      <a:pt x="381" y="189"/>
                    </a:cubicBezTo>
                    <a:cubicBezTo>
                      <a:pt x="366" y="130"/>
                      <a:pt x="322" y="86"/>
                      <a:pt x="249" y="42"/>
                    </a:cubicBezTo>
                    <a:cubicBezTo>
                      <a:pt x="218" y="22"/>
                      <a:pt x="172" y="1"/>
                      <a:pt x="1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900;p58">
                <a:extLst>
                  <a:ext uri="{FF2B5EF4-FFF2-40B4-BE49-F238E27FC236}">
                    <a16:creationId xmlns:a16="http://schemas.microsoft.com/office/drawing/2014/main" id="{4CBA0F7E-9E39-5374-8482-F53B442414DF}"/>
                  </a:ext>
                </a:extLst>
              </p:cNvPr>
              <p:cNvSpPr/>
              <p:nvPr/>
            </p:nvSpPr>
            <p:spPr>
              <a:xfrm>
                <a:off x="2679913" y="2513936"/>
                <a:ext cx="772731" cy="87007"/>
              </a:xfrm>
              <a:custGeom>
                <a:avLst/>
                <a:gdLst/>
                <a:ahLst/>
                <a:cxnLst/>
                <a:rect l="l" t="t" r="r" b="b"/>
                <a:pathLst>
                  <a:path w="9121" h="1027" extrusionOk="0">
                    <a:moveTo>
                      <a:pt x="6149" y="0"/>
                    </a:moveTo>
                    <a:lnTo>
                      <a:pt x="6134" y="30"/>
                    </a:lnTo>
                    <a:cubicBezTo>
                      <a:pt x="5768" y="396"/>
                      <a:pt x="5241" y="630"/>
                      <a:pt x="4670" y="762"/>
                    </a:cubicBezTo>
                    <a:cubicBezTo>
                      <a:pt x="4144" y="893"/>
                      <a:pt x="3637" y="927"/>
                      <a:pt x="3158" y="927"/>
                    </a:cubicBezTo>
                    <a:cubicBezTo>
                      <a:pt x="3051" y="927"/>
                      <a:pt x="2945" y="925"/>
                      <a:pt x="2840" y="923"/>
                    </a:cubicBezTo>
                    <a:cubicBezTo>
                      <a:pt x="2270" y="893"/>
                      <a:pt x="1772" y="791"/>
                      <a:pt x="1362" y="703"/>
                    </a:cubicBezTo>
                    <a:cubicBezTo>
                      <a:pt x="937" y="615"/>
                      <a:pt x="601" y="498"/>
                      <a:pt x="366" y="454"/>
                    </a:cubicBezTo>
                    <a:cubicBezTo>
                      <a:pt x="264" y="410"/>
                      <a:pt x="161" y="396"/>
                      <a:pt x="88" y="366"/>
                    </a:cubicBezTo>
                    <a:cubicBezTo>
                      <a:pt x="44" y="352"/>
                      <a:pt x="0" y="352"/>
                      <a:pt x="0" y="352"/>
                    </a:cubicBezTo>
                    <a:lnTo>
                      <a:pt x="0" y="352"/>
                    </a:lnTo>
                    <a:cubicBezTo>
                      <a:pt x="0" y="352"/>
                      <a:pt x="44" y="366"/>
                      <a:pt x="88" y="396"/>
                    </a:cubicBezTo>
                    <a:cubicBezTo>
                      <a:pt x="147" y="410"/>
                      <a:pt x="235" y="454"/>
                      <a:pt x="352" y="484"/>
                    </a:cubicBezTo>
                    <a:cubicBezTo>
                      <a:pt x="586" y="571"/>
                      <a:pt x="923" y="659"/>
                      <a:pt x="1333" y="776"/>
                    </a:cubicBezTo>
                    <a:cubicBezTo>
                      <a:pt x="1757" y="864"/>
                      <a:pt x="2270" y="981"/>
                      <a:pt x="2840" y="1011"/>
                    </a:cubicBezTo>
                    <a:cubicBezTo>
                      <a:pt x="2980" y="1021"/>
                      <a:pt x="3124" y="1027"/>
                      <a:pt x="3270" y="1027"/>
                    </a:cubicBezTo>
                    <a:cubicBezTo>
                      <a:pt x="3721" y="1027"/>
                      <a:pt x="4199" y="975"/>
                      <a:pt x="4685" y="864"/>
                    </a:cubicBezTo>
                    <a:cubicBezTo>
                      <a:pt x="5247" y="734"/>
                      <a:pt x="5780" y="491"/>
                      <a:pt x="6174" y="135"/>
                    </a:cubicBezTo>
                    <a:lnTo>
                      <a:pt x="6174" y="135"/>
                    </a:lnTo>
                    <a:cubicBezTo>
                      <a:pt x="6919" y="458"/>
                      <a:pt x="7614" y="650"/>
                      <a:pt x="8135" y="650"/>
                    </a:cubicBezTo>
                    <a:cubicBezTo>
                      <a:pt x="8187" y="650"/>
                      <a:pt x="8238" y="648"/>
                      <a:pt x="8286" y="645"/>
                    </a:cubicBezTo>
                    <a:cubicBezTo>
                      <a:pt x="8579" y="630"/>
                      <a:pt x="8784" y="542"/>
                      <a:pt x="8916" y="469"/>
                    </a:cubicBezTo>
                    <a:cubicBezTo>
                      <a:pt x="8974" y="454"/>
                      <a:pt x="9018" y="410"/>
                      <a:pt x="9062" y="396"/>
                    </a:cubicBezTo>
                    <a:cubicBezTo>
                      <a:pt x="9092" y="366"/>
                      <a:pt x="9121" y="352"/>
                      <a:pt x="9121" y="352"/>
                    </a:cubicBezTo>
                    <a:cubicBezTo>
                      <a:pt x="9092" y="352"/>
                      <a:pt x="9048" y="396"/>
                      <a:pt x="8901" y="410"/>
                    </a:cubicBezTo>
                    <a:cubicBezTo>
                      <a:pt x="8769" y="484"/>
                      <a:pt x="8564" y="557"/>
                      <a:pt x="8286" y="571"/>
                    </a:cubicBezTo>
                    <a:cubicBezTo>
                      <a:pt x="8267" y="572"/>
                      <a:pt x="8247" y="572"/>
                      <a:pt x="8227" y="572"/>
                    </a:cubicBezTo>
                    <a:cubicBezTo>
                      <a:pt x="7691" y="572"/>
                      <a:pt x="6968" y="383"/>
                      <a:pt x="6164" y="30"/>
                    </a:cubicBezTo>
                    <a:lnTo>
                      <a:pt x="6149"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901;p58">
                <a:extLst>
                  <a:ext uri="{FF2B5EF4-FFF2-40B4-BE49-F238E27FC236}">
                    <a16:creationId xmlns:a16="http://schemas.microsoft.com/office/drawing/2014/main" id="{E779BC87-E84B-0917-901F-FB98F2BFA107}"/>
                  </a:ext>
                </a:extLst>
              </p:cNvPr>
              <p:cNvSpPr/>
              <p:nvPr/>
            </p:nvSpPr>
            <p:spPr>
              <a:xfrm>
                <a:off x="3145028" y="1965710"/>
                <a:ext cx="59558" cy="556949"/>
              </a:xfrm>
              <a:custGeom>
                <a:avLst/>
                <a:gdLst/>
                <a:ahLst/>
                <a:cxnLst/>
                <a:rect l="l" t="t" r="r" b="b"/>
                <a:pathLst>
                  <a:path w="703" h="6574" extrusionOk="0">
                    <a:moveTo>
                      <a:pt x="0" y="1"/>
                    </a:moveTo>
                    <a:cubicBezTo>
                      <a:pt x="0" y="1"/>
                      <a:pt x="0" y="89"/>
                      <a:pt x="15" y="250"/>
                    </a:cubicBezTo>
                    <a:cubicBezTo>
                      <a:pt x="44" y="440"/>
                      <a:pt x="59" y="660"/>
                      <a:pt x="88" y="952"/>
                    </a:cubicBezTo>
                    <a:cubicBezTo>
                      <a:pt x="147" y="1553"/>
                      <a:pt x="249" y="2358"/>
                      <a:pt x="352" y="3280"/>
                    </a:cubicBezTo>
                    <a:cubicBezTo>
                      <a:pt x="439" y="4173"/>
                      <a:pt x="513" y="4993"/>
                      <a:pt x="571" y="5593"/>
                    </a:cubicBezTo>
                    <a:cubicBezTo>
                      <a:pt x="600" y="5886"/>
                      <a:pt x="615" y="6135"/>
                      <a:pt x="644" y="6310"/>
                    </a:cubicBezTo>
                    <a:cubicBezTo>
                      <a:pt x="659" y="6471"/>
                      <a:pt x="674" y="6574"/>
                      <a:pt x="674" y="6574"/>
                    </a:cubicBezTo>
                    <a:cubicBezTo>
                      <a:pt x="674" y="6574"/>
                      <a:pt x="674" y="6471"/>
                      <a:pt x="703" y="6310"/>
                    </a:cubicBezTo>
                    <a:cubicBezTo>
                      <a:pt x="703" y="6149"/>
                      <a:pt x="674" y="5886"/>
                      <a:pt x="659" y="5593"/>
                    </a:cubicBezTo>
                    <a:cubicBezTo>
                      <a:pt x="615" y="5007"/>
                      <a:pt x="542" y="4188"/>
                      <a:pt x="454" y="3280"/>
                    </a:cubicBezTo>
                    <a:cubicBezTo>
                      <a:pt x="366" y="2358"/>
                      <a:pt x="249" y="1538"/>
                      <a:pt x="161" y="952"/>
                    </a:cubicBezTo>
                    <a:cubicBezTo>
                      <a:pt x="132" y="660"/>
                      <a:pt x="88" y="425"/>
                      <a:pt x="59" y="250"/>
                    </a:cubicBezTo>
                    <a:cubicBezTo>
                      <a:pt x="15" y="89"/>
                      <a:pt x="0" y="1"/>
                      <a:pt x="0"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902;p58">
                <a:extLst>
                  <a:ext uri="{FF2B5EF4-FFF2-40B4-BE49-F238E27FC236}">
                    <a16:creationId xmlns:a16="http://schemas.microsoft.com/office/drawing/2014/main" id="{45E069A9-40AA-DDA7-BA8D-E733635DC5A2}"/>
                  </a:ext>
                </a:extLst>
              </p:cNvPr>
              <p:cNvSpPr/>
              <p:nvPr/>
            </p:nvSpPr>
            <p:spPr>
              <a:xfrm>
                <a:off x="3143757" y="1451033"/>
                <a:ext cx="83195" cy="426735"/>
              </a:xfrm>
              <a:custGeom>
                <a:avLst/>
                <a:gdLst/>
                <a:ahLst/>
                <a:cxnLst/>
                <a:rect l="l" t="t" r="r" b="b"/>
                <a:pathLst>
                  <a:path w="982" h="5037" extrusionOk="0">
                    <a:moveTo>
                      <a:pt x="1" y="0"/>
                    </a:moveTo>
                    <a:lnTo>
                      <a:pt x="1" y="5036"/>
                    </a:lnTo>
                    <a:cubicBezTo>
                      <a:pt x="1" y="5036"/>
                      <a:pt x="981" y="2094"/>
                      <a:pt x="762" y="1552"/>
                    </a:cubicBezTo>
                    <a:cubicBezTo>
                      <a:pt x="557" y="1025"/>
                      <a:pt x="1"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903;p58">
                <a:extLst>
                  <a:ext uri="{FF2B5EF4-FFF2-40B4-BE49-F238E27FC236}">
                    <a16:creationId xmlns:a16="http://schemas.microsoft.com/office/drawing/2014/main" id="{F61A6D9A-6145-4935-8FB2-0B9848AE53F1}"/>
                  </a:ext>
                </a:extLst>
              </p:cNvPr>
              <p:cNvSpPr/>
              <p:nvPr/>
            </p:nvSpPr>
            <p:spPr>
              <a:xfrm>
                <a:off x="2828767" y="1465944"/>
                <a:ext cx="267969" cy="425464"/>
              </a:xfrm>
              <a:custGeom>
                <a:avLst/>
                <a:gdLst/>
                <a:ahLst/>
                <a:cxnLst/>
                <a:rect l="l" t="t" r="r" b="b"/>
                <a:pathLst>
                  <a:path w="3163" h="5022" extrusionOk="0">
                    <a:moveTo>
                      <a:pt x="556" y="0"/>
                    </a:moveTo>
                    <a:cubicBezTo>
                      <a:pt x="439" y="29"/>
                      <a:pt x="0" y="1815"/>
                      <a:pt x="454" y="2328"/>
                    </a:cubicBezTo>
                    <a:cubicBezTo>
                      <a:pt x="966" y="2913"/>
                      <a:pt x="3162" y="5021"/>
                      <a:pt x="3162" y="5021"/>
                    </a:cubicBezTo>
                    <a:lnTo>
                      <a:pt x="5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904;p58">
                <a:extLst>
                  <a:ext uri="{FF2B5EF4-FFF2-40B4-BE49-F238E27FC236}">
                    <a16:creationId xmlns:a16="http://schemas.microsoft.com/office/drawing/2014/main" id="{30F316FD-F93C-0F71-FBD9-D6ABE2A83B44}"/>
                  </a:ext>
                </a:extLst>
              </p:cNvPr>
              <p:cNvSpPr/>
              <p:nvPr/>
            </p:nvSpPr>
            <p:spPr>
              <a:xfrm>
                <a:off x="2791490" y="2636696"/>
                <a:ext cx="173761" cy="124538"/>
              </a:xfrm>
              <a:custGeom>
                <a:avLst/>
                <a:gdLst/>
                <a:ahLst/>
                <a:cxnLst/>
                <a:rect l="l" t="t" r="r" b="b"/>
                <a:pathLst>
                  <a:path w="2051" h="1470" extrusionOk="0">
                    <a:moveTo>
                      <a:pt x="2035" y="0"/>
                    </a:moveTo>
                    <a:cubicBezTo>
                      <a:pt x="2012" y="0"/>
                      <a:pt x="1691" y="490"/>
                      <a:pt x="1143" y="879"/>
                    </a:cubicBezTo>
                    <a:cubicBezTo>
                      <a:pt x="572" y="1289"/>
                      <a:pt x="1" y="1435"/>
                      <a:pt x="16" y="1465"/>
                    </a:cubicBezTo>
                    <a:cubicBezTo>
                      <a:pt x="16" y="1468"/>
                      <a:pt x="22" y="1470"/>
                      <a:pt x="35" y="1470"/>
                    </a:cubicBezTo>
                    <a:cubicBezTo>
                      <a:pt x="79" y="1470"/>
                      <a:pt x="197" y="1448"/>
                      <a:pt x="367" y="1391"/>
                    </a:cubicBezTo>
                    <a:cubicBezTo>
                      <a:pt x="587" y="1318"/>
                      <a:pt x="879" y="1172"/>
                      <a:pt x="1172" y="982"/>
                    </a:cubicBezTo>
                    <a:cubicBezTo>
                      <a:pt x="1465" y="762"/>
                      <a:pt x="1684" y="513"/>
                      <a:pt x="1831" y="337"/>
                    </a:cubicBezTo>
                    <a:cubicBezTo>
                      <a:pt x="1977" y="132"/>
                      <a:pt x="2050" y="1"/>
                      <a:pt x="2036" y="1"/>
                    </a:cubicBezTo>
                    <a:cubicBezTo>
                      <a:pt x="2036" y="1"/>
                      <a:pt x="2035" y="0"/>
                      <a:pt x="2035"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905;p58">
                <a:extLst>
                  <a:ext uri="{FF2B5EF4-FFF2-40B4-BE49-F238E27FC236}">
                    <a16:creationId xmlns:a16="http://schemas.microsoft.com/office/drawing/2014/main" id="{6D720D7A-421E-34E0-BDBA-043E55D49608}"/>
                  </a:ext>
                </a:extLst>
              </p:cNvPr>
              <p:cNvSpPr/>
              <p:nvPr/>
            </p:nvSpPr>
            <p:spPr>
              <a:xfrm>
                <a:off x="2873415" y="2723534"/>
                <a:ext cx="747908" cy="1875362"/>
              </a:xfrm>
              <a:custGeom>
                <a:avLst/>
                <a:gdLst/>
                <a:ahLst/>
                <a:cxnLst/>
                <a:rect l="l" t="t" r="r" b="b"/>
                <a:pathLst>
                  <a:path w="8828" h="22136" extrusionOk="0">
                    <a:moveTo>
                      <a:pt x="0" y="0"/>
                    </a:moveTo>
                    <a:lnTo>
                      <a:pt x="0" y="59"/>
                    </a:lnTo>
                    <a:cubicBezTo>
                      <a:pt x="0" y="118"/>
                      <a:pt x="0" y="176"/>
                      <a:pt x="15" y="249"/>
                    </a:cubicBezTo>
                    <a:cubicBezTo>
                      <a:pt x="59" y="410"/>
                      <a:pt x="88" y="645"/>
                      <a:pt x="132" y="937"/>
                    </a:cubicBezTo>
                    <a:cubicBezTo>
                      <a:pt x="147" y="1084"/>
                      <a:pt x="161" y="1245"/>
                      <a:pt x="205" y="1435"/>
                    </a:cubicBezTo>
                    <a:cubicBezTo>
                      <a:pt x="220" y="1611"/>
                      <a:pt x="278" y="1801"/>
                      <a:pt x="308" y="2021"/>
                    </a:cubicBezTo>
                    <a:cubicBezTo>
                      <a:pt x="410" y="2445"/>
                      <a:pt x="498" y="2914"/>
                      <a:pt x="630" y="3441"/>
                    </a:cubicBezTo>
                    <a:cubicBezTo>
                      <a:pt x="703" y="3704"/>
                      <a:pt x="761" y="3982"/>
                      <a:pt x="820" y="4275"/>
                    </a:cubicBezTo>
                    <a:cubicBezTo>
                      <a:pt x="893" y="4568"/>
                      <a:pt x="966" y="4861"/>
                      <a:pt x="1069" y="5168"/>
                    </a:cubicBezTo>
                    <a:cubicBezTo>
                      <a:pt x="1230" y="5783"/>
                      <a:pt x="1435" y="6442"/>
                      <a:pt x="1654" y="7130"/>
                    </a:cubicBezTo>
                    <a:cubicBezTo>
                      <a:pt x="2108" y="8477"/>
                      <a:pt x="2679" y="9955"/>
                      <a:pt x="3323" y="11478"/>
                    </a:cubicBezTo>
                    <a:cubicBezTo>
                      <a:pt x="4641" y="14523"/>
                      <a:pt x="6032" y="17173"/>
                      <a:pt x="7071" y="19076"/>
                    </a:cubicBezTo>
                    <a:cubicBezTo>
                      <a:pt x="7598" y="20027"/>
                      <a:pt x="8023" y="20774"/>
                      <a:pt x="8330" y="21301"/>
                    </a:cubicBezTo>
                    <a:cubicBezTo>
                      <a:pt x="8476" y="21564"/>
                      <a:pt x="8594" y="21769"/>
                      <a:pt x="8681" y="21916"/>
                    </a:cubicBezTo>
                    <a:cubicBezTo>
                      <a:pt x="8711" y="21989"/>
                      <a:pt x="8755" y="22033"/>
                      <a:pt x="8769" y="22077"/>
                    </a:cubicBezTo>
                    <a:cubicBezTo>
                      <a:pt x="8784" y="22106"/>
                      <a:pt x="8813" y="22135"/>
                      <a:pt x="8813" y="22135"/>
                    </a:cubicBezTo>
                    <a:cubicBezTo>
                      <a:pt x="8813" y="22135"/>
                      <a:pt x="8813" y="22106"/>
                      <a:pt x="8828" y="22077"/>
                    </a:cubicBezTo>
                    <a:cubicBezTo>
                      <a:pt x="8784" y="22033"/>
                      <a:pt x="8769" y="21989"/>
                      <a:pt x="8725" y="21916"/>
                    </a:cubicBezTo>
                    <a:cubicBezTo>
                      <a:pt x="8652" y="21784"/>
                      <a:pt x="8550" y="21564"/>
                      <a:pt x="8403" y="21301"/>
                    </a:cubicBezTo>
                    <a:cubicBezTo>
                      <a:pt x="8110" y="20774"/>
                      <a:pt x="7686" y="20013"/>
                      <a:pt x="7174" y="19061"/>
                    </a:cubicBezTo>
                    <a:cubicBezTo>
                      <a:pt x="6149" y="17129"/>
                      <a:pt x="4758" y="14479"/>
                      <a:pt x="3455" y="11449"/>
                    </a:cubicBezTo>
                    <a:cubicBezTo>
                      <a:pt x="2796" y="9926"/>
                      <a:pt x="2255" y="8447"/>
                      <a:pt x="1801" y="7086"/>
                    </a:cubicBezTo>
                    <a:cubicBezTo>
                      <a:pt x="1581" y="6413"/>
                      <a:pt x="1362" y="5768"/>
                      <a:pt x="1186" y="5154"/>
                    </a:cubicBezTo>
                    <a:cubicBezTo>
                      <a:pt x="1098" y="4861"/>
                      <a:pt x="1010" y="4568"/>
                      <a:pt x="937" y="4275"/>
                    </a:cubicBezTo>
                    <a:cubicBezTo>
                      <a:pt x="864" y="3982"/>
                      <a:pt x="805" y="3704"/>
                      <a:pt x="732" y="3441"/>
                    </a:cubicBezTo>
                    <a:cubicBezTo>
                      <a:pt x="586" y="2914"/>
                      <a:pt x="498" y="2445"/>
                      <a:pt x="410" y="2021"/>
                    </a:cubicBezTo>
                    <a:cubicBezTo>
                      <a:pt x="352" y="1816"/>
                      <a:pt x="322" y="1611"/>
                      <a:pt x="278" y="1435"/>
                    </a:cubicBezTo>
                    <a:cubicBezTo>
                      <a:pt x="234" y="1245"/>
                      <a:pt x="205" y="1084"/>
                      <a:pt x="190" y="937"/>
                    </a:cubicBezTo>
                    <a:cubicBezTo>
                      <a:pt x="132" y="630"/>
                      <a:pt x="88" y="410"/>
                      <a:pt x="59" y="249"/>
                    </a:cubicBezTo>
                    <a:cubicBezTo>
                      <a:pt x="44" y="176"/>
                      <a:pt x="15" y="103"/>
                      <a:pt x="15" y="59"/>
                    </a:cubicBezTo>
                    <a:cubicBezTo>
                      <a:pt x="0" y="30"/>
                      <a:pt x="0" y="0"/>
                      <a:pt x="0"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906;p58">
                <a:extLst>
                  <a:ext uri="{FF2B5EF4-FFF2-40B4-BE49-F238E27FC236}">
                    <a16:creationId xmlns:a16="http://schemas.microsoft.com/office/drawing/2014/main" id="{781CA47F-EB49-CADA-B6F8-252CB94FC268}"/>
                  </a:ext>
                </a:extLst>
              </p:cNvPr>
              <p:cNvSpPr/>
              <p:nvPr/>
            </p:nvSpPr>
            <p:spPr>
              <a:xfrm>
                <a:off x="2343828" y="1624625"/>
                <a:ext cx="494934" cy="1423974"/>
              </a:xfrm>
              <a:custGeom>
                <a:avLst/>
                <a:gdLst/>
                <a:ahLst/>
                <a:cxnLst/>
                <a:rect l="l" t="t" r="r" b="b"/>
                <a:pathLst>
                  <a:path w="5842" h="16808" extrusionOk="0">
                    <a:moveTo>
                      <a:pt x="3250" y="1"/>
                    </a:moveTo>
                    <a:cubicBezTo>
                      <a:pt x="3250" y="1"/>
                      <a:pt x="1581" y="4773"/>
                      <a:pt x="966" y="7599"/>
                    </a:cubicBezTo>
                    <a:cubicBezTo>
                      <a:pt x="234" y="10863"/>
                      <a:pt x="0" y="15343"/>
                      <a:pt x="0" y="15343"/>
                    </a:cubicBezTo>
                    <a:lnTo>
                      <a:pt x="2518" y="16807"/>
                    </a:lnTo>
                    <a:cubicBezTo>
                      <a:pt x="2518" y="16807"/>
                      <a:pt x="3616" y="9634"/>
                      <a:pt x="3894" y="8638"/>
                    </a:cubicBezTo>
                    <a:cubicBezTo>
                      <a:pt x="4114" y="7833"/>
                      <a:pt x="4773" y="5622"/>
                      <a:pt x="5344" y="3749"/>
                    </a:cubicBezTo>
                    <a:cubicBezTo>
                      <a:pt x="5841" y="2138"/>
                      <a:pt x="4875" y="440"/>
                      <a:pt x="32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907;p58">
                <a:extLst>
                  <a:ext uri="{FF2B5EF4-FFF2-40B4-BE49-F238E27FC236}">
                    <a16:creationId xmlns:a16="http://schemas.microsoft.com/office/drawing/2014/main" id="{AA31952A-7097-7CE5-45F4-4FB2E075D6B9}"/>
                  </a:ext>
                </a:extLst>
              </p:cNvPr>
              <p:cNvSpPr/>
              <p:nvPr/>
            </p:nvSpPr>
            <p:spPr>
              <a:xfrm>
                <a:off x="2606715" y="1620559"/>
                <a:ext cx="181216" cy="693772"/>
              </a:xfrm>
              <a:custGeom>
                <a:avLst/>
                <a:gdLst/>
                <a:ahLst/>
                <a:cxnLst/>
                <a:rect l="l" t="t" r="r" b="b"/>
                <a:pathLst>
                  <a:path w="2139" h="8189" extrusionOk="0">
                    <a:moveTo>
                      <a:pt x="586" y="0"/>
                    </a:moveTo>
                    <a:cubicBezTo>
                      <a:pt x="504" y="0"/>
                      <a:pt x="429" y="8"/>
                      <a:pt x="367" y="20"/>
                    </a:cubicBezTo>
                    <a:cubicBezTo>
                      <a:pt x="132" y="49"/>
                      <a:pt x="1" y="122"/>
                      <a:pt x="1" y="122"/>
                    </a:cubicBezTo>
                    <a:cubicBezTo>
                      <a:pt x="1" y="123"/>
                      <a:pt x="2" y="124"/>
                      <a:pt x="4" y="124"/>
                    </a:cubicBezTo>
                    <a:cubicBezTo>
                      <a:pt x="25" y="124"/>
                      <a:pt x="154" y="62"/>
                      <a:pt x="367" y="49"/>
                    </a:cubicBezTo>
                    <a:cubicBezTo>
                      <a:pt x="405" y="46"/>
                      <a:pt x="447" y="45"/>
                      <a:pt x="493" y="45"/>
                    </a:cubicBezTo>
                    <a:cubicBezTo>
                      <a:pt x="729" y="45"/>
                      <a:pt x="1056" y="87"/>
                      <a:pt x="1362" y="283"/>
                    </a:cubicBezTo>
                    <a:cubicBezTo>
                      <a:pt x="1538" y="400"/>
                      <a:pt x="1728" y="561"/>
                      <a:pt x="1845" y="781"/>
                    </a:cubicBezTo>
                    <a:cubicBezTo>
                      <a:pt x="1977" y="1000"/>
                      <a:pt x="2050" y="1264"/>
                      <a:pt x="2050" y="1557"/>
                    </a:cubicBezTo>
                    <a:cubicBezTo>
                      <a:pt x="2050" y="1850"/>
                      <a:pt x="1992" y="2142"/>
                      <a:pt x="1948" y="2450"/>
                    </a:cubicBezTo>
                    <a:cubicBezTo>
                      <a:pt x="1889" y="2757"/>
                      <a:pt x="1831" y="3094"/>
                      <a:pt x="1757" y="3416"/>
                    </a:cubicBezTo>
                    <a:cubicBezTo>
                      <a:pt x="1523" y="4734"/>
                      <a:pt x="1289" y="5919"/>
                      <a:pt x="1113" y="6798"/>
                    </a:cubicBezTo>
                    <a:cubicBezTo>
                      <a:pt x="1040" y="7222"/>
                      <a:pt x="996" y="7574"/>
                      <a:pt x="938" y="7822"/>
                    </a:cubicBezTo>
                    <a:cubicBezTo>
                      <a:pt x="908" y="7940"/>
                      <a:pt x="908" y="8027"/>
                      <a:pt x="879" y="8101"/>
                    </a:cubicBezTo>
                    <a:cubicBezTo>
                      <a:pt x="864" y="8159"/>
                      <a:pt x="864" y="8188"/>
                      <a:pt x="864" y="8188"/>
                    </a:cubicBezTo>
                    <a:cubicBezTo>
                      <a:pt x="864" y="8188"/>
                      <a:pt x="864" y="8174"/>
                      <a:pt x="894" y="8115"/>
                    </a:cubicBezTo>
                    <a:cubicBezTo>
                      <a:pt x="894" y="8042"/>
                      <a:pt x="938" y="7954"/>
                      <a:pt x="952" y="7852"/>
                    </a:cubicBezTo>
                    <a:cubicBezTo>
                      <a:pt x="1011" y="7588"/>
                      <a:pt x="1084" y="7237"/>
                      <a:pt x="1172" y="6827"/>
                    </a:cubicBezTo>
                    <a:cubicBezTo>
                      <a:pt x="1362" y="5949"/>
                      <a:pt x="1596" y="4748"/>
                      <a:pt x="1845" y="3431"/>
                    </a:cubicBezTo>
                    <a:cubicBezTo>
                      <a:pt x="1904" y="3109"/>
                      <a:pt x="1977" y="2772"/>
                      <a:pt x="2036" y="2464"/>
                    </a:cubicBezTo>
                    <a:cubicBezTo>
                      <a:pt x="2094" y="2157"/>
                      <a:pt x="2138" y="1850"/>
                      <a:pt x="2138" y="1557"/>
                    </a:cubicBezTo>
                    <a:cubicBezTo>
                      <a:pt x="2138" y="1264"/>
                      <a:pt x="2065" y="971"/>
                      <a:pt x="1918" y="752"/>
                    </a:cubicBezTo>
                    <a:cubicBezTo>
                      <a:pt x="1772" y="503"/>
                      <a:pt x="1596" y="342"/>
                      <a:pt x="1391" y="239"/>
                    </a:cubicBezTo>
                    <a:cubicBezTo>
                      <a:pt x="1102" y="57"/>
                      <a:pt x="812" y="0"/>
                      <a:pt x="586"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908;p58">
                <a:extLst>
                  <a:ext uri="{FF2B5EF4-FFF2-40B4-BE49-F238E27FC236}">
                    <a16:creationId xmlns:a16="http://schemas.microsoft.com/office/drawing/2014/main" id="{8D582FEC-2D7D-F7CC-2FC7-18BCDF15C6E2}"/>
                  </a:ext>
                </a:extLst>
              </p:cNvPr>
              <p:cNvSpPr/>
              <p:nvPr/>
            </p:nvSpPr>
            <p:spPr>
              <a:xfrm>
                <a:off x="2766752" y="2360338"/>
                <a:ext cx="198499" cy="9065"/>
              </a:xfrm>
              <a:custGeom>
                <a:avLst/>
                <a:gdLst/>
                <a:ahLst/>
                <a:cxnLst/>
                <a:rect l="l" t="t" r="r" b="b"/>
                <a:pathLst>
                  <a:path w="2343" h="107" extrusionOk="0">
                    <a:moveTo>
                      <a:pt x="1731" y="0"/>
                    </a:moveTo>
                    <a:cubicBezTo>
                      <a:pt x="1566" y="0"/>
                      <a:pt x="1376" y="4"/>
                      <a:pt x="1171" y="13"/>
                    </a:cubicBezTo>
                    <a:cubicBezTo>
                      <a:pt x="527" y="27"/>
                      <a:pt x="0" y="71"/>
                      <a:pt x="0" y="86"/>
                    </a:cubicBezTo>
                    <a:cubicBezTo>
                      <a:pt x="0" y="96"/>
                      <a:pt x="264" y="107"/>
                      <a:pt x="646" y="107"/>
                    </a:cubicBezTo>
                    <a:cubicBezTo>
                      <a:pt x="804" y="107"/>
                      <a:pt x="983" y="105"/>
                      <a:pt x="1171" y="101"/>
                    </a:cubicBezTo>
                    <a:cubicBezTo>
                      <a:pt x="1815" y="86"/>
                      <a:pt x="2342" y="42"/>
                      <a:pt x="2342" y="27"/>
                    </a:cubicBezTo>
                    <a:cubicBezTo>
                      <a:pt x="2342" y="17"/>
                      <a:pt x="2099" y="0"/>
                      <a:pt x="1731"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909;p58">
                <a:extLst>
                  <a:ext uri="{FF2B5EF4-FFF2-40B4-BE49-F238E27FC236}">
                    <a16:creationId xmlns:a16="http://schemas.microsoft.com/office/drawing/2014/main" id="{8685B930-448D-2967-D2D9-6E9C59A97728}"/>
                  </a:ext>
                </a:extLst>
              </p:cNvPr>
              <p:cNvSpPr/>
              <p:nvPr/>
            </p:nvSpPr>
            <p:spPr>
              <a:xfrm>
                <a:off x="3393089" y="1996718"/>
                <a:ext cx="53374" cy="172490"/>
              </a:xfrm>
              <a:custGeom>
                <a:avLst/>
                <a:gdLst/>
                <a:ahLst/>
                <a:cxnLst/>
                <a:rect l="l" t="t" r="r" b="b"/>
                <a:pathLst>
                  <a:path w="630" h="2036" extrusionOk="0">
                    <a:moveTo>
                      <a:pt x="600" y="1"/>
                    </a:moveTo>
                    <a:cubicBezTo>
                      <a:pt x="586" y="1"/>
                      <a:pt x="293" y="381"/>
                      <a:pt x="146" y="967"/>
                    </a:cubicBezTo>
                    <a:cubicBezTo>
                      <a:pt x="0" y="1553"/>
                      <a:pt x="73" y="2036"/>
                      <a:pt x="88" y="2036"/>
                    </a:cubicBezTo>
                    <a:cubicBezTo>
                      <a:pt x="132" y="2036"/>
                      <a:pt x="117" y="1553"/>
                      <a:pt x="234" y="996"/>
                    </a:cubicBezTo>
                    <a:cubicBezTo>
                      <a:pt x="381" y="425"/>
                      <a:pt x="630" y="15"/>
                      <a:pt x="600"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10;p58">
                <a:extLst>
                  <a:ext uri="{FF2B5EF4-FFF2-40B4-BE49-F238E27FC236}">
                    <a16:creationId xmlns:a16="http://schemas.microsoft.com/office/drawing/2014/main" id="{9E9CEF84-D2CA-58FF-98F7-280A0E594778}"/>
                  </a:ext>
                </a:extLst>
              </p:cNvPr>
              <p:cNvSpPr/>
              <p:nvPr/>
            </p:nvSpPr>
            <p:spPr>
              <a:xfrm>
                <a:off x="2748113" y="979140"/>
                <a:ext cx="323800" cy="183673"/>
              </a:xfrm>
              <a:custGeom>
                <a:avLst/>
                <a:gdLst/>
                <a:ahLst/>
                <a:cxnLst/>
                <a:rect l="l" t="t" r="r" b="b"/>
                <a:pathLst>
                  <a:path w="3822" h="2168" extrusionOk="0">
                    <a:moveTo>
                      <a:pt x="2367" y="0"/>
                    </a:moveTo>
                    <a:cubicBezTo>
                      <a:pt x="1721" y="0"/>
                      <a:pt x="1072" y="72"/>
                      <a:pt x="440" y="227"/>
                    </a:cubicBezTo>
                    <a:cubicBezTo>
                      <a:pt x="308" y="256"/>
                      <a:pt x="206" y="285"/>
                      <a:pt x="103" y="373"/>
                    </a:cubicBezTo>
                    <a:cubicBezTo>
                      <a:pt x="16" y="460"/>
                      <a:pt x="1" y="604"/>
                      <a:pt x="85" y="692"/>
                    </a:cubicBezTo>
                    <a:lnTo>
                      <a:pt x="85" y="692"/>
                    </a:lnTo>
                    <a:cubicBezTo>
                      <a:pt x="169" y="965"/>
                      <a:pt x="393" y="1172"/>
                      <a:pt x="630" y="1340"/>
                    </a:cubicBezTo>
                    <a:cubicBezTo>
                      <a:pt x="747" y="1457"/>
                      <a:pt x="879" y="1544"/>
                      <a:pt x="1040" y="1588"/>
                    </a:cubicBezTo>
                    <a:cubicBezTo>
                      <a:pt x="1084" y="1596"/>
                      <a:pt x="1130" y="1601"/>
                      <a:pt x="1176" y="1601"/>
                    </a:cubicBezTo>
                    <a:cubicBezTo>
                      <a:pt x="1299" y="1601"/>
                      <a:pt x="1423" y="1567"/>
                      <a:pt x="1508" y="1471"/>
                    </a:cubicBezTo>
                    <a:cubicBezTo>
                      <a:pt x="1584" y="1385"/>
                      <a:pt x="1604" y="1250"/>
                      <a:pt x="1556" y="1144"/>
                    </a:cubicBezTo>
                    <a:lnTo>
                      <a:pt x="1556" y="1144"/>
                    </a:lnTo>
                    <a:cubicBezTo>
                      <a:pt x="1765" y="1397"/>
                      <a:pt x="2031" y="1619"/>
                      <a:pt x="2343" y="1749"/>
                    </a:cubicBezTo>
                    <a:cubicBezTo>
                      <a:pt x="2436" y="1796"/>
                      <a:pt x="2534" y="1824"/>
                      <a:pt x="2631" y="1824"/>
                    </a:cubicBezTo>
                    <a:cubicBezTo>
                      <a:pt x="2687" y="1824"/>
                      <a:pt x="2743" y="1815"/>
                      <a:pt x="2797" y="1793"/>
                    </a:cubicBezTo>
                    <a:cubicBezTo>
                      <a:pt x="2897" y="1763"/>
                      <a:pt x="2983" y="1658"/>
                      <a:pt x="2990" y="1553"/>
                    </a:cubicBezTo>
                    <a:lnTo>
                      <a:pt x="2990" y="1553"/>
                    </a:lnTo>
                    <a:cubicBezTo>
                      <a:pt x="3072" y="1755"/>
                      <a:pt x="3200" y="1928"/>
                      <a:pt x="3368" y="2071"/>
                    </a:cubicBezTo>
                    <a:cubicBezTo>
                      <a:pt x="3415" y="2119"/>
                      <a:pt x="3483" y="2167"/>
                      <a:pt x="3546" y="2167"/>
                    </a:cubicBezTo>
                    <a:cubicBezTo>
                      <a:pt x="3560" y="2167"/>
                      <a:pt x="3574" y="2165"/>
                      <a:pt x="3587" y="2159"/>
                    </a:cubicBezTo>
                    <a:cubicBezTo>
                      <a:pt x="3704" y="2145"/>
                      <a:pt x="3734" y="1984"/>
                      <a:pt x="3748" y="1867"/>
                    </a:cubicBezTo>
                    <a:lnTo>
                      <a:pt x="3807" y="944"/>
                    </a:lnTo>
                    <a:cubicBezTo>
                      <a:pt x="3821" y="725"/>
                      <a:pt x="3821" y="505"/>
                      <a:pt x="3690" y="315"/>
                    </a:cubicBezTo>
                    <a:cubicBezTo>
                      <a:pt x="3543" y="95"/>
                      <a:pt x="3236" y="37"/>
                      <a:pt x="2987" y="22"/>
                    </a:cubicBezTo>
                    <a:cubicBezTo>
                      <a:pt x="2781" y="8"/>
                      <a:pt x="2574" y="0"/>
                      <a:pt x="23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11;p58">
                <a:extLst>
                  <a:ext uri="{FF2B5EF4-FFF2-40B4-BE49-F238E27FC236}">
                    <a16:creationId xmlns:a16="http://schemas.microsoft.com/office/drawing/2014/main" id="{78A8F6B3-9130-4A74-4BB0-28DF91FB199F}"/>
                  </a:ext>
                </a:extLst>
              </p:cNvPr>
              <p:cNvSpPr/>
              <p:nvPr/>
            </p:nvSpPr>
            <p:spPr>
              <a:xfrm rot="-1954916">
                <a:off x="3768851" y="1201000"/>
                <a:ext cx="210870" cy="210954"/>
              </a:xfrm>
              <a:custGeom>
                <a:avLst/>
                <a:gdLst/>
                <a:ahLst/>
                <a:cxnLst/>
                <a:rect l="l" t="t" r="r" b="b"/>
                <a:pathLst>
                  <a:path w="2489" h="2490" extrusionOk="0">
                    <a:moveTo>
                      <a:pt x="1271" y="1"/>
                    </a:moveTo>
                    <a:cubicBezTo>
                      <a:pt x="1262" y="1"/>
                      <a:pt x="1253" y="1"/>
                      <a:pt x="1244" y="1"/>
                    </a:cubicBezTo>
                    <a:cubicBezTo>
                      <a:pt x="571" y="1"/>
                      <a:pt x="0" y="572"/>
                      <a:pt x="0" y="1246"/>
                    </a:cubicBezTo>
                    <a:cubicBezTo>
                      <a:pt x="0" y="1919"/>
                      <a:pt x="556" y="2490"/>
                      <a:pt x="1244" y="2490"/>
                    </a:cubicBezTo>
                    <a:cubicBezTo>
                      <a:pt x="1933" y="2490"/>
                      <a:pt x="2489" y="1948"/>
                      <a:pt x="2489" y="1246"/>
                    </a:cubicBezTo>
                    <a:cubicBezTo>
                      <a:pt x="2489" y="552"/>
                      <a:pt x="1947" y="1"/>
                      <a:pt x="1271" y="1"/>
                    </a:cubicBezTo>
                    <a:close/>
                  </a:path>
                </a:pathLst>
              </a:cu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912;p58">
                <a:extLst>
                  <a:ext uri="{FF2B5EF4-FFF2-40B4-BE49-F238E27FC236}">
                    <a16:creationId xmlns:a16="http://schemas.microsoft.com/office/drawing/2014/main" id="{020AAFDF-909D-6B81-026D-F808F0F25DD1}"/>
                  </a:ext>
                </a:extLst>
              </p:cNvPr>
              <p:cNvSpPr/>
              <p:nvPr/>
            </p:nvSpPr>
            <p:spPr>
              <a:xfrm rot="-1954916">
                <a:off x="3882594" y="1250736"/>
                <a:ext cx="122845" cy="124709"/>
              </a:xfrm>
              <a:custGeom>
                <a:avLst/>
                <a:gdLst/>
                <a:ahLst/>
                <a:cxnLst/>
                <a:rect l="l" t="t" r="r" b="b"/>
                <a:pathLst>
                  <a:path w="1450" h="1472" extrusionOk="0">
                    <a:moveTo>
                      <a:pt x="1343" y="1"/>
                    </a:moveTo>
                    <a:cubicBezTo>
                      <a:pt x="1099" y="1"/>
                      <a:pt x="0" y="140"/>
                      <a:pt x="0" y="140"/>
                    </a:cubicBezTo>
                    <a:lnTo>
                      <a:pt x="586" y="1472"/>
                    </a:lnTo>
                    <a:cubicBezTo>
                      <a:pt x="586" y="1472"/>
                      <a:pt x="1450" y="1267"/>
                      <a:pt x="1391" y="8"/>
                    </a:cubicBezTo>
                    <a:cubicBezTo>
                      <a:pt x="1391" y="3"/>
                      <a:pt x="1374" y="1"/>
                      <a:pt x="1343" y="1"/>
                    </a:cubicBezTo>
                    <a:close/>
                  </a:path>
                </a:pathLst>
              </a:cu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40" name="Google Shape;1240;p47"/>
          <p:cNvSpPr txBox="1">
            <a:spLocks noGrp="1"/>
          </p:cNvSpPr>
          <p:nvPr>
            <p:ph type="title"/>
          </p:nvPr>
        </p:nvSpPr>
        <p:spPr>
          <a:xfrm>
            <a:off x="2599642" y="1171948"/>
            <a:ext cx="6367800" cy="90399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Thank you</a:t>
            </a:r>
            <a:endParaRPr dirty="0"/>
          </a:p>
        </p:txBody>
      </p:sp>
      <p:grpSp>
        <p:nvGrpSpPr>
          <p:cNvPr id="1255" name="Google Shape;1255;p47"/>
          <p:cNvGrpSpPr/>
          <p:nvPr/>
        </p:nvGrpSpPr>
        <p:grpSpPr>
          <a:xfrm>
            <a:off x="8512438" y="3519557"/>
            <a:ext cx="727535" cy="1710819"/>
            <a:chOff x="-181612" y="3483857"/>
            <a:chExt cx="727535" cy="1710819"/>
          </a:xfrm>
        </p:grpSpPr>
        <p:sp>
          <p:nvSpPr>
            <p:cNvPr id="1256" name="Google Shape;1256;p47"/>
            <p:cNvSpPr/>
            <p:nvPr/>
          </p:nvSpPr>
          <p:spPr>
            <a:xfrm flipH="1">
              <a:off x="56020" y="484596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7"/>
            <p:cNvSpPr/>
            <p:nvPr/>
          </p:nvSpPr>
          <p:spPr>
            <a:xfrm flipH="1">
              <a:off x="-181612" y="348385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7"/>
            <p:cNvSpPr/>
            <p:nvPr/>
          </p:nvSpPr>
          <p:spPr>
            <a:xfrm flipH="1">
              <a:off x="162751" y="484596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 name="Google Shape;1259;p47"/>
          <p:cNvGrpSpPr/>
          <p:nvPr/>
        </p:nvGrpSpPr>
        <p:grpSpPr>
          <a:xfrm>
            <a:off x="7944975" y="3259525"/>
            <a:ext cx="891794" cy="1989775"/>
            <a:chOff x="7944975" y="3259525"/>
            <a:chExt cx="891794" cy="1989775"/>
          </a:xfrm>
        </p:grpSpPr>
        <p:sp>
          <p:nvSpPr>
            <p:cNvPr id="1260" name="Google Shape;1260;p47"/>
            <p:cNvSpPr/>
            <p:nvPr/>
          </p:nvSpPr>
          <p:spPr>
            <a:xfrm>
              <a:off x="8392382" y="3259525"/>
              <a:ext cx="444386" cy="1190799"/>
            </a:xfrm>
            <a:custGeom>
              <a:avLst/>
              <a:gdLst/>
              <a:ahLst/>
              <a:cxnLst/>
              <a:rect l="l" t="t" r="r" b="b"/>
              <a:pathLst>
                <a:path w="8550" h="22911" extrusionOk="0">
                  <a:moveTo>
                    <a:pt x="2460" y="0"/>
                  </a:moveTo>
                  <a:lnTo>
                    <a:pt x="1" y="22252"/>
                  </a:lnTo>
                  <a:lnTo>
                    <a:pt x="4451" y="22911"/>
                  </a:lnTo>
                  <a:lnTo>
                    <a:pt x="8550" y="234"/>
                  </a:lnTo>
                  <a:lnTo>
                    <a:pt x="246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7"/>
            <p:cNvSpPr/>
            <p:nvPr/>
          </p:nvSpPr>
          <p:spPr>
            <a:xfrm>
              <a:off x="8371072" y="3259525"/>
              <a:ext cx="418555" cy="1126922"/>
            </a:xfrm>
            <a:custGeom>
              <a:avLst/>
              <a:gdLst/>
              <a:ahLst/>
              <a:cxnLst/>
              <a:rect l="l" t="t" r="r" b="b"/>
              <a:pathLst>
                <a:path w="8053" h="21682" extrusionOk="0">
                  <a:moveTo>
                    <a:pt x="1948" y="0"/>
                  </a:moveTo>
                  <a:lnTo>
                    <a:pt x="1" y="21505"/>
                  </a:lnTo>
                  <a:lnTo>
                    <a:pt x="4202" y="21681"/>
                  </a:lnTo>
                  <a:lnTo>
                    <a:pt x="8052" y="234"/>
                  </a:lnTo>
                  <a:lnTo>
                    <a:pt x="1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7"/>
            <p:cNvSpPr/>
            <p:nvPr/>
          </p:nvSpPr>
          <p:spPr>
            <a:xfrm>
              <a:off x="7944975" y="4350652"/>
              <a:ext cx="694750" cy="898648"/>
            </a:xfrm>
            <a:custGeom>
              <a:avLst/>
              <a:gdLst/>
              <a:ahLst/>
              <a:cxnLst/>
              <a:rect l="l" t="t" r="r" b="b"/>
              <a:pathLst>
                <a:path w="13367" h="17290" extrusionOk="0">
                  <a:moveTo>
                    <a:pt x="1406" y="1318"/>
                  </a:moveTo>
                  <a:lnTo>
                    <a:pt x="11317" y="1830"/>
                  </a:lnTo>
                  <a:lnTo>
                    <a:pt x="6544" y="5783"/>
                  </a:lnTo>
                  <a:lnTo>
                    <a:pt x="1406" y="1318"/>
                  </a:lnTo>
                  <a:close/>
                  <a:moveTo>
                    <a:pt x="11946" y="1889"/>
                  </a:moveTo>
                  <a:lnTo>
                    <a:pt x="11595" y="10145"/>
                  </a:lnTo>
                  <a:lnTo>
                    <a:pt x="6852" y="6046"/>
                  </a:lnTo>
                  <a:lnTo>
                    <a:pt x="11946" y="1889"/>
                  </a:lnTo>
                  <a:close/>
                  <a:moveTo>
                    <a:pt x="1055" y="1610"/>
                  </a:moveTo>
                  <a:lnTo>
                    <a:pt x="6164" y="6090"/>
                  </a:lnTo>
                  <a:lnTo>
                    <a:pt x="1040" y="10321"/>
                  </a:lnTo>
                  <a:lnTo>
                    <a:pt x="1040" y="10321"/>
                  </a:lnTo>
                  <a:lnTo>
                    <a:pt x="1055" y="1610"/>
                  </a:lnTo>
                  <a:close/>
                  <a:moveTo>
                    <a:pt x="0" y="0"/>
                  </a:moveTo>
                  <a:lnTo>
                    <a:pt x="249" y="1259"/>
                  </a:lnTo>
                  <a:lnTo>
                    <a:pt x="410" y="1259"/>
                  </a:lnTo>
                  <a:lnTo>
                    <a:pt x="557" y="16821"/>
                  </a:lnTo>
                  <a:lnTo>
                    <a:pt x="1011" y="16806"/>
                  </a:lnTo>
                  <a:lnTo>
                    <a:pt x="1040" y="10804"/>
                  </a:lnTo>
                  <a:lnTo>
                    <a:pt x="6486" y="6368"/>
                  </a:lnTo>
                  <a:lnTo>
                    <a:pt x="11580" y="10833"/>
                  </a:lnTo>
                  <a:lnTo>
                    <a:pt x="11302" y="17289"/>
                  </a:lnTo>
                  <a:lnTo>
                    <a:pt x="11756" y="17289"/>
                  </a:lnTo>
                  <a:lnTo>
                    <a:pt x="12576" y="1918"/>
                  </a:lnTo>
                  <a:lnTo>
                    <a:pt x="13059" y="1933"/>
                  </a:lnTo>
                  <a:lnTo>
                    <a:pt x="13366" y="586"/>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Monthly Strategy Review Meeting by Slidesgo">
  <a:themeElements>
    <a:clrScheme name="Simple Light">
      <a:dk1>
        <a:srgbClr val="151F29"/>
      </a:dk1>
      <a:lt1>
        <a:srgbClr val="EBE0DD"/>
      </a:lt1>
      <a:dk2>
        <a:srgbClr val="FFFFFF"/>
      </a:dk2>
      <a:lt2>
        <a:srgbClr val="912A3C"/>
      </a:lt2>
      <a:accent1>
        <a:srgbClr val="DC7C61"/>
      </a:accent1>
      <a:accent2>
        <a:srgbClr val="BA6136"/>
      </a:accent2>
      <a:accent3>
        <a:srgbClr val="FFA35A"/>
      </a:accent3>
      <a:accent4>
        <a:srgbClr val="005458"/>
      </a:accent4>
      <a:accent5>
        <a:srgbClr val="528C98"/>
      </a:accent5>
      <a:accent6>
        <a:srgbClr val="2C8C64"/>
      </a:accent6>
      <a:hlink>
        <a:srgbClr val="151F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TotalTime>
  <Words>1343</Words>
  <Application>Microsoft Office PowerPoint</Application>
  <PresentationFormat>On-screen Show (16:9)</PresentationFormat>
  <Paragraphs>185</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Fira Sans Extra Condensed Medium</vt:lpstr>
      <vt:lpstr>Viga</vt:lpstr>
      <vt:lpstr>Gaegu</vt:lpstr>
      <vt:lpstr>Arial</vt:lpstr>
      <vt:lpstr>Wingdings</vt:lpstr>
      <vt:lpstr>Karla</vt:lpstr>
      <vt:lpstr>Archivo Black</vt:lpstr>
      <vt:lpstr>Poppins</vt:lpstr>
      <vt:lpstr>Paytone One</vt:lpstr>
      <vt:lpstr>Monthly Strategy Review Meeting by Slidesgo</vt:lpstr>
      <vt:lpstr>Data-Driven Insights for Optimizing Retail Sales Performance</vt:lpstr>
      <vt:lpstr>Contents of this template</vt:lpstr>
      <vt:lpstr>Objective:   This project focuses on analyzing retail sales data to understand the meaningful insights about customer behavior, product performance, and payment trends. By data cleaning, transformation, and visualization techniques, the project transforms raw, unstructured data into actionable information.   Problem Statement:  Understand key spending patterns across customers. Identify top-selling products and preferred payment methods. Generate insights that help optimize inventory planning, improve marketing strategies  </vt:lpstr>
      <vt:lpstr>Dataset:   Retail store sales dataset containing transactions with customer, product, and payment details.  Key Attributes:   Transaction ID, Customer ID, Category, Item, Price per Unit, Quantity, Total Spent, Payment Method, Location, Transaction Date, and Discount Applied.  Dataset:   Retail store transactions (12,575 rows, 11 columns).</vt:lpstr>
      <vt:lpstr>Data Cleaning</vt:lpstr>
      <vt:lpstr>Data Cleaning (Sample Image)</vt:lpstr>
      <vt:lpstr>Data Cleaning (Sample Image)</vt:lpstr>
      <vt:lpstr>Handling Missing Values</vt:lpstr>
      <vt:lpstr>Handling Missing Values</vt:lpstr>
      <vt:lpstr>Handling Outlier Handling</vt:lpstr>
      <vt:lpstr>Before and After Handling Outlier </vt:lpstr>
      <vt:lpstr>Handling Invalid Values</vt:lpstr>
      <vt:lpstr>Statistical analysis</vt:lpstr>
      <vt:lpstr>Statistical Analysis</vt:lpstr>
      <vt:lpstr>Descriptive analysis</vt:lpstr>
      <vt:lpstr>Descriptive Analysis</vt:lpstr>
      <vt:lpstr>Relationship between variables</vt:lpstr>
      <vt:lpstr>Relationship between variables</vt:lpstr>
      <vt:lpstr>Relationship between variables</vt:lpstr>
      <vt:lpstr>Data Visualization</vt:lpstr>
      <vt:lpstr>Data Visualization</vt:lpstr>
      <vt:lpstr>Univariate Analysis</vt:lpstr>
      <vt:lpstr>Univariate Data Visualization</vt:lpstr>
      <vt:lpstr>Bi-variate Analysis</vt:lpstr>
      <vt:lpstr>Bi-Variate Data Visualization</vt:lpstr>
      <vt:lpstr>Multi-variate Analysis</vt:lpstr>
      <vt:lpstr>Multi-Variate Data Visualization</vt:lpstr>
      <vt:lpstr>Conclusion &amp; Recommendation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S.Krishna Kumar</cp:lastModifiedBy>
  <cp:revision>9</cp:revision>
  <dcterms:modified xsi:type="dcterms:W3CDTF">2025-09-23T05:43:46Z</dcterms:modified>
</cp:coreProperties>
</file>